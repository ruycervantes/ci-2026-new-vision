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2.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3.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4.xml" ContentType="application/vnd.openxmlformats-officedocument.theme+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32" r:id="rId2"/>
    <p:sldMasterId id="2147484107" r:id="rId3"/>
    <p:sldMasterId id="2147483676" r:id="rId4"/>
    <p:sldMasterId id="2147484130" r:id="rId5"/>
  </p:sldMasterIdLst>
  <p:notesMasterIdLst>
    <p:notesMasterId r:id="rId39"/>
  </p:notesMasterIdLst>
  <p:sldIdLst>
    <p:sldId id="256" r:id="rId6"/>
    <p:sldId id="1283" r:id="rId7"/>
    <p:sldId id="2587" r:id="rId8"/>
    <p:sldId id="1287" r:id="rId9"/>
    <p:sldId id="2134807246" r:id="rId10"/>
    <p:sldId id="368" r:id="rId11"/>
    <p:sldId id="2588" r:id="rId12"/>
    <p:sldId id="323" r:id="rId13"/>
    <p:sldId id="351" r:id="rId14"/>
    <p:sldId id="330" r:id="rId15"/>
    <p:sldId id="358" r:id="rId16"/>
    <p:sldId id="318" r:id="rId17"/>
    <p:sldId id="369" r:id="rId18"/>
    <p:sldId id="476" r:id="rId19"/>
    <p:sldId id="296" r:id="rId20"/>
    <p:sldId id="265" r:id="rId21"/>
    <p:sldId id="298" r:id="rId22"/>
    <p:sldId id="2589" r:id="rId23"/>
    <p:sldId id="300" r:id="rId24"/>
    <p:sldId id="269" r:id="rId25"/>
    <p:sldId id="302" r:id="rId26"/>
    <p:sldId id="271" r:id="rId27"/>
    <p:sldId id="468" r:id="rId28"/>
    <p:sldId id="2134807247" r:id="rId29"/>
    <p:sldId id="373" r:id="rId30"/>
    <p:sldId id="374" r:id="rId31"/>
    <p:sldId id="1284" r:id="rId32"/>
    <p:sldId id="1260" r:id="rId33"/>
    <p:sldId id="267" r:id="rId34"/>
    <p:sldId id="370" r:id="rId35"/>
    <p:sldId id="1263" r:id="rId36"/>
    <p:sldId id="2586" r:id="rId37"/>
    <p:sldId id="473" r:id="rId3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63D9F1-5972-3F41-A11A-60FAE00702E6}" v="5" dt="2025-11-13T18:50:37.1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96"/>
  </p:normalViewPr>
  <p:slideViewPr>
    <p:cSldViewPr snapToGrid="0">
      <p:cViewPr varScale="1">
        <p:scale>
          <a:sx n="120" d="100"/>
          <a:sy n="120" d="100"/>
        </p:scale>
        <p:origin x="2080"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0" Type="http://schemas.openxmlformats.org/officeDocument/2006/relationships/slide" Target="slides/slide15.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lores Hernandez" userId="S::dolores.hernandez@axialent.com::e073fdaa-5788-47fa-8437-3f036ac6bf7b" providerId="AD" clId="Web-{C3A6F007-B3D1-DED4-9384-C67D9D1EF4AF}"/>
    <pc:docChg chg="addSld delSld modSld addMainMaster modMainMaster">
      <pc:chgData name="Dolores Hernandez" userId="S::dolores.hernandez@axialent.com::e073fdaa-5788-47fa-8437-3f036ac6bf7b" providerId="AD" clId="Web-{C3A6F007-B3D1-DED4-9384-C67D9D1EF4AF}" dt="2025-10-29T17:29:00.759" v="65"/>
      <pc:docMkLst>
        <pc:docMk/>
      </pc:docMkLst>
      <pc:sldChg chg="add">
        <pc:chgData name="Dolores Hernandez" userId="S::dolores.hernandez@axialent.com::e073fdaa-5788-47fa-8437-3f036ac6bf7b" providerId="AD" clId="Web-{C3A6F007-B3D1-DED4-9384-C67D9D1EF4AF}" dt="2025-10-29T16:37:26.385" v="34"/>
        <pc:sldMkLst>
          <pc:docMk/>
          <pc:sldMk cId="1682825760" sldId="267"/>
        </pc:sldMkLst>
      </pc:sldChg>
      <pc:sldChg chg="add del">
        <pc:chgData name="Dolores Hernandez" userId="S::dolores.hernandez@axialent.com::e073fdaa-5788-47fa-8437-3f036ac6bf7b" providerId="AD" clId="Web-{C3A6F007-B3D1-DED4-9384-C67D9D1EF4AF}" dt="2025-10-29T16:36:02.666" v="16"/>
        <pc:sldMkLst>
          <pc:docMk/>
          <pc:sldMk cId="0" sldId="296"/>
        </pc:sldMkLst>
      </pc:sldChg>
      <pc:sldChg chg="add del">
        <pc:chgData name="Dolores Hernandez" userId="S::dolores.hernandez@axialent.com::e073fdaa-5788-47fa-8437-3f036ac6bf7b" providerId="AD" clId="Web-{C3A6F007-B3D1-DED4-9384-C67D9D1EF4AF}" dt="2025-10-29T16:36:02.822" v="17"/>
        <pc:sldMkLst>
          <pc:docMk/>
          <pc:sldMk cId="0" sldId="298"/>
        </pc:sldMkLst>
      </pc:sldChg>
      <pc:sldChg chg="add del">
        <pc:chgData name="Dolores Hernandez" userId="S::dolores.hernandez@axialent.com::e073fdaa-5788-47fa-8437-3f036ac6bf7b" providerId="AD" clId="Web-{C3A6F007-B3D1-DED4-9384-C67D9D1EF4AF}" dt="2025-10-29T16:36:02.978" v="18"/>
        <pc:sldMkLst>
          <pc:docMk/>
          <pc:sldMk cId="0" sldId="300"/>
        </pc:sldMkLst>
      </pc:sldChg>
      <pc:sldChg chg="add del">
        <pc:chgData name="Dolores Hernandez" userId="S::dolores.hernandez@axialent.com::e073fdaa-5788-47fa-8437-3f036ac6bf7b" providerId="AD" clId="Web-{C3A6F007-B3D1-DED4-9384-C67D9D1EF4AF}" dt="2025-10-29T16:36:03.135" v="19"/>
        <pc:sldMkLst>
          <pc:docMk/>
          <pc:sldMk cId="0" sldId="302"/>
        </pc:sldMkLst>
      </pc:sldChg>
      <pc:sldChg chg="add del">
        <pc:chgData name="Dolores Hernandez" userId="S::dolores.hernandez@axialent.com::e073fdaa-5788-47fa-8437-3f036ac6bf7b" providerId="AD" clId="Web-{C3A6F007-B3D1-DED4-9384-C67D9D1EF4AF}" dt="2025-10-29T16:36:02.103" v="14"/>
        <pc:sldMkLst>
          <pc:docMk/>
          <pc:sldMk cId="2275700707" sldId="368"/>
        </pc:sldMkLst>
      </pc:sldChg>
      <pc:sldChg chg="add">
        <pc:chgData name="Dolores Hernandez" userId="S::dolores.hernandez@axialent.com::e073fdaa-5788-47fa-8437-3f036ac6bf7b" providerId="AD" clId="Web-{C3A6F007-B3D1-DED4-9384-C67D9D1EF4AF}" dt="2025-10-29T16:57:30.556" v="38"/>
        <pc:sldMkLst>
          <pc:docMk/>
          <pc:sldMk cId="682236288" sldId="369"/>
        </pc:sldMkLst>
      </pc:sldChg>
      <pc:sldChg chg="add">
        <pc:chgData name="Dolores Hernandez" userId="S::dolores.hernandez@axialent.com::e073fdaa-5788-47fa-8437-3f036ac6bf7b" providerId="AD" clId="Web-{C3A6F007-B3D1-DED4-9384-C67D9D1EF4AF}" dt="2025-10-29T16:37:26.603" v="35"/>
        <pc:sldMkLst>
          <pc:docMk/>
          <pc:sldMk cId="3643020933" sldId="370"/>
        </pc:sldMkLst>
      </pc:sldChg>
      <pc:sldChg chg="add del">
        <pc:chgData name="Dolores Hernandez" userId="S::dolores.hernandez@axialent.com::e073fdaa-5788-47fa-8437-3f036ac6bf7b" providerId="AD" clId="Web-{C3A6F007-B3D1-DED4-9384-C67D9D1EF4AF}" dt="2025-10-29T16:36:03.556" v="20"/>
        <pc:sldMkLst>
          <pc:docMk/>
          <pc:sldMk cId="2755723360" sldId="468"/>
        </pc:sldMkLst>
      </pc:sldChg>
      <pc:sldChg chg="add mod modShow">
        <pc:chgData name="Dolores Hernandez" userId="S::dolores.hernandez@axialent.com::e073fdaa-5788-47fa-8437-3f036ac6bf7b" providerId="AD" clId="Web-{C3A6F007-B3D1-DED4-9384-C67D9D1EF4AF}" dt="2025-10-29T17:00:58.056" v="45"/>
        <pc:sldMkLst>
          <pc:docMk/>
          <pc:sldMk cId="2338383852" sldId="473"/>
        </pc:sldMkLst>
      </pc:sldChg>
      <pc:sldChg chg="add del">
        <pc:chgData name="Dolores Hernandez" userId="S::dolores.hernandez@axialent.com::e073fdaa-5788-47fa-8437-3f036ac6bf7b" providerId="AD" clId="Web-{C3A6F007-B3D1-DED4-9384-C67D9D1EF4AF}" dt="2025-10-29T16:36:02.463" v="15"/>
        <pc:sldMkLst>
          <pc:docMk/>
          <pc:sldMk cId="1000018426" sldId="476"/>
        </pc:sldMkLst>
      </pc:sldChg>
      <pc:sldChg chg="add">
        <pc:chgData name="Dolores Hernandez" userId="S::dolores.hernandez@axialent.com::e073fdaa-5788-47fa-8437-3f036ac6bf7b" providerId="AD" clId="Web-{C3A6F007-B3D1-DED4-9384-C67D9D1EF4AF}" dt="2025-10-29T16:37:26.213" v="33"/>
        <pc:sldMkLst>
          <pc:docMk/>
          <pc:sldMk cId="240805423" sldId="1260"/>
        </pc:sldMkLst>
      </pc:sldChg>
      <pc:sldChg chg="add mod modShow">
        <pc:chgData name="Dolores Hernandez" userId="S::dolores.hernandez@axialent.com::e073fdaa-5788-47fa-8437-3f036ac6bf7b" providerId="AD" clId="Web-{C3A6F007-B3D1-DED4-9384-C67D9D1EF4AF}" dt="2025-10-29T17:00:55.384" v="44"/>
        <pc:sldMkLst>
          <pc:docMk/>
          <pc:sldMk cId="1468954532" sldId="1263"/>
        </pc:sldMkLst>
      </pc:sldChg>
      <pc:sldChg chg="modSp add del">
        <pc:chgData name="Dolores Hernandez" userId="S::dolores.hernandez@axialent.com::e073fdaa-5788-47fa-8437-3f036ac6bf7b" providerId="AD" clId="Web-{C3A6F007-B3D1-DED4-9384-C67D9D1EF4AF}" dt="2025-10-29T16:36:45.369" v="31" actId="20577"/>
        <pc:sldMkLst>
          <pc:docMk/>
          <pc:sldMk cId="1760356073" sldId="1283"/>
        </pc:sldMkLst>
        <pc:spChg chg="mod">
          <ac:chgData name="Dolores Hernandez" userId="S::dolores.hernandez@axialent.com::e073fdaa-5788-47fa-8437-3f036ac6bf7b" providerId="AD" clId="Web-{C3A6F007-B3D1-DED4-9384-C67D9D1EF4AF}" dt="2025-10-29T16:36:45.369" v="31" actId="20577"/>
          <ac:spMkLst>
            <pc:docMk/>
            <pc:sldMk cId="1760356073" sldId="1283"/>
            <ac:spMk id="2" creationId="{983AE290-E4D7-2D4B-8B10-F7A19B9A32C1}"/>
          </ac:spMkLst>
        </pc:spChg>
      </pc:sldChg>
      <pc:sldChg chg="add">
        <pc:chgData name="Dolores Hernandez" userId="S::dolores.hernandez@axialent.com::e073fdaa-5788-47fa-8437-3f036ac6bf7b" providerId="AD" clId="Web-{C3A6F007-B3D1-DED4-9384-C67D9D1EF4AF}" dt="2025-10-29T16:37:25.978" v="32"/>
        <pc:sldMkLst>
          <pc:docMk/>
          <pc:sldMk cId="2129130157" sldId="1284"/>
        </pc:sldMkLst>
      </pc:sldChg>
      <pc:sldChg chg="add del">
        <pc:chgData name="Dolores Hernandez" userId="S::dolores.hernandez@axialent.com::e073fdaa-5788-47fa-8437-3f036ac6bf7b" providerId="AD" clId="Web-{C3A6F007-B3D1-DED4-9384-C67D9D1EF4AF}" dt="2025-10-29T16:36:26.291" v="28"/>
        <pc:sldMkLst>
          <pc:docMk/>
          <pc:sldMk cId="945210667" sldId="1287"/>
        </pc:sldMkLst>
      </pc:sldChg>
      <pc:sldChg chg="add">
        <pc:chgData name="Dolores Hernandez" userId="S::dolores.hernandez@axialent.com::e073fdaa-5788-47fa-8437-3f036ac6bf7b" providerId="AD" clId="Web-{C3A6F007-B3D1-DED4-9384-C67D9D1EF4AF}" dt="2025-10-29T17:00:51.681" v="43"/>
        <pc:sldMkLst>
          <pc:docMk/>
          <pc:sldMk cId="1006382793" sldId="2586"/>
        </pc:sldMkLst>
      </pc:sldChg>
      <pc:sldChg chg="delSp modSp add">
        <pc:chgData name="Dolores Hernandez" userId="S::dolores.hernandez@axialent.com::e073fdaa-5788-47fa-8437-3f036ac6bf7b" providerId="AD" clId="Web-{C3A6F007-B3D1-DED4-9384-C67D9D1EF4AF}" dt="2025-10-29T17:29:00.759" v="65"/>
        <pc:sldMkLst>
          <pc:docMk/>
          <pc:sldMk cId="4019786390" sldId="2134807246"/>
        </pc:sldMkLst>
        <pc:spChg chg="mod">
          <ac:chgData name="Dolores Hernandez" userId="S::dolores.hernandez@axialent.com::e073fdaa-5788-47fa-8437-3f036ac6bf7b" providerId="AD" clId="Web-{C3A6F007-B3D1-DED4-9384-C67D9D1EF4AF}" dt="2025-10-29T17:28:45.775" v="63" actId="20577"/>
          <ac:spMkLst>
            <pc:docMk/>
            <pc:sldMk cId="4019786390" sldId="2134807246"/>
            <ac:spMk id="5" creationId="{00000000-0000-0000-0000-000000000000}"/>
          </ac:spMkLst>
        </pc:spChg>
        <pc:spChg chg="mod">
          <ac:chgData name="Dolores Hernandez" userId="S::dolores.hernandez@axialent.com::e073fdaa-5788-47fa-8437-3f036ac6bf7b" providerId="AD" clId="Web-{C3A6F007-B3D1-DED4-9384-C67D9D1EF4AF}" dt="2025-10-29T17:28:35.509" v="58" actId="20577"/>
          <ac:spMkLst>
            <pc:docMk/>
            <pc:sldMk cId="4019786390" sldId="2134807246"/>
            <ac:spMk id="12" creationId="{00000000-0000-0000-0000-000000000000}"/>
          </ac:spMkLst>
        </pc:spChg>
        <pc:spChg chg="mod">
          <ac:chgData name="Dolores Hernandez" userId="S::dolores.hernandez@axialent.com::e073fdaa-5788-47fa-8437-3f036ac6bf7b" providerId="AD" clId="Web-{C3A6F007-B3D1-DED4-9384-C67D9D1EF4AF}" dt="2025-10-29T17:29:00.759" v="65"/>
          <ac:spMkLst>
            <pc:docMk/>
            <pc:sldMk cId="4019786390" sldId="2134807246"/>
            <ac:spMk id="15" creationId="{00000000-0000-0000-0000-000000000000}"/>
          </ac:spMkLst>
        </pc:spChg>
      </pc:sldChg>
      <pc:sldMasterChg chg="addSldLayout delSldLayout">
        <pc:chgData name="Dolores Hernandez" userId="S::dolores.hernandez@axialent.com::e073fdaa-5788-47fa-8437-3f036ac6bf7b" providerId="AD" clId="Web-{C3A6F007-B3D1-DED4-9384-C67D9D1EF4AF}" dt="2025-10-29T16:36:25.650" v="26"/>
        <pc:sldMasterMkLst>
          <pc:docMk/>
          <pc:sldMasterMk cId="2933118997" sldId="2147483648"/>
        </pc:sldMasterMkLst>
      </pc:sldMasterChg>
      <pc:sldMasterChg chg="add addSldLayout modSldLayout">
        <pc:chgData name="Dolores Hernandez" userId="S::dolores.hernandez@axialent.com::e073fdaa-5788-47fa-8437-3f036ac6bf7b" providerId="AD" clId="Web-{C3A6F007-B3D1-DED4-9384-C67D9D1EF4AF}" dt="2025-10-29T16:59:35.165" v="41"/>
        <pc:sldMasterMkLst>
          <pc:docMk/>
          <pc:sldMasterMk cId="1643480894" sldId="2147483676"/>
        </pc:sldMasterMkLst>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958011005" sldId="2147483700"/>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090329216" sldId="2147483702"/>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248590581" sldId="2147483703"/>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076527611" sldId="2147483705"/>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747113037" sldId="2147483708"/>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62469721" sldId="2147483709"/>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230354625" sldId="2147483710"/>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114102729" sldId="2147483712"/>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913011515" sldId="2147483715"/>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094489726" sldId="2147483716"/>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182785145" sldId="2147483717"/>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873977767" sldId="2147483720"/>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768806330" sldId="2147483721"/>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336518391" sldId="2147483722"/>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944497288" sldId="2147483723"/>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4054044439" sldId="2147483724"/>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425511921" sldId="2147483725"/>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4017249903" sldId="2147483726"/>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669060523" sldId="2147483727"/>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136240676" sldId="2147483729"/>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128934093" sldId="2147483730"/>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55226693" sldId="2147483733"/>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25734862" sldId="2147483734"/>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573494375" sldId="2147483735"/>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330176954" sldId="2147483736"/>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907338701" sldId="2147483737"/>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28165681" sldId="2147483738"/>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660491660" sldId="2147483742"/>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926111702" sldId="2147483743"/>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993763523" sldId="2147483744"/>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740972873" sldId="2147483745"/>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835292202" sldId="2147483747"/>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58638496" sldId="2147483748"/>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094257150" sldId="2147483749"/>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861457073" sldId="2147483750"/>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868919212" sldId="2147483751"/>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207016163" sldId="2147483752"/>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825008441" sldId="2147483753"/>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381028828" sldId="2147483754"/>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621447167" sldId="2147483755"/>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938041807" sldId="2147483756"/>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4286118748" sldId="2147483757"/>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514635264" sldId="2147483758"/>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782616859" sldId="2147483759"/>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515679570" sldId="2147483760"/>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746088759" sldId="2147483761"/>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673119165" sldId="2147483762"/>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628196836" sldId="2147483763"/>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92075395" sldId="2147483764"/>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654918456" sldId="2147483765"/>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682985370" sldId="2147483767"/>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057874075" sldId="2147483770"/>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876699855" sldId="2147483771"/>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591567632" sldId="2147483787"/>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02020289" sldId="2147483789"/>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808022696" sldId="2147484040"/>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1554594031" sldId="2147484104"/>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2921023302" sldId="2147484105"/>
          </pc:sldLayoutMkLst>
        </pc:sldLayoutChg>
        <pc:sldLayoutChg chg="add">
          <pc:chgData name="Dolores Hernandez" userId="S::dolores.hernandez@axialent.com::e073fdaa-5788-47fa-8437-3f036ac6bf7b" providerId="AD" clId="Web-{C3A6F007-B3D1-DED4-9384-C67D9D1EF4AF}" dt="2025-10-29T16:36:26.056" v="27"/>
          <pc:sldLayoutMkLst>
            <pc:docMk/>
            <pc:sldMasterMk cId="1643480894" sldId="2147483676"/>
            <pc:sldLayoutMk cId="3739974875" sldId="2147484106"/>
          </pc:sldLayoutMkLst>
        </pc:sldLayoutChg>
        <pc:sldLayoutChg chg="add replId">
          <pc:chgData name="Dolores Hernandez" userId="S::dolores.hernandez@axialent.com::e073fdaa-5788-47fa-8437-3f036ac6bf7b" providerId="AD" clId="Web-{C3A6F007-B3D1-DED4-9384-C67D9D1EF4AF}" dt="2025-10-29T16:59:35.165" v="41"/>
          <pc:sldLayoutMkLst>
            <pc:docMk/>
            <pc:sldMasterMk cId="1643480894" sldId="2147483676"/>
            <pc:sldLayoutMk cId="1625250155" sldId="2147484121"/>
          </pc:sldLayoutMkLst>
        </pc:sldLayoutChg>
        <pc:sldLayoutChg chg="add replId">
          <pc:chgData name="Dolores Hernandez" userId="S::dolores.hernandez@axialent.com::e073fdaa-5788-47fa-8437-3f036ac6bf7b" providerId="AD" clId="Web-{C3A6F007-B3D1-DED4-9384-C67D9D1EF4AF}" dt="2025-10-29T16:59:35.165" v="41"/>
          <pc:sldLayoutMkLst>
            <pc:docMk/>
            <pc:sldMasterMk cId="1643480894" sldId="2147483676"/>
            <pc:sldLayoutMk cId="373537203" sldId="2147484122"/>
          </pc:sldLayoutMkLst>
        </pc:sldLayoutChg>
        <pc:sldLayoutChg chg="add replId">
          <pc:chgData name="Dolores Hernandez" userId="S::dolores.hernandez@axialent.com::e073fdaa-5788-47fa-8437-3f036ac6bf7b" providerId="AD" clId="Web-{C3A6F007-B3D1-DED4-9384-C67D9D1EF4AF}" dt="2025-10-29T16:59:35.165" v="41"/>
          <pc:sldLayoutMkLst>
            <pc:docMk/>
            <pc:sldMasterMk cId="1643480894" sldId="2147483676"/>
            <pc:sldLayoutMk cId="3037989407" sldId="2147484123"/>
          </pc:sldLayoutMkLst>
        </pc:sldLayoutChg>
        <pc:sldLayoutChg chg="add replId">
          <pc:chgData name="Dolores Hernandez" userId="S::dolores.hernandez@axialent.com::e073fdaa-5788-47fa-8437-3f036ac6bf7b" providerId="AD" clId="Web-{C3A6F007-B3D1-DED4-9384-C67D9D1EF4AF}" dt="2025-10-29T16:59:35.165" v="41"/>
          <pc:sldLayoutMkLst>
            <pc:docMk/>
            <pc:sldMasterMk cId="1643480894" sldId="2147483676"/>
            <pc:sldLayoutMk cId="2286771629" sldId="2147484124"/>
          </pc:sldLayoutMkLst>
        </pc:sldLayoutChg>
        <pc:sldLayoutChg chg="add replId">
          <pc:chgData name="Dolores Hernandez" userId="S::dolores.hernandez@axialent.com::e073fdaa-5788-47fa-8437-3f036ac6bf7b" providerId="AD" clId="Web-{C3A6F007-B3D1-DED4-9384-C67D9D1EF4AF}" dt="2025-10-29T16:59:35.165" v="41"/>
          <pc:sldLayoutMkLst>
            <pc:docMk/>
            <pc:sldMasterMk cId="1643480894" sldId="2147483676"/>
            <pc:sldLayoutMk cId="518818038" sldId="2147484125"/>
          </pc:sldLayoutMkLst>
        </pc:sldLayoutChg>
        <pc:sldLayoutChg chg="add replId">
          <pc:chgData name="Dolores Hernandez" userId="S::dolores.hernandez@axialent.com::e073fdaa-5788-47fa-8437-3f036ac6bf7b" providerId="AD" clId="Web-{C3A6F007-B3D1-DED4-9384-C67D9D1EF4AF}" dt="2025-10-29T16:59:35.165" v="41"/>
          <pc:sldLayoutMkLst>
            <pc:docMk/>
            <pc:sldMasterMk cId="1643480894" sldId="2147483676"/>
            <pc:sldLayoutMk cId="3212369185" sldId="2147484126"/>
          </pc:sldLayoutMkLst>
        </pc:sldLayoutChg>
        <pc:sldLayoutChg chg="add replId">
          <pc:chgData name="Dolores Hernandez" userId="S::dolores.hernandez@axialent.com::e073fdaa-5788-47fa-8437-3f036ac6bf7b" providerId="AD" clId="Web-{C3A6F007-B3D1-DED4-9384-C67D9D1EF4AF}" dt="2025-10-29T16:59:35.165" v="41"/>
          <pc:sldLayoutMkLst>
            <pc:docMk/>
            <pc:sldMasterMk cId="1643480894" sldId="2147483676"/>
            <pc:sldLayoutMk cId="2955122973" sldId="2147484127"/>
          </pc:sldLayoutMkLst>
        </pc:sldLayoutChg>
        <pc:sldLayoutChg chg="add replId">
          <pc:chgData name="Dolores Hernandez" userId="S::dolores.hernandez@axialent.com::e073fdaa-5788-47fa-8437-3f036ac6bf7b" providerId="AD" clId="Web-{C3A6F007-B3D1-DED4-9384-C67D9D1EF4AF}" dt="2025-10-29T16:59:35.165" v="41"/>
          <pc:sldLayoutMkLst>
            <pc:docMk/>
            <pc:sldMasterMk cId="1643480894" sldId="2147483676"/>
            <pc:sldLayoutMk cId="3900130553" sldId="2147484128"/>
          </pc:sldLayoutMkLst>
        </pc:sldLayoutChg>
        <pc:sldLayoutChg chg="add replId">
          <pc:chgData name="Dolores Hernandez" userId="S::dolores.hernandez@axialent.com::e073fdaa-5788-47fa-8437-3f036ac6bf7b" providerId="AD" clId="Web-{C3A6F007-B3D1-DED4-9384-C67D9D1EF4AF}" dt="2025-10-29T16:59:35.165" v="41"/>
          <pc:sldLayoutMkLst>
            <pc:docMk/>
            <pc:sldMasterMk cId="1643480894" sldId="2147483676"/>
            <pc:sldLayoutMk cId="3899845045" sldId="2147484129"/>
          </pc:sldLayoutMkLst>
        </pc:sldLayoutChg>
      </pc:sldMasterChg>
      <pc:sldMasterChg chg="add addSldLayout">
        <pc:chgData name="Dolores Hernandez" userId="S::dolores.hernandez@axialent.com::e073fdaa-5788-47fa-8437-3f036ac6bf7b" providerId="AD" clId="Web-{C3A6F007-B3D1-DED4-9384-C67D9D1EF4AF}" dt="2025-10-29T16:37:26.385" v="34"/>
        <pc:sldMasterMkLst>
          <pc:docMk/>
          <pc:sldMasterMk cId="619307338" sldId="2147483832"/>
        </pc:sldMasterMkLst>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537143976" sldId="2147483833"/>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4107908803" sldId="2147483834"/>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422076640" sldId="2147483835"/>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4060777432" sldId="2147483836"/>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486779137" sldId="2147483837"/>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902129849" sldId="2147483838"/>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104440508" sldId="2147483839"/>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598491930" sldId="2147483840"/>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870308166" sldId="2147483841"/>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087059483" sldId="2147483842"/>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57187929" sldId="2147483843"/>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614683777" sldId="2147483844"/>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54422028" sldId="2147483845"/>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896061135" sldId="2147483846"/>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056734382" sldId="2147483847"/>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462972988" sldId="2147483848"/>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016628766" sldId="2147483849"/>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403480928" sldId="2147483850"/>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771100128" sldId="2147483851"/>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664106272" sldId="2147483852"/>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920529923" sldId="2147483853"/>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67344904" sldId="2147483854"/>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4035233148" sldId="2147483855"/>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763701318" sldId="2147483856"/>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436331691" sldId="2147483857"/>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022728803" sldId="2147483858"/>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575073087" sldId="2147483859"/>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945200700" sldId="2147483860"/>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751955155" sldId="2147483861"/>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53575724" sldId="2147483862"/>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563157054" sldId="2147483863"/>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225918495" sldId="2147483864"/>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643406853" sldId="2147483865"/>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622429838" sldId="2147483866"/>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208060844" sldId="2147483867"/>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452034436" sldId="2147483868"/>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4275604625" sldId="2147483869"/>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457776679" sldId="2147483870"/>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101399884" sldId="2147483871"/>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620065303" sldId="2147483872"/>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014165528" sldId="2147483873"/>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025806192" sldId="2147483874"/>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491535623" sldId="2147483875"/>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762995607" sldId="2147483876"/>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942460401" sldId="2147483877"/>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802899158" sldId="2147483878"/>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840545403" sldId="2147483879"/>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679342507" sldId="2147483880"/>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46978354" sldId="2147483881"/>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820722514" sldId="2147483882"/>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573233240" sldId="2147483883"/>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511029288" sldId="2147483884"/>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259932423" sldId="2147483885"/>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2347614692" sldId="2147483886"/>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670188552" sldId="2147483887"/>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046023797" sldId="2147483888"/>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721385180" sldId="2147483889"/>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631194944" sldId="2147483890"/>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3845807349" sldId="2147483891"/>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442546455" sldId="2147483892"/>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600419483" sldId="2147483893"/>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458801808" sldId="2147483894"/>
          </pc:sldLayoutMkLst>
        </pc:sldLayoutChg>
        <pc:sldLayoutChg chg="add">
          <pc:chgData name="Dolores Hernandez" userId="S::dolores.hernandez@axialent.com::e073fdaa-5788-47fa-8437-3f036ac6bf7b" providerId="AD" clId="Web-{C3A6F007-B3D1-DED4-9384-C67D9D1EF4AF}" dt="2025-10-29T16:36:02.103" v="14"/>
          <pc:sldLayoutMkLst>
            <pc:docMk/>
            <pc:sldMasterMk cId="619307338" sldId="2147483832"/>
            <pc:sldLayoutMk cId="1928213238" sldId="2147483895"/>
          </pc:sldLayoutMkLst>
        </pc:sldLayoutChg>
        <pc:sldLayoutChg chg="add">
          <pc:chgData name="Dolores Hernandez" userId="S::dolores.hernandez@axialent.com::e073fdaa-5788-47fa-8437-3f036ac6bf7b" providerId="AD" clId="Web-{C3A6F007-B3D1-DED4-9384-C67D9D1EF4AF}" dt="2025-10-29T16:37:26.385" v="34"/>
          <pc:sldLayoutMkLst>
            <pc:docMk/>
            <pc:sldMasterMk cId="619307338" sldId="2147483832"/>
            <pc:sldLayoutMk cId="383141909" sldId="2147483896"/>
          </pc:sldLayoutMkLst>
        </pc:sldLayoutChg>
      </pc:sldMasterChg>
      <pc:sldMasterChg chg="add addSldLayout">
        <pc:chgData name="Dolores Hernandez" userId="S::dolores.hernandez@axialent.com::e073fdaa-5788-47fa-8437-3f036ac6bf7b" providerId="AD" clId="Web-{C3A6F007-B3D1-DED4-9384-C67D9D1EF4AF}" dt="2025-10-29T16:36:02.666" v="16"/>
        <pc:sldMasterMkLst>
          <pc:docMk/>
          <pc:sldMasterMk cId="4046006319" sldId="2147484107"/>
        </pc:sldMasterMkLst>
        <pc:sldLayoutChg chg="add">
          <pc:chgData name="Dolores Hernandez" userId="S::dolores.hernandez@axialent.com::e073fdaa-5788-47fa-8437-3f036ac6bf7b" providerId="AD" clId="Web-{C3A6F007-B3D1-DED4-9384-C67D9D1EF4AF}" dt="2025-10-29T16:36:02.666" v="16"/>
          <pc:sldLayoutMkLst>
            <pc:docMk/>
            <pc:sldMasterMk cId="4046006319" sldId="2147484107"/>
            <pc:sldLayoutMk cId="3018528672" sldId="2147484108"/>
          </pc:sldLayoutMkLst>
        </pc:sldLayoutChg>
        <pc:sldLayoutChg chg="add">
          <pc:chgData name="Dolores Hernandez" userId="S::dolores.hernandez@axialent.com::e073fdaa-5788-47fa-8437-3f036ac6bf7b" providerId="AD" clId="Web-{C3A6F007-B3D1-DED4-9384-C67D9D1EF4AF}" dt="2025-10-29T16:36:02.666" v="16"/>
          <pc:sldLayoutMkLst>
            <pc:docMk/>
            <pc:sldMasterMk cId="4046006319" sldId="2147484107"/>
            <pc:sldLayoutMk cId="4100862250" sldId="2147484109"/>
          </pc:sldLayoutMkLst>
        </pc:sldLayoutChg>
        <pc:sldLayoutChg chg="add">
          <pc:chgData name="Dolores Hernandez" userId="S::dolores.hernandez@axialent.com::e073fdaa-5788-47fa-8437-3f036ac6bf7b" providerId="AD" clId="Web-{C3A6F007-B3D1-DED4-9384-C67D9D1EF4AF}" dt="2025-10-29T16:36:02.666" v="16"/>
          <pc:sldLayoutMkLst>
            <pc:docMk/>
            <pc:sldMasterMk cId="4046006319" sldId="2147484107"/>
            <pc:sldLayoutMk cId="3498911406" sldId="2147484110"/>
          </pc:sldLayoutMkLst>
        </pc:sldLayoutChg>
        <pc:sldLayoutChg chg="add">
          <pc:chgData name="Dolores Hernandez" userId="S::dolores.hernandez@axialent.com::e073fdaa-5788-47fa-8437-3f036ac6bf7b" providerId="AD" clId="Web-{C3A6F007-B3D1-DED4-9384-C67D9D1EF4AF}" dt="2025-10-29T16:36:02.666" v="16"/>
          <pc:sldLayoutMkLst>
            <pc:docMk/>
            <pc:sldMasterMk cId="4046006319" sldId="2147484107"/>
            <pc:sldLayoutMk cId="1169925757" sldId="2147484111"/>
          </pc:sldLayoutMkLst>
        </pc:sldLayoutChg>
        <pc:sldLayoutChg chg="add">
          <pc:chgData name="Dolores Hernandez" userId="S::dolores.hernandez@axialent.com::e073fdaa-5788-47fa-8437-3f036ac6bf7b" providerId="AD" clId="Web-{C3A6F007-B3D1-DED4-9384-C67D9D1EF4AF}" dt="2025-10-29T16:36:02.666" v="16"/>
          <pc:sldLayoutMkLst>
            <pc:docMk/>
            <pc:sldMasterMk cId="4046006319" sldId="2147484107"/>
            <pc:sldLayoutMk cId="4283620513" sldId="2147484112"/>
          </pc:sldLayoutMkLst>
        </pc:sldLayoutChg>
        <pc:sldLayoutChg chg="add">
          <pc:chgData name="Dolores Hernandez" userId="S::dolores.hernandez@axialent.com::e073fdaa-5788-47fa-8437-3f036ac6bf7b" providerId="AD" clId="Web-{C3A6F007-B3D1-DED4-9384-C67D9D1EF4AF}" dt="2025-10-29T16:36:02.666" v="16"/>
          <pc:sldLayoutMkLst>
            <pc:docMk/>
            <pc:sldMasterMk cId="4046006319" sldId="2147484107"/>
            <pc:sldLayoutMk cId="3264335016" sldId="2147484113"/>
          </pc:sldLayoutMkLst>
        </pc:sldLayoutChg>
        <pc:sldLayoutChg chg="add">
          <pc:chgData name="Dolores Hernandez" userId="S::dolores.hernandez@axialent.com::e073fdaa-5788-47fa-8437-3f036ac6bf7b" providerId="AD" clId="Web-{C3A6F007-B3D1-DED4-9384-C67D9D1EF4AF}" dt="2025-10-29T16:36:02.666" v="16"/>
          <pc:sldLayoutMkLst>
            <pc:docMk/>
            <pc:sldMasterMk cId="4046006319" sldId="2147484107"/>
            <pc:sldLayoutMk cId="2447104515" sldId="2147484114"/>
          </pc:sldLayoutMkLst>
        </pc:sldLayoutChg>
        <pc:sldLayoutChg chg="add">
          <pc:chgData name="Dolores Hernandez" userId="S::dolores.hernandez@axialent.com::e073fdaa-5788-47fa-8437-3f036ac6bf7b" providerId="AD" clId="Web-{C3A6F007-B3D1-DED4-9384-C67D9D1EF4AF}" dt="2025-10-29T16:36:02.666" v="16"/>
          <pc:sldLayoutMkLst>
            <pc:docMk/>
            <pc:sldMasterMk cId="4046006319" sldId="2147484107"/>
            <pc:sldLayoutMk cId="1429190259" sldId="2147484115"/>
          </pc:sldLayoutMkLst>
        </pc:sldLayoutChg>
        <pc:sldLayoutChg chg="add">
          <pc:chgData name="Dolores Hernandez" userId="S::dolores.hernandez@axialent.com::e073fdaa-5788-47fa-8437-3f036ac6bf7b" providerId="AD" clId="Web-{C3A6F007-B3D1-DED4-9384-C67D9D1EF4AF}" dt="2025-10-29T16:36:02.666" v="16"/>
          <pc:sldLayoutMkLst>
            <pc:docMk/>
            <pc:sldMasterMk cId="4046006319" sldId="2147484107"/>
            <pc:sldLayoutMk cId="2274715213" sldId="2147484116"/>
          </pc:sldLayoutMkLst>
        </pc:sldLayoutChg>
        <pc:sldLayoutChg chg="add">
          <pc:chgData name="Dolores Hernandez" userId="S::dolores.hernandez@axialent.com::e073fdaa-5788-47fa-8437-3f036ac6bf7b" providerId="AD" clId="Web-{C3A6F007-B3D1-DED4-9384-C67D9D1EF4AF}" dt="2025-10-29T16:36:02.666" v="16"/>
          <pc:sldLayoutMkLst>
            <pc:docMk/>
            <pc:sldMasterMk cId="4046006319" sldId="2147484107"/>
            <pc:sldLayoutMk cId="4085829495" sldId="2147484117"/>
          </pc:sldLayoutMkLst>
        </pc:sldLayoutChg>
        <pc:sldLayoutChg chg="add">
          <pc:chgData name="Dolores Hernandez" userId="S::dolores.hernandez@axialent.com::e073fdaa-5788-47fa-8437-3f036ac6bf7b" providerId="AD" clId="Web-{C3A6F007-B3D1-DED4-9384-C67D9D1EF4AF}" dt="2025-10-29T16:36:02.666" v="16"/>
          <pc:sldLayoutMkLst>
            <pc:docMk/>
            <pc:sldMasterMk cId="4046006319" sldId="2147484107"/>
            <pc:sldLayoutMk cId="2976942059" sldId="2147484118"/>
          </pc:sldLayoutMkLst>
        </pc:sldLayoutChg>
      </pc:sldMasterChg>
      <pc:sldMasterChg chg="addSldLayout">
        <pc:chgData name="Dolores Hernandez" userId="S::dolores.hernandez@axialent.com::e073fdaa-5788-47fa-8437-3f036ac6bf7b" providerId="AD" clId="Web-{C3A6F007-B3D1-DED4-9384-C67D9D1EF4AF}" dt="2025-10-29T17:27:57.993" v="46"/>
        <pc:sldMasterMkLst>
          <pc:docMk/>
          <pc:sldMasterMk cId="3117409042" sldId="2147484130"/>
        </pc:sldMasterMkLst>
        <pc:sldLayoutChg chg="add">
          <pc:chgData name="Dolores Hernandez" userId="S::dolores.hernandez@axialent.com::e073fdaa-5788-47fa-8437-3f036ac6bf7b" providerId="AD" clId="Web-{C3A6F007-B3D1-DED4-9384-C67D9D1EF4AF}" dt="2025-10-29T17:27:57.993" v="46"/>
          <pc:sldLayoutMkLst>
            <pc:docMk/>
            <pc:sldMasterMk cId="3117409042" sldId="2147484130"/>
            <pc:sldLayoutMk cId="1728197606" sldId="2147484144"/>
          </pc:sldLayoutMkLst>
        </pc:sldLayoutChg>
      </pc:sldMasterChg>
    </pc:docChg>
  </pc:docChgLst>
  <pc:docChgLst>
    <pc:chgData name="Dolores Hernandez" userId="e073fdaa-5788-47fa-8437-3f036ac6bf7b" providerId="ADAL" clId="{18AC51B4-12FD-4BEA-860F-5674B599C8D9}"/>
    <pc:docChg chg="addSld delSld modSld sldOrd delMainMaster">
      <pc:chgData name="Dolores Hernandez" userId="e073fdaa-5788-47fa-8437-3f036ac6bf7b" providerId="ADAL" clId="{18AC51B4-12FD-4BEA-860F-5674B599C8D9}" dt="2025-10-29T17:16:44.376" v="31"/>
      <pc:docMkLst>
        <pc:docMk/>
      </pc:docMkLst>
      <pc:sldChg chg="modSp mod">
        <pc:chgData name="Dolores Hernandez" userId="e073fdaa-5788-47fa-8437-3f036ac6bf7b" providerId="ADAL" clId="{18AC51B4-12FD-4BEA-860F-5674B599C8D9}" dt="2025-10-29T16:57:00.476" v="5" actId="20577"/>
        <pc:sldMkLst>
          <pc:docMk/>
          <pc:sldMk cId="2406273178" sldId="256"/>
        </pc:sldMkLst>
        <pc:spChg chg="mod">
          <ac:chgData name="Dolores Hernandez" userId="e073fdaa-5788-47fa-8437-3f036ac6bf7b" providerId="ADAL" clId="{18AC51B4-12FD-4BEA-860F-5674B599C8D9}" dt="2025-10-29T16:57:00.476" v="5" actId="20577"/>
          <ac:spMkLst>
            <pc:docMk/>
            <pc:sldMk cId="2406273178" sldId="256"/>
            <ac:spMk id="2" creationId="{00000000-0000-0000-0000-000000000000}"/>
          </ac:spMkLst>
        </pc:spChg>
      </pc:sldChg>
      <pc:sldChg chg="add">
        <pc:chgData name="Dolores Hernandez" userId="e073fdaa-5788-47fa-8437-3f036ac6bf7b" providerId="ADAL" clId="{18AC51B4-12FD-4BEA-860F-5674B599C8D9}" dt="2025-10-29T17:14:21.016" v="23"/>
        <pc:sldMkLst>
          <pc:docMk/>
          <pc:sldMk cId="893897677" sldId="265"/>
        </pc:sldMkLst>
      </pc:sldChg>
      <pc:sldChg chg="add">
        <pc:chgData name="Dolores Hernandez" userId="e073fdaa-5788-47fa-8437-3f036ac6bf7b" providerId="ADAL" clId="{18AC51B4-12FD-4BEA-860F-5674B599C8D9}" dt="2025-10-29T17:14:42.347" v="25"/>
        <pc:sldMkLst>
          <pc:docMk/>
          <pc:sldMk cId="1513067660" sldId="269"/>
        </pc:sldMkLst>
      </pc:sldChg>
      <pc:sldChg chg="add del">
        <pc:chgData name="Dolores Hernandez" userId="e073fdaa-5788-47fa-8437-3f036ac6bf7b" providerId="ADAL" clId="{18AC51B4-12FD-4BEA-860F-5674B599C8D9}" dt="2025-10-29T17:15:26.803" v="28"/>
        <pc:sldMkLst>
          <pc:docMk/>
          <pc:sldMk cId="4145043196" sldId="271"/>
        </pc:sldMkLst>
      </pc:sldChg>
      <pc:sldChg chg="add del ord">
        <pc:chgData name="Dolores Hernandez" userId="e073fdaa-5788-47fa-8437-3f036ac6bf7b" providerId="ADAL" clId="{18AC51B4-12FD-4BEA-860F-5674B599C8D9}" dt="2025-10-29T17:12:39.550" v="18"/>
        <pc:sldMkLst>
          <pc:docMk/>
          <pc:sldMk cId="1148772534" sldId="318"/>
        </pc:sldMkLst>
      </pc:sldChg>
      <pc:sldChg chg="add del">
        <pc:chgData name="Dolores Hernandez" userId="e073fdaa-5788-47fa-8437-3f036ac6bf7b" providerId="ADAL" clId="{18AC51B4-12FD-4BEA-860F-5674B599C8D9}" dt="2025-10-29T17:11:43.644" v="13"/>
        <pc:sldMkLst>
          <pc:docMk/>
          <pc:sldMk cId="3844528358" sldId="323"/>
        </pc:sldMkLst>
      </pc:sldChg>
      <pc:sldChg chg="add del">
        <pc:chgData name="Dolores Hernandez" userId="e073fdaa-5788-47fa-8437-3f036ac6bf7b" providerId="ADAL" clId="{18AC51B4-12FD-4BEA-860F-5674B599C8D9}" dt="2025-10-29T17:12:27.016" v="16"/>
        <pc:sldMkLst>
          <pc:docMk/>
          <pc:sldMk cId="341851775" sldId="330"/>
        </pc:sldMkLst>
      </pc:sldChg>
      <pc:sldChg chg="add del">
        <pc:chgData name="Dolores Hernandez" userId="e073fdaa-5788-47fa-8437-3f036ac6bf7b" providerId="ADAL" clId="{18AC51B4-12FD-4BEA-860F-5674B599C8D9}" dt="2025-10-29T17:12:27.016" v="16"/>
        <pc:sldMkLst>
          <pc:docMk/>
          <pc:sldMk cId="4220084814" sldId="351"/>
        </pc:sldMkLst>
      </pc:sldChg>
      <pc:sldChg chg="add del">
        <pc:chgData name="Dolores Hernandez" userId="e073fdaa-5788-47fa-8437-3f036ac6bf7b" providerId="ADAL" clId="{18AC51B4-12FD-4BEA-860F-5674B599C8D9}" dt="2025-10-29T17:12:27.016" v="16"/>
        <pc:sldMkLst>
          <pc:docMk/>
          <pc:sldMk cId="3375997960" sldId="358"/>
        </pc:sldMkLst>
      </pc:sldChg>
      <pc:sldChg chg="ord">
        <pc:chgData name="Dolores Hernandez" userId="e073fdaa-5788-47fa-8437-3f036ac6bf7b" providerId="ADAL" clId="{18AC51B4-12FD-4BEA-860F-5674B599C8D9}" dt="2025-10-29T17:13:04.636" v="22"/>
        <pc:sldMkLst>
          <pc:docMk/>
          <pc:sldMk cId="682236288" sldId="369"/>
        </pc:sldMkLst>
      </pc:sldChg>
      <pc:sldChg chg="add del">
        <pc:chgData name="Dolores Hernandez" userId="e073fdaa-5788-47fa-8437-3f036ac6bf7b" providerId="ADAL" clId="{18AC51B4-12FD-4BEA-860F-5674B599C8D9}" dt="2025-10-29T17:16:44.376" v="31"/>
        <pc:sldMkLst>
          <pc:docMk/>
          <pc:sldMk cId="3969722011" sldId="373"/>
        </pc:sldMkLst>
      </pc:sldChg>
      <pc:sldChg chg="add del">
        <pc:chgData name="Dolores Hernandez" userId="e073fdaa-5788-47fa-8437-3f036ac6bf7b" providerId="ADAL" clId="{18AC51B4-12FD-4BEA-860F-5674B599C8D9}" dt="2025-10-29T17:16:44.376" v="31"/>
        <pc:sldMkLst>
          <pc:docMk/>
          <pc:sldMk cId="1943882952" sldId="374"/>
        </pc:sldMkLst>
      </pc:sldChg>
      <pc:sldChg chg="add">
        <pc:chgData name="Dolores Hernandez" userId="e073fdaa-5788-47fa-8437-3f036ac6bf7b" providerId="ADAL" clId="{18AC51B4-12FD-4BEA-860F-5674B599C8D9}" dt="2025-10-29T17:07:29.969" v="6"/>
        <pc:sldMkLst>
          <pc:docMk/>
          <pc:sldMk cId="1928784172" sldId="2587"/>
        </pc:sldMkLst>
      </pc:sldChg>
      <pc:sldChg chg="add del">
        <pc:chgData name="Dolores Hernandez" userId="e073fdaa-5788-47fa-8437-3f036ac6bf7b" providerId="ADAL" clId="{18AC51B4-12FD-4BEA-860F-5674B599C8D9}" dt="2025-10-29T17:11:43.644" v="13"/>
        <pc:sldMkLst>
          <pc:docMk/>
          <pc:sldMk cId="2116481572" sldId="2588"/>
        </pc:sldMkLst>
      </pc:sldChg>
      <pc:sldChg chg="add">
        <pc:chgData name="Dolores Hernandez" userId="e073fdaa-5788-47fa-8437-3f036ac6bf7b" providerId="ADAL" clId="{18AC51B4-12FD-4BEA-860F-5674B599C8D9}" dt="2025-10-29T17:14:33.217" v="24"/>
        <pc:sldMkLst>
          <pc:docMk/>
          <pc:sldMk cId="3685352413" sldId="2589"/>
        </pc:sldMkLst>
      </pc:sldChg>
    </pc:docChg>
  </pc:docChgLst>
  <pc:docChgLst>
    <pc:chgData name="Ruy Cervantes" userId="d64ebad2-2667-4895-b951-d01a0c59f25e" providerId="ADAL" clId="{8984CBDB-208A-509C-A6A7-B828C8CFE6F0}"/>
    <pc:docChg chg="custSel addSld modSld">
      <pc:chgData name="Ruy Cervantes" userId="d64ebad2-2667-4895-b951-d01a0c59f25e" providerId="ADAL" clId="{8984CBDB-208A-509C-A6A7-B828C8CFE6F0}" dt="2025-11-13T18:50:45.037" v="27" actId="20577"/>
      <pc:docMkLst>
        <pc:docMk/>
      </pc:docMkLst>
      <pc:sldChg chg="modSp mod modClrScheme chgLayout">
        <pc:chgData name="Ruy Cervantes" userId="d64ebad2-2667-4895-b951-d01a0c59f25e" providerId="ADAL" clId="{8984CBDB-208A-509C-A6A7-B828C8CFE6F0}" dt="2025-11-13T00:40:27.535" v="1" actId="700"/>
        <pc:sldMkLst>
          <pc:docMk/>
          <pc:sldMk cId="1682825760" sldId="267"/>
        </pc:sldMkLst>
        <pc:spChg chg="mod ord">
          <ac:chgData name="Ruy Cervantes" userId="d64ebad2-2667-4895-b951-d01a0c59f25e" providerId="ADAL" clId="{8984CBDB-208A-509C-A6A7-B828C8CFE6F0}" dt="2025-11-13T00:40:27.535" v="1" actId="700"/>
          <ac:spMkLst>
            <pc:docMk/>
            <pc:sldMk cId="1682825760" sldId="267"/>
            <ac:spMk id="11266" creationId="{00000000-0000-0000-0000-000000000000}"/>
          </ac:spMkLst>
        </pc:spChg>
      </pc:sldChg>
      <pc:sldChg chg="addSp delSp modSp mod">
        <pc:chgData name="Ruy Cervantes" userId="d64ebad2-2667-4895-b951-d01a0c59f25e" providerId="ADAL" clId="{8984CBDB-208A-509C-A6A7-B828C8CFE6F0}" dt="2025-11-13T00:42:29.223" v="7" actId="1076"/>
        <pc:sldMkLst>
          <pc:docMk/>
          <pc:sldMk cId="3643020933" sldId="370"/>
        </pc:sldMkLst>
        <pc:spChg chg="add del mod">
          <ac:chgData name="Ruy Cervantes" userId="d64ebad2-2667-4895-b951-d01a0c59f25e" providerId="ADAL" clId="{8984CBDB-208A-509C-A6A7-B828C8CFE6F0}" dt="2025-11-13T00:42:06.740" v="6"/>
          <ac:spMkLst>
            <pc:docMk/>
            <pc:sldMk cId="3643020933" sldId="370"/>
            <ac:spMk id="3" creationId="{E71EDB44-70A6-2C5F-A935-3C42B8658BCC}"/>
          </ac:spMkLst>
        </pc:spChg>
        <pc:spChg chg="mod">
          <ac:chgData name="Ruy Cervantes" userId="d64ebad2-2667-4895-b951-d01a0c59f25e" providerId="ADAL" clId="{8984CBDB-208A-509C-A6A7-B828C8CFE6F0}" dt="2025-11-13T00:42:00.456" v="3" actId="1076"/>
          <ac:spMkLst>
            <pc:docMk/>
            <pc:sldMk cId="3643020933" sldId="370"/>
            <ac:spMk id="16" creationId="{00000000-0000-0000-0000-000000000000}"/>
          </ac:spMkLst>
        </pc:spChg>
        <pc:spChg chg="mod">
          <ac:chgData name="Ruy Cervantes" userId="d64ebad2-2667-4895-b951-d01a0c59f25e" providerId="ADAL" clId="{8984CBDB-208A-509C-A6A7-B828C8CFE6F0}" dt="2025-11-13T00:42:29.223" v="7" actId="1076"/>
          <ac:spMkLst>
            <pc:docMk/>
            <pc:sldMk cId="3643020933" sldId="370"/>
            <ac:spMk id="20" creationId="{00000000-0000-0000-0000-000000000000}"/>
          </ac:spMkLst>
        </pc:spChg>
        <pc:spChg chg="mod">
          <ac:chgData name="Ruy Cervantes" userId="d64ebad2-2667-4895-b951-d01a0c59f25e" providerId="ADAL" clId="{8984CBDB-208A-509C-A6A7-B828C8CFE6F0}" dt="2025-11-13T00:42:29.223" v="7" actId="1076"/>
          <ac:spMkLst>
            <pc:docMk/>
            <pc:sldMk cId="3643020933" sldId="370"/>
            <ac:spMk id="29" creationId="{00000000-0000-0000-0000-000000000000}"/>
          </ac:spMkLst>
        </pc:spChg>
      </pc:sldChg>
      <pc:sldChg chg="modSp mod">
        <pc:chgData name="Ruy Cervantes" userId="d64ebad2-2667-4895-b951-d01a0c59f25e" providerId="ADAL" clId="{8984CBDB-208A-509C-A6A7-B828C8CFE6F0}" dt="2025-11-12T19:57:48.782" v="0" actId="15"/>
        <pc:sldMkLst>
          <pc:docMk/>
          <pc:sldMk cId="945210667" sldId="1287"/>
        </pc:sldMkLst>
        <pc:spChg chg="mod">
          <ac:chgData name="Ruy Cervantes" userId="d64ebad2-2667-4895-b951-d01a0c59f25e" providerId="ADAL" clId="{8984CBDB-208A-509C-A6A7-B828C8CFE6F0}" dt="2025-11-12T19:57:48.782" v="0" actId="15"/>
          <ac:spMkLst>
            <pc:docMk/>
            <pc:sldMk cId="945210667" sldId="1287"/>
            <ac:spMk id="7" creationId="{00000000-0000-0000-0000-000000000000}"/>
          </ac:spMkLst>
        </pc:spChg>
      </pc:sldChg>
      <pc:sldChg chg="modSp add mod">
        <pc:chgData name="Ruy Cervantes" userId="d64ebad2-2667-4895-b951-d01a0c59f25e" providerId="ADAL" clId="{8984CBDB-208A-509C-A6A7-B828C8CFE6F0}" dt="2025-11-13T18:50:45.037" v="27" actId="20577"/>
        <pc:sldMkLst>
          <pc:docMk/>
          <pc:sldMk cId="43896392" sldId="2134807247"/>
        </pc:sldMkLst>
        <pc:graphicFrameChg chg="modGraphic">
          <ac:chgData name="Ruy Cervantes" userId="d64ebad2-2667-4895-b951-d01a0c59f25e" providerId="ADAL" clId="{8984CBDB-208A-509C-A6A7-B828C8CFE6F0}" dt="2025-11-13T18:50:45.037" v="27" actId="20577"/>
          <ac:graphicFrameMkLst>
            <pc:docMk/>
            <pc:sldMk cId="43896392" sldId="2134807247"/>
            <ac:graphicFrameMk id="97" creationId="{C73957B4-91DB-25A6-86E9-B419343C90A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44ED93-03C5-4E03-959C-FDF32CB637E2}" type="datetimeFigureOut">
              <a:t>11/12/25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F15F9A-D780-4EF5-9FB0-40EBB8683921}" type="slidenum">
              <a:t>‹#›</a:t>
            </a:fld>
            <a:endParaRPr lang="es-ES"/>
          </a:p>
        </p:txBody>
      </p:sp>
    </p:spTree>
    <p:extLst>
      <p:ext uri="{BB962C8B-B14F-4D97-AF65-F5344CB8AC3E}">
        <p14:creationId xmlns:p14="http://schemas.microsoft.com/office/powerpoint/2010/main" val="3775415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1 Marcador de imagen de diapositiva"/>
          <p:cNvSpPr>
            <a:spLocks noGrp="1" noRot="1" noChangeAspect="1" noTextEdit="1"/>
          </p:cNvSpPr>
          <p:nvPr>
            <p:ph type="sldImg"/>
          </p:nvPr>
        </p:nvSpPr>
        <p:spPr>
          <a:ln/>
        </p:spPr>
      </p:sp>
      <p:sp>
        <p:nvSpPr>
          <p:cNvPr id="89091"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n-US">
              <a:latin typeface="Arial" pitchFamily="34" charset="0"/>
              <a:cs typeface="Arial" pitchFamily="34" charset="0"/>
            </a:endParaRPr>
          </a:p>
        </p:txBody>
      </p:sp>
      <p:sp>
        <p:nvSpPr>
          <p:cNvPr id="89092"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85">
              <a:defRPr b="1">
                <a:solidFill>
                  <a:schemeClr val="tx1"/>
                </a:solidFill>
                <a:latin typeface="Arial" pitchFamily="34" charset="0"/>
                <a:cs typeface="Arial" pitchFamily="34" charset="0"/>
              </a:defRPr>
            </a:lvl1pPr>
            <a:lvl2pPr marL="702756" indent="-270291" defTabSz="914485">
              <a:defRPr b="1">
                <a:solidFill>
                  <a:schemeClr val="tx1"/>
                </a:solidFill>
                <a:latin typeface="Arial" pitchFamily="34" charset="0"/>
                <a:cs typeface="Arial" pitchFamily="34" charset="0"/>
              </a:defRPr>
            </a:lvl2pPr>
            <a:lvl3pPr marL="1081164" indent="-216233" defTabSz="914485">
              <a:defRPr b="1">
                <a:solidFill>
                  <a:schemeClr val="tx1"/>
                </a:solidFill>
                <a:latin typeface="Arial" pitchFamily="34" charset="0"/>
                <a:cs typeface="Arial" pitchFamily="34" charset="0"/>
              </a:defRPr>
            </a:lvl3pPr>
            <a:lvl4pPr marL="1513629" indent="-216233" defTabSz="914485">
              <a:defRPr b="1">
                <a:solidFill>
                  <a:schemeClr val="tx1"/>
                </a:solidFill>
                <a:latin typeface="Arial" pitchFamily="34" charset="0"/>
                <a:cs typeface="Arial" pitchFamily="34" charset="0"/>
              </a:defRPr>
            </a:lvl4pPr>
            <a:lvl5pPr marL="1946095" indent="-216233" defTabSz="914485">
              <a:defRPr b="1">
                <a:solidFill>
                  <a:schemeClr val="tx1"/>
                </a:solidFill>
                <a:latin typeface="Arial" pitchFamily="34" charset="0"/>
                <a:cs typeface="Arial" pitchFamily="34" charset="0"/>
              </a:defRPr>
            </a:lvl5pPr>
            <a:lvl6pPr marL="2378560" indent="-216233" defTabSz="914485" eaLnBrk="0" fontAlgn="base" hangingPunct="0">
              <a:spcBef>
                <a:spcPct val="50000"/>
              </a:spcBef>
              <a:spcAft>
                <a:spcPct val="0"/>
              </a:spcAft>
              <a:defRPr b="1">
                <a:solidFill>
                  <a:schemeClr val="tx1"/>
                </a:solidFill>
                <a:latin typeface="Arial" pitchFamily="34" charset="0"/>
                <a:cs typeface="Arial" pitchFamily="34" charset="0"/>
              </a:defRPr>
            </a:lvl6pPr>
            <a:lvl7pPr marL="2811026" indent="-216233" defTabSz="914485" eaLnBrk="0" fontAlgn="base" hangingPunct="0">
              <a:spcBef>
                <a:spcPct val="50000"/>
              </a:spcBef>
              <a:spcAft>
                <a:spcPct val="0"/>
              </a:spcAft>
              <a:defRPr b="1">
                <a:solidFill>
                  <a:schemeClr val="tx1"/>
                </a:solidFill>
                <a:latin typeface="Arial" pitchFamily="34" charset="0"/>
                <a:cs typeface="Arial" pitchFamily="34" charset="0"/>
              </a:defRPr>
            </a:lvl7pPr>
            <a:lvl8pPr marL="3243491" indent="-216233" defTabSz="914485" eaLnBrk="0" fontAlgn="base" hangingPunct="0">
              <a:spcBef>
                <a:spcPct val="50000"/>
              </a:spcBef>
              <a:spcAft>
                <a:spcPct val="0"/>
              </a:spcAft>
              <a:defRPr b="1">
                <a:solidFill>
                  <a:schemeClr val="tx1"/>
                </a:solidFill>
                <a:latin typeface="Arial" pitchFamily="34" charset="0"/>
                <a:cs typeface="Arial" pitchFamily="34" charset="0"/>
              </a:defRPr>
            </a:lvl8pPr>
            <a:lvl9pPr marL="3675957" indent="-216233" defTabSz="914485" eaLnBrk="0" fontAlgn="base" hangingPunct="0">
              <a:spcBef>
                <a:spcPct val="50000"/>
              </a:spcBef>
              <a:spcAft>
                <a:spcPct val="0"/>
              </a:spcAft>
              <a:defRPr b="1">
                <a:solidFill>
                  <a:schemeClr val="tx1"/>
                </a:solidFill>
                <a:latin typeface="Arial" pitchFamily="34" charset="0"/>
                <a:cs typeface="Arial" pitchFamily="34" charset="0"/>
              </a:defRPr>
            </a:lvl9pPr>
          </a:lstStyle>
          <a:p>
            <a:fld id="{F6A596BA-2792-440E-AF28-2CF429181070}" type="slidenum">
              <a:rPr lang="es-ES" altLang="en-US" b="0" smtClean="0"/>
              <a:pPr/>
              <a:t>3</a:t>
            </a:fld>
            <a:endParaRPr lang="es-ES" altLang="en-US" b="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D80C3F20-CD4F-0C43-8C95-A67B95F0272F}" type="slidenum">
              <a:rPr lang="en-US" smtClean="0"/>
              <a:pPr/>
              <a:t>4</a:t>
            </a:fld>
            <a:endParaRPr lang="en-US"/>
          </a:p>
        </p:txBody>
      </p:sp>
    </p:spTree>
    <p:extLst>
      <p:ext uri="{BB962C8B-B14F-4D97-AF65-F5344CB8AC3E}">
        <p14:creationId xmlns:p14="http://schemas.microsoft.com/office/powerpoint/2010/main" val="4242318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AR" err="1"/>
              <a:t>this</a:t>
            </a:r>
            <a:r>
              <a:rPr lang="es-AR" baseline="0"/>
              <a:t> </a:t>
            </a:r>
            <a:r>
              <a:rPr lang="es-AR" baseline="0" err="1"/>
              <a:t>is</a:t>
            </a:r>
            <a:r>
              <a:rPr lang="es-AR" baseline="0"/>
              <a:t> </a:t>
            </a:r>
            <a:r>
              <a:rPr lang="es-AR" baseline="0" err="1"/>
              <a:t>what</a:t>
            </a:r>
            <a:r>
              <a:rPr lang="es-AR" baseline="0"/>
              <a:t> </a:t>
            </a:r>
            <a:r>
              <a:rPr lang="es-AR" baseline="0" err="1"/>
              <a:t>currently</a:t>
            </a:r>
            <a:r>
              <a:rPr lang="es-AR" baseline="0"/>
              <a:t> </a:t>
            </a:r>
            <a:r>
              <a:rPr lang="es-AR" baseline="0" err="1"/>
              <a:t>appears</a:t>
            </a:r>
            <a:r>
              <a:rPr lang="es-AR" baseline="0"/>
              <a:t> </a:t>
            </a:r>
            <a:r>
              <a:rPr lang="es-AR" baseline="0" err="1"/>
              <a:t>on</a:t>
            </a:r>
            <a:r>
              <a:rPr lang="es-AR" baseline="0"/>
              <a:t> </a:t>
            </a:r>
            <a:r>
              <a:rPr lang="es-AR" baseline="0" err="1"/>
              <a:t>the</a:t>
            </a:r>
            <a:r>
              <a:rPr lang="es-AR" baseline="0"/>
              <a:t> </a:t>
            </a:r>
            <a:r>
              <a:rPr lang="es-AR" baseline="0" err="1"/>
              <a:t>website</a:t>
            </a:r>
            <a:endParaRPr lang="en-US"/>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B7B94F-99D1-4055-9AD4-7E7FEEBD6B5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6882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n-US"/>
              <a:t>https://hbr.org/2005/07/the-discipline-of-teams</a:t>
            </a:r>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B7B94F-99D1-4055-9AD4-7E7FEEBD6B5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03555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AR" err="1"/>
              <a:t>dont</a:t>
            </a:r>
            <a:r>
              <a:rPr lang="es-AR"/>
              <a:t> </a:t>
            </a:r>
            <a:r>
              <a:rPr lang="es-AR" err="1"/>
              <a:t>like</a:t>
            </a:r>
            <a:r>
              <a:rPr lang="es-AR"/>
              <a:t> </a:t>
            </a:r>
            <a:r>
              <a:rPr lang="es-AR" err="1"/>
              <a:t>this</a:t>
            </a:r>
            <a:r>
              <a:rPr lang="es-AR"/>
              <a:t> </a:t>
            </a:r>
            <a:r>
              <a:rPr lang="es-AR" err="1"/>
              <a:t>slide</a:t>
            </a:r>
            <a:r>
              <a:rPr lang="es-AR"/>
              <a:t> </a:t>
            </a:r>
            <a:r>
              <a:rPr lang="es-AR" err="1"/>
              <a:t>very</a:t>
            </a:r>
            <a:r>
              <a:rPr lang="es-AR"/>
              <a:t> </a:t>
            </a:r>
            <a:r>
              <a:rPr lang="es-AR" err="1"/>
              <a:t>much</a:t>
            </a:r>
            <a:r>
              <a:rPr lang="es-AR"/>
              <a:t> </a:t>
            </a:r>
            <a:r>
              <a:rPr lang="es-AR" err="1"/>
              <a:t>but</a:t>
            </a:r>
            <a:r>
              <a:rPr lang="es-AR"/>
              <a:t> </a:t>
            </a:r>
            <a:r>
              <a:rPr lang="es-AR" err="1"/>
              <a:t>helps</a:t>
            </a:r>
            <a:r>
              <a:rPr lang="es-AR"/>
              <a:t> </a:t>
            </a:r>
            <a:r>
              <a:rPr lang="es-AR" err="1"/>
              <a:t>make</a:t>
            </a:r>
            <a:r>
              <a:rPr lang="es-AR"/>
              <a:t> </a:t>
            </a:r>
            <a:r>
              <a:rPr lang="es-AR" err="1"/>
              <a:t>the</a:t>
            </a:r>
            <a:r>
              <a:rPr lang="es-AR"/>
              <a:t> </a:t>
            </a:r>
            <a:r>
              <a:rPr lang="es-AR" err="1"/>
              <a:t>point</a:t>
            </a:r>
            <a:r>
              <a:rPr lang="es-AR"/>
              <a:t> </a:t>
            </a:r>
            <a:r>
              <a:rPr lang="es-AR" err="1"/>
              <a:t>about</a:t>
            </a:r>
            <a:r>
              <a:rPr lang="es-AR"/>
              <a:t> </a:t>
            </a:r>
            <a:r>
              <a:rPr lang="es-AR" err="1"/>
              <a:t>choice</a:t>
            </a:r>
            <a:r>
              <a:rPr lang="es-AR"/>
              <a:t> of </a:t>
            </a:r>
            <a:r>
              <a:rPr lang="es-AR" err="1"/>
              <a:t>level</a:t>
            </a:r>
            <a:r>
              <a:rPr lang="es-AR"/>
              <a:t> of</a:t>
            </a:r>
            <a:r>
              <a:rPr lang="es-AR" baseline="0"/>
              <a:t> </a:t>
            </a:r>
            <a:r>
              <a:rPr lang="es-AR" baseline="0" err="1"/>
              <a:t>interdependency</a:t>
            </a:r>
            <a:endParaRPr lang="en-US"/>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B7B94F-99D1-4055-9AD4-7E7FEEBD6B5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01285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t>HANDOUT</a:t>
            </a:r>
            <a:r>
              <a:rPr lang="en-US" baseline="0"/>
              <a:t> VERSION</a:t>
            </a:r>
            <a:endParaRPr lang="en-US"/>
          </a:p>
        </p:txBody>
      </p:sp>
      <p:sp>
        <p:nvSpPr>
          <p:cNvPr id="4" name="Date Placeholder 3"/>
          <p:cNvSpPr>
            <a:spLocks noGrp="1"/>
          </p:cNvSpPr>
          <p:nvPr>
            <p:ph type="dt" idx="10"/>
          </p:nvPr>
        </p:nvSpPr>
        <p:spPr>
          <a:xfrm>
            <a:off x="4375594" y="8976859"/>
            <a:ext cx="1226297" cy="117249"/>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 xxx00.#####.ppt  </a:t>
            </a:r>
            <a:fld id="{89B0C8D4-492F-4494-A3E4-B40A1519D8EF}" type="datetime1">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11/12/25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 P.</a:t>
            </a:r>
            <a:fld id="{45CBEC7B-2127-4DB7-BA63-DFFEBFF3AD2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AR" err="1"/>
              <a:t>not</a:t>
            </a:r>
            <a:r>
              <a:rPr lang="es-AR"/>
              <a:t> in </a:t>
            </a:r>
            <a:r>
              <a:rPr lang="es-AR" err="1"/>
              <a:t>current</a:t>
            </a:r>
            <a:r>
              <a:rPr lang="es-AR"/>
              <a:t> </a:t>
            </a:r>
            <a:r>
              <a:rPr lang="es-AR" err="1"/>
              <a:t>Team</a:t>
            </a:r>
            <a:r>
              <a:rPr lang="es-AR" baseline="0"/>
              <a:t> </a:t>
            </a:r>
            <a:r>
              <a:rPr lang="es-AR" err="1"/>
              <a:t>deck</a:t>
            </a:r>
            <a:r>
              <a:rPr lang="es-AR"/>
              <a:t> – </a:t>
            </a:r>
            <a:r>
              <a:rPr lang="es-AR" err="1"/>
              <a:t>we</a:t>
            </a:r>
            <a:r>
              <a:rPr lang="es-AR"/>
              <a:t> </a:t>
            </a:r>
            <a:r>
              <a:rPr lang="es-AR" err="1"/>
              <a:t>have</a:t>
            </a:r>
            <a:r>
              <a:rPr lang="es-AR"/>
              <a:t> a </a:t>
            </a:r>
            <a:r>
              <a:rPr lang="es-AR" err="1"/>
              <a:t>slide</a:t>
            </a:r>
            <a:r>
              <a:rPr lang="es-AR"/>
              <a:t> </a:t>
            </a:r>
            <a:r>
              <a:rPr lang="es-AR" err="1"/>
              <a:t>that</a:t>
            </a:r>
            <a:r>
              <a:rPr lang="es-AR" baseline="0"/>
              <a:t> has </a:t>
            </a:r>
            <a:r>
              <a:rPr lang="es-AR" baseline="0" err="1"/>
              <a:t>the</a:t>
            </a:r>
            <a:r>
              <a:rPr lang="es-AR" baseline="0"/>
              <a:t> 4 </a:t>
            </a:r>
            <a:r>
              <a:rPr lang="es-AR" baseline="0" err="1"/>
              <a:t>quadrant</a:t>
            </a:r>
            <a:r>
              <a:rPr lang="es-AR" baseline="0"/>
              <a:t> </a:t>
            </a:r>
            <a:r>
              <a:rPr lang="es-AR" baseline="0" err="1"/>
              <a:t>model</a:t>
            </a:r>
            <a:r>
              <a:rPr lang="es-AR" baseline="0"/>
              <a:t> and </a:t>
            </a:r>
            <a:r>
              <a:rPr lang="es-AR" baseline="0" err="1"/>
              <a:t>the</a:t>
            </a:r>
            <a:r>
              <a:rPr lang="es-AR" baseline="0"/>
              <a:t> </a:t>
            </a:r>
            <a:r>
              <a:rPr lang="es-AR" baseline="0" err="1"/>
              <a:t>teaming</a:t>
            </a:r>
            <a:r>
              <a:rPr lang="es-AR" baseline="0"/>
              <a:t> </a:t>
            </a:r>
            <a:r>
              <a:rPr lang="es-AR" baseline="0" err="1"/>
              <a:t>model</a:t>
            </a:r>
            <a:r>
              <a:rPr lang="es-AR" baseline="0"/>
              <a:t>. </a:t>
            </a:r>
            <a:r>
              <a:rPr lang="es-AR" baseline="0" err="1"/>
              <a:t>Rihci</a:t>
            </a:r>
            <a:r>
              <a:rPr lang="es-AR" baseline="0"/>
              <a:t> and I </a:t>
            </a:r>
            <a:r>
              <a:rPr lang="es-AR" baseline="0" err="1"/>
              <a:t>had</a:t>
            </a:r>
            <a:r>
              <a:rPr lang="es-AR" baseline="0"/>
              <a:t> </a:t>
            </a:r>
            <a:r>
              <a:rPr lang="es-AR" baseline="0" err="1"/>
              <a:t>many</a:t>
            </a:r>
            <a:r>
              <a:rPr lang="es-AR" baseline="0"/>
              <a:t> </a:t>
            </a:r>
            <a:r>
              <a:rPr lang="es-AR" baseline="0" err="1"/>
              <a:t>conversations</a:t>
            </a:r>
            <a:r>
              <a:rPr lang="es-AR" baseline="0"/>
              <a:t> </a:t>
            </a:r>
            <a:r>
              <a:rPr lang="es-AR" baseline="0" err="1"/>
              <a:t>about</a:t>
            </a:r>
            <a:r>
              <a:rPr lang="es-AR" baseline="0"/>
              <a:t> </a:t>
            </a:r>
            <a:r>
              <a:rPr lang="es-AR" baseline="0" err="1"/>
              <a:t>that</a:t>
            </a:r>
            <a:r>
              <a:rPr lang="es-AR" baseline="0"/>
              <a:t> </a:t>
            </a:r>
            <a:r>
              <a:rPr lang="es-AR" baseline="0" err="1"/>
              <a:t>slide</a:t>
            </a:r>
            <a:r>
              <a:rPr lang="es-AR" baseline="0"/>
              <a:t> and </a:t>
            </a:r>
            <a:r>
              <a:rPr lang="es-AR" baseline="0" err="1"/>
              <a:t>decided</a:t>
            </a:r>
            <a:r>
              <a:rPr lang="es-AR" baseline="0"/>
              <a:t> to </a:t>
            </a:r>
            <a:r>
              <a:rPr lang="es-AR" baseline="0" err="1"/>
              <a:t>change</a:t>
            </a:r>
            <a:r>
              <a:rPr lang="es-AR" baseline="0"/>
              <a:t> </a:t>
            </a:r>
            <a:r>
              <a:rPr lang="es-AR" baseline="0" err="1"/>
              <a:t>it</a:t>
            </a:r>
            <a:r>
              <a:rPr lang="es-AR" baseline="0"/>
              <a:t> cause </a:t>
            </a:r>
            <a:r>
              <a:rPr lang="es-AR" baseline="0" err="1"/>
              <a:t>it</a:t>
            </a:r>
            <a:r>
              <a:rPr lang="es-AR" baseline="0"/>
              <a:t> </a:t>
            </a:r>
            <a:r>
              <a:rPr lang="es-AR" baseline="0" err="1"/>
              <a:t>required</a:t>
            </a:r>
            <a:r>
              <a:rPr lang="es-AR" baseline="0"/>
              <a:t> a </a:t>
            </a:r>
            <a:r>
              <a:rPr lang="es-AR" baseline="0" err="1"/>
              <a:t>lot</a:t>
            </a:r>
            <a:r>
              <a:rPr lang="es-AR" baseline="0"/>
              <a:t> of </a:t>
            </a:r>
            <a:r>
              <a:rPr lang="es-AR" baseline="0" err="1"/>
              <a:t>explanation</a:t>
            </a:r>
            <a:r>
              <a:rPr lang="es-AR" baseline="0"/>
              <a:t> and </a:t>
            </a:r>
            <a:r>
              <a:rPr lang="es-AR" baseline="0" err="1"/>
              <a:t>we</a:t>
            </a:r>
            <a:r>
              <a:rPr lang="es-AR" baseline="0"/>
              <a:t> </a:t>
            </a:r>
            <a:r>
              <a:rPr lang="es-AR" baseline="0" err="1"/>
              <a:t>did</a:t>
            </a:r>
            <a:r>
              <a:rPr lang="es-AR" baseline="0"/>
              <a:t> </a:t>
            </a:r>
            <a:r>
              <a:rPr lang="es-AR" baseline="0" err="1"/>
              <a:t>not</a:t>
            </a:r>
            <a:r>
              <a:rPr lang="es-AR" baseline="0"/>
              <a:t> </a:t>
            </a:r>
            <a:r>
              <a:rPr lang="es-AR" baseline="0" err="1"/>
              <a:t>completely</a:t>
            </a:r>
            <a:r>
              <a:rPr lang="es-AR" baseline="0"/>
              <a:t> </a:t>
            </a:r>
            <a:r>
              <a:rPr lang="es-AR" baseline="0" err="1"/>
              <a:t>agreee</a:t>
            </a:r>
            <a:r>
              <a:rPr lang="es-AR" baseline="0"/>
              <a:t> </a:t>
            </a:r>
            <a:r>
              <a:rPr lang="es-AR" baseline="0" err="1"/>
              <a:t>with</a:t>
            </a:r>
            <a:r>
              <a:rPr lang="es-AR" baseline="0"/>
              <a:t> </a:t>
            </a:r>
            <a:r>
              <a:rPr lang="es-AR" baseline="0" err="1"/>
              <a:t>the</a:t>
            </a:r>
            <a:r>
              <a:rPr lang="es-AR" baseline="0"/>
              <a:t> </a:t>
            </a:r>
            <a:r>
              <a:rPr lang="es-AR" baseline="0" err="1"/>
              <a:t>teaming</a:t>
            </a:r>
            <a:r>
              <a:rPr lang="es-AR" baseline="0"/>
              <a:t> </a:t>
            </a:r>
            <a:r>
              <a:rPr lang="es-AR" baseline="0" err="1"/>
              <a:t>options</a:t>
            </a:r>
            <a:r>
              <a:rPr lang="es-AR" baseline="0"/>
              <a:t> </a:t>
            </a:r>
            <a:r>
              <a:rPr lang="es-AR" baseline="0" err="1"/>
              <a:t>that</a:t>
            </a:r>
            <a:r>
              <a:rPr lang="es-AR" baseline="0"/>
              <a:t> </a:t>
            </a:r>
            <a:r>
              <a:rPr lang="es-AR" baseline="0" err="1"/>
              <a:t>appeared</a:t>
            </a:r>
            <a:r>
              <a:rPr lang="es-AR" baseline="0"/>
              <a:t> </a:t>
            </a:r>
            <a:r>
              <a:rPr lang="es-AR" baseline="0" err="1"/>
              <a:t>there</a:t>
            </a:r>
            <a:r>
              <a:rPr lang="es-AR" baseline="0"/>
              <a:t>.</a:t>
            </a:r>
            <a:endParaRPr lang="en-US"/>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B7B94F-99D1-4055-9AD4-7E7FEEBD6B5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83963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AR" err="1"/>
              <a:t>not</a:t>
            </a:r>
            <a:r>
              <a:rPr lang="es-AR"/>
              <a:t> in </a:t>
            </a:r>
            <a:r>
              <a:rPr lang="es-AR" err="1"/>
              <a:t>current</a:t>
            </a:r>
            <a:r>
              <a:rPr lang="es-AR"/>
              <a:t> </a:t>
            </a:r>
            <a:r>
              <a:rPr lang="es-AR" err="1"/>
              <a:t>Team</a:t>
            </a:r>
            <a:r>
              <a:rPr lang="es-AR"/>
              <a:t> </a:t>
            </a:r>
            <a:r>
              <a:rPr lang="es-AR" err="1"/>
              <a:t>deck</a:t>
            </a:r>
            <a:endParaRPr lang="en-US"/>
          </a:p>
        </p:txBody>
      </p:sp>
      <p:sp>
        <p:nvSpPr>
          <p:cNvPr id="4" name="3 Marcador de número de diapositiva"/>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B7B94F-99D1-4055-9AD4-7E7FEEBD6B5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28399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Marcador de imagen de diapositiva"/>
          <p:cNvSpPr>
            <a:spLocks noGrp="1" noRot="1" noChangeAspect="1" noTextEdit="1"/>
          </p:cNvSpPr>
          <p:nvPr>
            <p:ph type="sldImg"/>
          </p:nvPr>
        </p:nvSpPr>
        <p:spPr>
          <a:xfrm>
            <a:off x="381000" y="685800"/>
            <a:ext cx="6096000" cy="3429000"/>
          </a:xfrm>
          <a:ln/>
        </p:spPr>
      </p:sp>
      <p:sp>
        <p:nvSpPr>
          <p:cNvPr id="57347" name="2 Marcador de notas"/>
          <p:cNvSpPr>
            <a:spLocks noGrp="1"/>
          </p:cNvSpPr>
          <p:nvPr>
            <p:ph type="body" idx="1"/>
          </p:nvPr>
        </p:nvSpPr>
        <p:spPr>
          <a:noFill/>
          <a:ln/>
        </p:spPr>
        <p:txBody>
          <a:bodyPr/>
          <a:lstStyle/>
          <a:p>
            <a:pPr eaLnBrk="1" hangingPunct="1"/>
            <a:endParaRPr lang="es-AR">
              <a:latin typeface="Arial" pitchFamily="34" charset="0"/>
              <a:cs typeface="Arial" pitchFamily="34" charset="0"/>
            </a:endParaRPr>
          </a:p>
        </p:txBody>
      </p:sp>
      <p:sp>
        <p:nvSpPr>
          <p:cNvPr id="57348" name="3 Marcador de número de diapositiva"/>
          <p:cNvSpPr>
            <a:spLocks noGrp="1"/>
          </p:cNvSpPr>
          <p:nvPr>
            <p:ph type="sldNum" sz="quarter" idx="5"/>
          </p:nvPr>
        </p:nvSpPr>
        <p:spPr>
          <a:noFill/>
        </p:spPr>
        <p:txBody>
          <a:bodyPr/>
          <a:lstStyle/>
          <a:p>
            <a:fld id="{4AD39C02-597C-40F0-926F-AFDF2036B1BE}" type="slidenum">
              <a:rPr lang="es-ES" smtClean="0"/>
              <a:pPr/>
              <a:t>14</a:t>
            </a:fld>
            <a:endParaRPr lang="es-ES"/>
          </a:p>
        </p:txBody>
      </p:sp>
    </p:spTree>
    <p:extLst>
      <p:ext uri="{BB962C8B-B14F-4D97-AF65-F5344CB8AC3E}">
        <p14:creationId xmlns:p14="http://schemas.microsoft.com/office/powerpoint/2010/main" val="2781833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1 Marcador de imagen de diapositiva">
            <a:extLst>
              <a:ext uri="{FF2B5EF4-FFF2-40B4-BE49-F238E27FC236}">
                <a16:creationId xmlns:a16="http://schemas.microsoft.com/office/drawing/2014/main" id="{7CF5089F-04EC-45FC-9C56-CF80454F2D57}"/>
              </a:ext>
            </a:extLst>
          </p:cNvPr>
          <p:cNvSpPr>
            <a:spLocks noGrp="1" noRot="1" noChangeAspect="1" noTextEdit="1"/>
          </p:cNvSpPr>
          <p:nvPr>
            <p:ph type="sldImg"/>
          </p:nvPr>
        </p:nvSpPr>
        <p:spPr>
          <a:ln/>
        </p:spPr>
      </p:sp>
      <p:sp>
        <p:nvSpPr>
          <p:cNvPr id="97283" name="2 Marcador de notas">
            <a:extLst>
              <a:ext uri="{FF2B5EF4-FFF2-40B4-BE49-F238E27FC236}">
                <a16:creationId xmlns:a16="http://schemas.microsoft.com/office/drawing/2014/main" id="{434AC7A1-BF2A-4565-91B5-3B56DB169B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latin typeface="Arial" panose="020B0604020202020204" pitchFamily="34" charset="0"/>
              <a:cs typeface="Arial" panose="020B0604020202020204" pitchFamily="34" charset="0"/>
            </a:endParaRPr>
          </a:p>
        </p:txBody>
      </p:sp>
      <p:sp>
        <p:nvSpPr>
          <p:cNvPr id="97284" name="3 Marcador de número de diapositiva">
            <a:extLst>
              <a:ext uri="{FF2B5EF4-FFF2-40B4-BE49-F238E27FC236}">
                <a16:creationId xmlns:a16="http://schemas.microsoft.com/office/drawing/2014/main" id="{1048662C-FE65-4DDA-8E46-A9E692916C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b="1">
                <a:solidFill>
                  <a:schemeClr val="tx1"/>
                </a:solidFill>
                <a:latin typeface="Arial" panose="020B0604020202020204" pitchFamily="34" charset="0"/>
                <a:cs typeface="Arial" panose="020B0604020202020204" pitchFamily="34" charset="0"/>
              </a:defRPr>
            </a:lvl1pPr>
            <a:lvl2pPr marL="742950" indent="-285750" defTabSz="966788">
              <a:defRPr b="1">
                <a:solidFill>
                  <a:schemeClr val="tx1"/>
                </a:solidFill>
                <a:latin typeface="Arial" panose="020B0604020202020204" pitchFamily="34" charset="0"/>
                <a:cs typeface="Arial" panose="020B0604020202020204" pitchFamily="34" charset="0"/>
              </a:defRPr>
            </a:lvl2pPr>
            <a:lvl3pPr marL="1143000" indent="-228600" defTabSz="966788">
              <a:defRPr b="1">
                <a:solidFill>
                  <a:schemeClr val="tx1"/>
                </a:solidFill>
                <a:latin typeface="Arial" panose="020B0604020202020204" pitchFamily="34" charset="0"/>
                <a:cs typeface="Arial" panose="020B0604020202020204" pitchFamily="34" charset="0"/>
              </a:defRPr>
            </a:lvl3pPr>
            <a:lvl4pPr marL="1600200" indent="-228600" defTabSz="966788">
              <a:defRPr b="1">
                <a:solidFill>
                  <a:schemeClr val="tx1"/>
                </a:solidFill>
                <a:latin typeface="Arial" panose="020B0604020202020204" pitchFamily="34" charset="0"/>
                <a:cs typeface="Arial" panose="020B0604020202020204" pitchFamily="34" charset="0"/>
              </a:defRPr>
            </a:lvl4pPr>
            <a:lvl5pPr marL="2057400" indent="-228600" defTabSz="966788">
              <a:defRPr b="1">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6FE45856-75F6-4E9A-88C7-B31109846CE9}" type="slidenum">
              <a:rPr kumimoji="0" lang="es-ES" altLang="es-AR" sz="13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66788" rtl="0" eaLnBrk="1" fontAlgn="base" latinLnBrk="0" hangingPunct="1">
                <a:lnSpc>
                  <a:spcPct val="100000"/>
                </a:lnSpc>
                <a:spcBef>
                  <a:spcPct val="0"/>
                </a:spcBef>
                <a:spcAft>
                  <a:spcPct val="0"/>
                </a:spcAft>
                <a:buClrTx/>
                <a:buSzTx/>
                <a:buFontTx/>
                <a:buNone/>
                <a:tabLst/>
                <a:defRPr/>
              </a:pPr>
              <a:t>15</a:t>
            </a:fld>
            <a:endParaRPr kumimoji="0" lang="es-ES" altLang="es-AR" sz="13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1 Marcador de imagen de diapositiva"/>
          <p:cNvSpPr>
            <a:spLocks noGrp="1" noRot="1" noChangeAspect="1" noTextEdit="1"/>
          </p:cNvSpPr>
          <p:nvPr>
            <p:ph type="sldImg"/>
          </p:nvPr>
        </p:nvSpPr>
        <p:spPr>
          <a:ln/>
        </p:spPr>
      </p:sp>
      <p:sp>
        <p:nvSpPr>
          <p:cNvPr id="59395" name="2 Marcador de notas"/>
          <p:cNvSpPr>
            <a:spLocks noGrp="1"/>
          </p:cNvSpPr>
          <p:nvPr>
            <p:ph type="body" idx="1"/>
          </p:nvPr>
        </p:nvSpPr>
        <p:spPr>
          <a:noFill/>
          <a:ln/>
        </p:spPr>
        <p:txBody>
          <a:bodyPr/>
          <a:lstStyle/>
          <a:p>
            <a:pPr eaLnBrk="1" hangingPunct="1"/>
            <a:endParaRPr lang="es-AR">
              <a:latin typeface="Arial" pitchFamily="34" charset="0"/>
              <a:cs typeface="Arial" pitchFamily="34" charset="0"/>
            </a:endParaRPr>
          </a:p>
        </p:txBody>
      </p:sp>
      <p:sp>
        <p:nvSpPr>
          <p:cNvPr id="59396" name="3 Marcador de número de diapositiva"/>
          <p:cNvSpPr>
            <a:spLocks noGrp="1"/>
          </p:cNvSpPr>
          <p:nvPr>
            <p:ph type="sldNum" sz="quarter" idx="5"/>
          </p:nvPr>
        </p:nvSpPr>
        <p:spPr>
          <a:noFill/>
        </p:spPr>
        <p:txBody>
          <a:bodyPr/>
          <a:lstStyle/>
          <a:p>
            <a:fld id="{2671B301-B710-4B09-93B3-B85AC694BDCE}" type="slidenum">
              <a:rPr lang="es-ES" smtClean="0"/>
              <a:pPr/>
              <a:t>16</a:t>
            </a:fld>
            <a:endParaRPr 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1 Marcador de imagen de diapositiva">
            <a:extLst>
              <a:ext uri="{FF2B5EF4-FFF2-40B4-BE49-F238E27FC236}">
                <a16:creationId xmlns:a16="http://schemas.microsoft.com/office/drawing/2014/main" id="{4E4DAE2B-4E52-46B5-A999-80BD13C98299}"/>
              </a:ext>
            </a:extLst>
          </p:cNvPr>
          <p:cNvSpPr>
            <a:spLocks noGrp="1" noRot="1" noChangeAspect="1" noTextEdit="1"/>
          </p:cNvSpPr>
          <p:nvPr>
            <p:ph type="sldImg"/>
          </p:nvPr>
        </p:nvSpPr>
        <p:spPr>
          <a:ln/>
        </p:spPr>
      </p:sp>
      <p:sp>
        <p:nvSpPr>
          <p:cNvPr id="99331" name="2 Marcador de notas">
            <a:extLst>
              <a:ext uri="{FF2B5EF4-FFF2-40B4-BE49-F238E27FC236}">
                <a16:creationId xmlns:a16="http://schemas.microsoft.com/office/drawing/2014/main" id="{06045D31-BC34-4198-900A-8B8B708B27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latin typeface="Arial" panose="020B0604020202020204" pitchFamily="34" charset="0"/>
              <a:cs typeface="Arial" panose="020B0604020202020204" pitchFamily="34" charset="0"/>
            </a:endParaRPr>
          </a:p>
        </p:txBody>
      </p:sp>
      <p:sp>
        <p:nvSpPr>
          <p:cNvPr id="99332" name="3 Marcador de número de diapositiva">
            <a:extLst>
              <a:ext uri="{FF2B5EF4-FFF2-40B4-BE49-F238E27FC236}">
                <a16:creationId xmlns:a16="http://schemas.microsoft.com/office/drawing/2014/main" id="{9CDFC635-24BD-4B0C-974F-1DB4EDEF613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b="1">
                <a:solidFill>
                  <a:schemeClr val="tx1"/>
                </a:solidFill>
                <a:latin typeface="Arial" panose="020B0604020202020204" pitchFamily="34" charset="0"/>
                <a:cs typeface="Arial" panose="020B0604020202020204" pitchFamily="34" charset="0"/>
              </a:defRPr>
            </a:lvl1pPr>
            <a:lvl2pPr marL="742950" indent="-285750" defTabSz="966788">
              <a:defRPr b="1">
                <a:solidFill>
                  <a:schemeClr val="tx1"/>
                </a:solidFill>
                <a:latin typeface="Arial" panose="020B0604020202020204" pitchFamily="34" charset="0"/>
                <a:cs typeface="Arial" panose="020B0604020202020204" pitchFamily="34" charset="0"/>
              </a:defRPr>
            </a:lvl2pPr>
            <a:lvl3pPr marL="1143000" indent="-228600" defTabSz="966788">
              <a:defRPr b="1">
                <a:solidFill>
                  <a:schemeClr val="tx1"/>
                </a:solidFill>
                <a:latin typeface="Arial" panose="020B0604020202020204" pitchFamily="34" charset="0"/>
                <a:cs typeface="Arial" panose="020B0604020202020204" pitchFamily="34" charset="0"/>
              </a:defRPr>
            </a:lvl3pPr>
            <a:lvl4pPr marL="1600200" indent="-228600" defTabSz="966788">
              <a:defRPr b="1">
                <a:solidFill>
                  <a:schemeClr val="tx1"/>
                </a:solidFill>
                <a:latin typeface="Arial" panose="020B0604020202020204" pitchFamily="34" charset="0"/>
                <a:cs typeface="Arial" panose="020B0604020202020204" pitchFamily="34" charset="0"/>
              </a:defRPr>
            </a:lvl4pPr>
            <a:lvl5pPr marL="2057400" indent="-228600" defTabSz="966788">
              <a:defRPr b="1">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D0EDFB5B-9CE0-4F16-86A8-428E5C5B7A93}" type="slidenum">
              <a:rPr kumimoji="0" lang="es-ES" altLang="es-AR" sz="13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66788" rtl="0" eaLnBrk="1" fontAlgn="base" latinLnBrk="0" hangingPunct="1">
                <a:lnSpc>
                  <a:spcPct val="100000"/>
                </a:lnSpc>
                <a:spcBef>
                  <a:spcPct val="0"/>
                </a:spcBef>
                <a:spcAft>
                  <a:spcPct val="0"/>
                </a:spcAft>
                <a:buClrTx/>
                <a:buSzTx/>
                <a:buFontTx/>
                <a:buNone/>
                <a:tabLst/>
                <a:defRPr/>
              </a:pPr>
              <a:t>17</a:t>
            </a:fld>
            <a:endParaRPr kumimoji="0" lang="es-ES" altLang="es-AR" sz="13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1 Marcador de imagen de diapositiva"/>
          <p:cNvSpPr>
            <a:spLocks noGrp="1" noRot="1" noChangeAspect="1" noTextEdit="1"/>
          </p:cNvSpPr>
          <p:nvPr>
            <p:ph type="sldImg"/>
          </p:nvPr>
        </p:nvSpPr>
        <p:spPr>
          <a:ln/>
        </p:spPr>
      </p:sp>
      <p:sp>
        <p:nvSpPr>
          <p:cNvPr id="61443" name="2 Marcador de notas"/>
          <p:cNvSpPr>
            <a:spLocks noGrp="1"/>
          </p:cNvSpPr>
          <p:nvPr>
            <p:ph type="body" idx="1"/>
          </p:nvPr>
        </p:nvSpPr>
        <p:spPr>
          <a:noFill/>
          <a:ln/>
        </p:spPr>
        <p:txBody>
          <a:bodyPr/>
          <a:lstStyle/>
          <a:p>
            <a:pPr eaLnBrk="1" hangingPunct="1"/>
            <a:endParaRPr lang="es-AR">
              <a:latin typeface="Arial" pitchFamily="34" charset="0"/>
              <a:cs typeface="Arial" pitchFamily="34" charset="0"/>
            </a:endParaRPr>
          </a:p>
        </p:txBody>
      </p:sp>
      <p:sp>
        <p:nvSpPr>
          <p:cNvPr id="61444" name="3 Marcador de número de diapositiva"/>
          <p:cNvSpPr>
            <a:spLocks noGrp="1"/>
          </p:cNvSpPr>
          <p:nvPr>
            <p:ph type="sldNum" sz="quarter" idx="5"/>
          </p:nvPr>
        </p:nvSpPr>
        <p:spPr>
          <a:noFill/>
        </p:spPr>
        <p:txBody>
          <a:bodyPr/>
          <a:lstStyle/>
          <a:p>
            <a:fld id="{50F9D8AA-FE0C-441D-AA48-A87506D8C260}" type="slidenum">
              <a:rPr lang="es-ES" smtClean="0"/>
              <a:pPr/>
              <a:t>18</a:t>
            </a:fld>
            <a:endParaRPr 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1 Marcador de imagen de diapositiva">
            <a:extLst>
              <a:ext uri="{FF2B5EF4-FFF2-40B4-BE49-F238E27FC236}">
                <a16:creationId xmlns:a16="http://schemas.microsoft.com/office/drawing/2014/main" id="{CF1FB1F2-39EE-42B9-9CFA-953886372CE3}"/>
              </a:ext>
            </a:extLst>
          </p:cNvPr>
          <p:cNvSpPr>
            <a:spLocks noGrp="1" noRot="1" noChangeAspect="1" noTextEdit="1"/>
          </p:cNvSpPr>
          <p:nvPr>
            <p:ph type="sldImg"/>
          </p:nvPr>
        </p:nvSpPr>
        <p:spPr>
          <a:ln/>
        </p:spPr>
      </p:sp>
      <p:sp>
        <p:nvSpPr>
          <p:cNvPr id="101379" name="2 Marcador de notas">
            <a:extLst>
              <a:ext uri="{FF2B5EF4-FFF2-40B4-BE49-F238E27FC236}">
                <a16:creationId xmlns:a16="http://schemas.microsoft.com/office/drawing/2014/main" id="{CB14C380-8855-47A8-A2B2-2C37D2FBFFC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latin typeface="Arial" panose="020B0604020202020204" pitchFamily="34" charset="0"/>
              <a:cs typeface="Arial" panose="020B0604020202020204" pitchFamily="34" charset="0"/>
            </a:endParaRPr>
          </a:p>
        </p:txBody>
      </p:sp>
      <p:sp>
        <p:nvSpPr>
          <p:cNvPr id="101380" name="3 Marcador de número de diapositiva">
            <a:extLst>
              <a:ext uri="{FF2B5EF4-FFF2-40B4-BE49-F238E27FC236}">
                <a16:creationId xmlns:a16="http://schemas.microsoft.com/office/drawing/2014/main" id="{02291606-D311-4413-B8BF-8D6E21CD052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b="1">
                <a:solidFill>
                  <a:schemeClr val="tx1"/>
                </a:solidFill>
                <a:latin typeface="Arial" panose="020B0604020202020204" pitchFamily="34" charset="0"/>
                <a:cs typeface="Arial" panose="020B0604020202020204" pitchFamily="34" charset="0"/>
              </a:defRPr>
            </a:lvl1pPr>
            <a:lvl2pPr marL="742950" indent="-285750" defTabSz="966788">
              <a:defRPr b="1">
                <a:solidFill>
                  <a:schemeClr val="tx1"/>
                </a:solidFill>
                <a:latin typeface="Arial" panose="020B0604020202020204" pitchFamily="34" charset="0"/>
                <a:cs typeface="Arial" panose="020B0604020202020204" pitchFamily="34" charset="0"/>
              </a:defRPr>
            </a:lvl2pPr>
            <a:lvl3pPr marL="1143000" indent="-228600" defTabSz="966788">
              <a:defRPr b="1">
                <a:solidFill>
                  <a:schemeClr val="tx1"/>
                </a:solidFill>
                <a:latin typeface="Arial" panose="020B0604020202020204" pitchFamily="34" charset="0"/>
                <a:cs typeface="Arial" panose="020B0604020202020204" pitchFamily="34" charset="0"/>
              </a:defRPr>
            </a:lvl3pPr>
            <a:lvl4pPr marL="1600200" indent="-228600" defTabSz="966788">
              <a:defRPr b="1">
                <a:solidFill>
                  <a:schemeClr val="tx1"/>
                </a:solidFill>
                <a:latin typeface="Arial" panose="020B0604020202020204" pitchFamily="34" charset="0"/>
                <a:cs typeface="Arial" panose="020B0604020202020204" pitchFamily="34" charset="0"/>
              </a:defRPr>
            </a:lvl4pPr>
            <a:lvl5pPr marL="2057400" indent="-228600" defTabSz="966788">
              <a:defRPr b="1">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9pPr>
          </a:lstStyle>
          <a:p>
            <a:fld id="{1D0F2D8B-F2E9-445A-98D7-2C36E8B35BD4}" type="slidenum">
              <a:rPr lang="es-ES" altLang="es-AR" b="0"/>
              <a:pPr/>
              <a:t>19</a:t>
            </a:fld>
            <a:endParaRPr lang="es-ES" altLang="es-AR" b="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1 Marcador de imagen de diapositiva"/>
          <p:cNvSpPr>
            <a:spLocks noGrp="1" noRot="1" noChangeAspect="1" noTextEdit="1"/>
          </p:cNvSpPr>
          <p:nvPr>
            <p:ph type="sldImg"/>
          </p:nvPr>
        </p:nvSpPr>
        <p:spPr>
          <a:ln/>
        </p:spPr>
      </p:sp>
      <p:sp>
        <p:nvSpPr>
          <p:cNvPr id="63491" name="2 Marcador de notas"/>
          <p:cNvSpPr>
            <a:spLocks noGrp="1"/>
          </p:cNvSpPr>
          <p:nvPr>
            <p:ph type="body" idx="1"/>
          </p:nvPr>
        </p:nvSpPr>
        <p:spPr>
          <a:noFill/>
          <a:ln/>
        </p:spPr>
        <p:txBody>
          <a:bodyPr/>
          <a:lstStyle/>
          <a:p>
            <a:pPr eaLnBrk="1" hangingPunct="1"/>
            <a:endParaRPr lang="es-AR">
              <a:latin typeface="Arial" pitchFamily="34" charset="0"/>
              <a:cs typeface="Arial" pitchFamily="34" charset="0"/>
            </a:endParaRPr>
          </a:p>
        </p:txBody>
      </p:sp>
      <p:sp>
        <p:nvSpPr>
          <p:cNvPr id="63492" name="3 Marcador de número de diapositiva"/>
          <p:cNvSpPr>
            <a:spLocks noGrp="1"/>
          </p:cNvSpPr>
          <p:nvPr>
            <p:ph type="sldNum" sz="quarter" idx="5"/>
          </p:nvPr>
        </p:nvSpPr>
        <p:spPr>
          <a:noFill/>
        </p:spPr>
        <p:txBody>
          <a:bodyPr/>
          <a:lstStyle/>
          <a:p>
            <a:fld id="{1BDB8FEE-D941-4610-8AEA-F83A10CF1F1C}" type="slidenum">
              <a:rPr lang="es-ES" smtClean="0"/>
              <a:pPr/>
              <a:t>20</a:t>
            </a:fld>
            <a:endParaRPr 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1 Marcador de imagen de diapositiva">
            <a:extLst>
              <a:ext uri="{FF2B5EF4-FFF2-40B4-BE49-F238E27FC236}">
                <a16:creationId xmlns:a16="http://schemas.microsoft.com/office/drawing/2014/main" id="{02ECDD67-5BC3-46B1-A251-E35D82CCC918}"/>
              </a:ext>
            </a:extLst>
          </p:cNvPr>
          <p:cNvSpPr>
            <a:spLocks noGrp="1" noRot="1" noChangeAspect="1" noTextEdit="1"/>
          </p:cNvSpPr>
          <p:nvPr>
            <p:ph type="sldImg"/>
          </p:nvPr>
        </p:nvSpPr>
        <p:spPr>
          <a:ln/>
        </p:spPr>
      </p:sp>
      <p:sp>
        <p:nvSpPr>
          <p:cNvPr id="103427" name="2 Marcador de notas">
            <a:extLst>
              <a:ext uri="{FF2B5EF4-FFF2-40B4-BE49-F238E27FC236}">
                <a16:creationId xmlns:a16="http://schemas.microsoft.com/office/drawing/2014/main" id="{E97EA3F1-E735-443E-9974-E1468764A48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latin typeface="Arial" panose="020B0604020202020204" pitchFamily="34" charset="0"/>
              <a:cs typeface="Arial" panose="020B0604020202020204" pitchFamily="34" charset="0"/>
            </a:endParaRPr>
          </a:p>
        </p:txBody>
      </p:sp>
      <p:sp>
        <p:nvSpPr>
          <p:cNvPr id="103428" name="3 Marcador de número de diapositiva">
            <a:extLst>
              <a:ext uri="{FF2B5EF4-FFF2-40B4-BE49-F238E27FC236}">
                <a16:creationId xmlns:a16="http://schemas.microsoft.com/office/drawing/2014/main" id="{A4F85024-C467-4D36-AA7D-F566C3954B7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b="1">
                <a:solidFill>
                  <a:schemeClr val="tx1"/>
                </a:solidFill>
                <a:latin typeface="Arial" panose="020B0604020202020204" pitchFamily="34" charset="0"/>
                <a:cs typeface="Arial" panose="020B0604020202020204" pitchFamily="34" charset="0"/>
              </a:defRPr>
            </a:lvl1pPr>
            <a:lvl2pPr marL="742950" indent="-285750" defTabSz="966788">
              <a:defRPr b="1">
                <a:solidFill>
                  <a:schemeClr val="tx1"/>
                </a:solidFill>
                <a:latin typeface="Arial" panose="020B0604020202020204" pitchFamily="34" charset="0"/>
                <a:cs typeface="Arial" panose="020B0604020202020204" pitchFamily="34" charset="0"/>
              </a:defRPr>
            </a:lvl2pPr>
            <a:lvl3pPr marL="1143000" indent="-228600" defTabSz="966788">
              <a:defRPr b="1">
                <a:solidFill>
                  <a:schemeClr val="tx1"/>
                </a:solidFill>
                <a:latin typeface="Arial" panose="020B0604020202020204" pitchFamily="34" charset="0"/>
                <a:cs typeface="Arial" panose="020B0604020202020204" pitchFamily="34" charset="0"/>
              </a:defRPr>
            </a:lvl3pPr>
            <a:lvl4pPr marL="1600200" indent="-228600" defTabSz="966788">
              <a:defRPr b="1">
                <a:solidFill>
                  <a:schemeClr val="tx1"/>
                </a:solidFill>
                <a:latin typeface="Arial" panose="020B0604020202020204" pitchFamily="34" charset="0"/>
                <a:cs typeface="Arial" panose="020B0604020202020204" pitchFamily="34" charset="0"/>
              </a:defRPr>
            </a:lvl4pPr>
            <a:lvl5pPr marL="2057400" indent="-228600" defTabSz="966788">
              <a:defRPr b="1">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50000"/>
              </a:spcBef>
              <a:spcAft>
                <a:spcPct val="0"/>
              </a:spcAft>
              <a:defRPr b="1">
                <a:solidFill>
                  <a:schemeClr val="tx1"/>
                </a:solidFill>
                <a:latin typeface="Arial" panose="020B0604020202020204" pitchFamily="34" charset="0"/>
                <a:cs typeface="Arial" panose="020B0604020202020204" pitchFamily="34" charset="0"/>
              </a:defRPr>
            </a:lvl9pPr>
          </a:lstStyle>
          <a:p>
            <a:fld id="{B0861851-62FA-40F4-8DAC-4714E88583BA}" type="slidenum">
              <a:rPr lang="es-ES" altLang="es-AR" b="0"/>
              <a:pPr/>
              <a:t>21</a:t>
            </a:fld>
            <a:endParaRPr lang="es-ES" altLang="es-AR" b="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1 Marcador de imagen de diapositiva"/>
          <p:cNvSpPr>
            <a:spLocks noGrp="1" noRot="1" noChangeAspect="1" noTextEdit="1"/>
          </p:cNvSpPr>
          <p:nvPr>
            <p:ph type="sldImg"/>
          </p:nvPr>
        </p:nvSpPr>
        <p:spPr>
          <a:ln/>
        </p:spPr>
      </p:sp>
      <p:sp>
        <p:nvSpPr>
          <p:cNvPr id="65539" name="2 Marcador de notas"/>
          <p:cNvSpPr>
            <a:spLocks noGrp="1"/>
          </p:cNvSpPr>
          <p:nvPr>
            <p:ph type="body" idx="1"/>
          </p:nvPr>
        </p:nvSpPr>
        <p:spPr>
          <a:noFill/>
          <a:ln/>
        </p:spPr>
        <p:txBody>
          <a:bodyPr/>
          <a:lstStyle/>
          <a:p>
            <a:pPr eaLnBrk="1" hangingPunct="1"/>
            <a:endParaRPr lang="es-AR">
              <a:latin typeface="Arial" pitchFamily="34" charset="0"/>
              <a:cs typeface="Arial" pitchFamily="34" charset="0"/>
            </a:endParaRPr>
          </a:p>
        </p:txBody>
      </p:sp>
      <p:sp>
        <p:nvSpPr>
          <p:cNvPr id="65540" name="3 Marcador de número de diapositiva"/>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45D49FB-7837-49EE-A536-44F1C8412311}" type="slidenum">
              <a:rPr kumimoji="0" lang="es-E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s-E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Marcador de imagen de diapositiva"/>
          <p:cNvSpPr>
            <a:spLocks noGrp="1" noRot="1" noChangeAspect="1" noTextEdit="1"/>
          </p:cNvSpPr>
          <p:nvPr>
            <p:ph type="sldImg"/>
          </p:nvPr>
        </p:nvSpPr>
        <p:spPr>
          <a:xfrm>
            <a:off x="381000" y="685800"/>
            <a:ext cx="6096000" cy="3429000"/>
          </a:xfrm>
          <a:ln/>
        </p:spPr>
      </p:sp>
      <p:sp>
        <p:nvSpPr>
          <p:cNvPr id="57347" name="2 Marcador de notas"/>
          <p:cNvSpPr>
            <a:spLocks noGrp="1"/>
          </p:cNvSpPr>
          <p:nvPr>
            <p:ph type="body" idx="1"/>
          </p:nvPr>
        </p:nvSpPr>
        <p:spPr>
          <a:noFill/>
          <a:ln/>
        </p:spPr>
        <p:txBody>
          <a:bodyPr/>
          <a:lstStyle/>
          <a:p>
            <a:pPr eaLnBrk="1" hangingPunct="1"/>
            <a:endParaRPr lang="es-AR">
              <a:latin typeface="Arial" pitchFamily="34" charset="0"/>
              <a:cs typeface="Arial" pitchFamily="34" charset="0"/>
            </a:endParaRPr>
          </a:p>
        </p:txBody>
      </p:sp>
      <p:sp>
        <p:nvSpPr>
          <p:cNvPr id="57348" name="3 Marcador de número de diapositiva"/>
          <p:cNvSpPr>
            <a:spLocks noGrp="1"/>
          </p:cNvSpPr>
          <p:nvPr>
            <p:ph type="sldNum" sz="quarter" idx="5"/>
          </p:nvPr>
        </p:nvSpPr>
        <p:spPr>
          <a:noFill/>
        </p:spPr>
        <p:txBody>
          <a:bodyPr/>
          <a:lstStyle/>
          <a:p>
            <a:fld id="{4AD39C02-597C-40F0-926F-AFDF2036B1BE}" type="slidenum">
              <a:rPr lang="es-ES" smtClean="0"/>
              <a:pPr/>
              <a:t>23</a:t>
            </a:fld>
            <a:endParaRPr lang="es-ES"/>
          </a:p>
        </p:txBody>
      </p:sp>
    </p:spTree>
    <p:extLst>
      <p:ext uri="{BB962C8B-B14F-4D97-AF65-F5344CB8AC3E}">
        <p14:creationId xmlns:p14="http://schemas.microsoft.com/office/powerpoint/2010/main" val="3697734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72CAB-71C9-2B84-D399-677231904EC6}"/>
            </a:ext>
          </a:extLst>
        </p:cNvPr>
        <p:cNvGrpSpPr/>
        <p:nvPr/>
      </p:nvGrpSpPr>
      <p:grpSpPr>
        <a:xfrm>
          <a:off x="0" y="0"/>
          <a:ext cx="0" cy="0"/>
          <a:chOff x="0" y="0"/>
          <a:chExt cx="0" cy="0"/>
        </a:xfrm>
      </p:grpSpPr>
      <p:sp>
        <p:nvSpPr>
          <p:cNvPr id="57346" name="1 Marcador de imagen de diapositiva">
            <a:extLst>
              <a:ext uri="{FF2B5EF4-FFF2-40B4-BE49-F238E27FC236}">
                <a16:creationId xmlns:a16="http://schemas.microsoft.com/office/drawing/2014/main" id="{D3908C0B-DB36-AA6F-3189-D7811B32C573}"/>
              </a:ext>
            </a:extLst>
          </p:cNvPr>
          <p:cNvSpPr>
            <a:spLocks noGrp="1" noRot="1" noChangeAspect="1" noTextEdit="1"/>
          </p:cNvSpPr>
          <p:nvPr>
            <p:ph type="sldImg"/>
          </p:nvPr>
        </p:nvSpPr>
        <p:spPr>
          <a:xfrm>
            <a:off x="381000" y="685800"/>
            <a:ext cx="6096000" cy="3429000"/>
          </a:xfrm>
          <a:ln/>
        </p:spPr>
      </p:sp>
      <p:sp>
        <p:nvSpPr>
          <p:cNvPr id="57347" name="2 Marcador de notas">
            <a:extLst>
              <a:ext uri="{FF2B5EF4-FFF2-40B4-BE49-F238E27FC236}">
                <a16:creationId xmlns:a16="http://schemas.microsoft.com/office/drawing/2014/main" id="{000144F2-F35C-305A-9187-471F8F3F3E55}"/>
              </a:ext>
            </a:extLst>
          </p:cNvPr>
          <p:cNvSpPr>
            <a:spLocks noGrp="1"/>
          </p:cNvSpPr>
          <p:nvPr>
            <p:ph type="body" idx="1"/>
          </p:nvPr>
        </p:nvSpPr>
        <p:spPr>
          <a:noFill/>
          <a:ln/>
        </p:spPr>
        <p:txBody>
          <a:bodyPr/>
          <a:lstStyle/>
          <a:p>
            <a:pPr eaLnBrk="1" hangingPunct="1"/>
            <a:endParaRPr lang="es-AR">
              <a:latin typeface="Arial" pitchFamily="34" charset="0"/>
              <a:cs typeface="Arial" pitchFamily="34" charset="0"/>
            </a:endParaRPr>
          </a:p>
        </p:txBody>
      </p:sp>
      <p:sp>
        <p:nvSpPr>
          <p:cNvPr id="57348" name="3 Marcador de número de diapositiva">
            <a:extLst>
              <a:ext uri="{FF2B5EF4-FFF2-40B4-BE49-F238E27FC236}">
                <a16:creationId xmlns:a16="http://schemas.microsoft.com/office/drawing/2014/main" id="{17C2BAA9-291C-B48F-5CB4-8EA3195C3559}"/>
              </a:ext>
            </a:extLst>
          </p:cNvPr>
          <p:cNvSpPr>
            <a:spLocks noGrp="1"/>
          </p:cNvSpPr>
          <p:nvPr>
            <p:ph type="sldNum" sz="quarter" idx="5"/>
          </p:nvPr>
        </p:nvSpPr>
        <p:spPr>
          <a:noFill/>
        </p:spPr>
        <p:txBody>
          <a:bodyPr/>
          <a:lstStyle/>
          <a:p>
            <a:fld id="{4AD39C02-597C-40F0-926F-AFDF2036B1BE}" type="slidenum">
              <a:rPr lang="es-ES" smtClean="0"/>
              <a:pPr/>
              <a:t>24</a:t>
            </a:fld>
            <a:endParaRPr lang="es-ES"/>
          </a:p>
        </p:txBody>
      </p:sp>
    </p:spTree>
    <p:extLst>
      <p:ext uri="{BB962C8B-B14F-4D97-AF65-F5344CB8AC3E}">
        <p14:creationId xmlns:p14="http://schemas.microsoft.com/office/powerpoint/2010/main" val="3277739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1 Marcador de imagen de diapositiva"/>
          <p:cNvSpPr>
            <a:spLocks noGrp="1" noRot="1" noChangeAspect="1" noTextEdit="1"/>
          </p:cNvSpPr>
          <p:nvPr>
            <p:ph type="sldImg"/>
          </p:nvPr>
        </p:nvSpPr>
        <p:spPr>
          <a:ln/>
        </p:spPr>
      </p:sp>
      <p:sp>
        <p:nvSpPr>
          <p:cNvPr id="108547"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n-US">
              <a:latin typeface="Arial" pitchFamily="34" charset="0"/>
              <a:cs typeface="Arial" pitchFamily="34" charset="0"/>
            </a:endParaRPr>
          </a:p>
        </p:txBody>
      </p:sp>
      <p:sp>
        <p:nvSpPr>
          <p:cNvPr id="108548"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85">
              <a:defRPr b="1">
                <a:solidFill>
                  <a:schemeClr val="tx1"/>
                </a:solidFill>
                <a:latin typeface="Arial" pitchFamily="34" charset="0"/>
                <a:cs typeface="Arial" pitchFamily="34" charset="0"/>
              </a:defRPr>
            </a:lvl1pPr>
            <a:lvl2pPr marL="702756" indent="-270291" defTabSz="914485">
              <a:defRPr b="1">
                <a:solidFill>
                  <a:schemeClr val="tx1"/>
                </a:solidFill>
                <a:latin typeface="Arial" pitchFamily="34" charset="0"/>
                <a:cs typeface="Arial" pitchFamily="34" charset="0"/>
              </a:defRPr>
            </a:lvl2pPr>
            <a:lvl3pPr marL="1081164" indent="-216233" defTabSz="914485">
              <a:defRPr b="1">
                <a:solidFill>
                  <a:schemeClr val="tx1"/>
                </a:solidFill>
                <a:latin typeface="Arial" pitchFamily="34" charset="0"/>
                <a:cs typeface="Arial" pitchFamily="34" charset="0"/>
              </a:defRPr>
            </a:lvl3pPr>
            <a:lvl4pPr marL="1513629" indent="-216233" defTabSz="914485">
              <a:defRPr b="1">
                <a:solidFill>
                  <a:schemeClr val="tx1"/>
                </a:solidFill>
                <a:latin typeface="Arial" pitchFamily="34" charset="0"/>
                <a:cs typeface="Arial" pitchFamily="34" charset="0"/>
              </a:defRPr>
            </a:lvl4pPr>
            <a:lvl5pPr marL="1946095" indent="-216233" defTabSz="914485">
              <a:defRPr b="1">
                <a:solidFill>
                  <a:schemeClr val="tx1"/>
                </a:solidFill>
                <a:latin typeface="Arial" pitchFamily="34" charset="0"/>
                <a:cs typeface="Arial" pitchFamily="34" charset="0"/>
              </a:defRPr>
            </a:lvl5pPr>
            <a:lvl6pPr marL="2378560" indent="-216233" defTabSz="914485" eaLnBrk="0" fontAlgn="base" hangingPunct="0">
              <a:spcBef>
                <a:spcPct val="50000"/>
              </a:spcBef>
              <a:spcAft>
                <a:spcPct val="0"/>
              </a:spcAft>
              <a:defRPr b="1">
                <a:solidFill>
                  <a:schemeClr val="tx1"/>
                </a:solidFill>
                <a:latin typeface="Arial" pitchFamily="34" charset="0"/>
                <a:cs typeface="Arial" pitchFamily="34" charset="0"/>
              </a:defRPr>
            </a:lvl6pPr>
            <a:lvl7pPr marL="2811026" indent="-216233" defTabSz="914485" eaLnBrk="0" fontAlgn="base" hangingPunct="0">
              <a:spcBef>
                <a:spcPct val="50000"/>
              </a:spcBef>
              <a:spcAft>
                <a:spcPct val="0"/>
              </a:spcAft>
              <a:defRPr b="1">
                <a:solidFill>
                  <a:schemeClr val="tx1"/>
                </a:solidFill>
                <a:latin typeface="Arial" pitchFamily="34" charset="0"/>
                <a:cs typeface="Arial" pitchFamily="34" charset="0"/>
              </a:defRPr>
            </a:lvl7pPr>
            <a:lvl8pPr marL="3243491" indent="-216233" defTabSz="914485" eaLnBrk="0" fontAlgn="base" hangingPunct="0">
              <a:spcBef>
                <a:spcPct val="50000"/>
              </a:spcBef>
              <a:spcAft>
                <a:spcPct val="0"/>
              </a:spcAft>
              <a:defRPr b="1">
                <a:solidFill>
                  <a:schemeClr val="tx1"/>
                </a:solidFill>
                <a:latin typeface="Arial" pitchFamily="34" charset="0"/>
                <a:cs typeface="Arial" pitchFamily="34" charset="0"/>
              </a:defRPr>
            </a:lvl8pPr>
            <a:lvl9pPr marL="3675957" indent="-216233" defTabSz="914485" eaLnBrk="0" fontAlgn="base" hangingPunct="0">
              <a:spcBef>
                <a:spcPct val="50000"/>
              </a:spcBef>
              <a:spcAft>
                <a:spcPct val="0"/>
              </a:spcAft>
              <a:defRPr b="1">
                <a:solidFill>
                  <a:schemeClr val="tx1"/>
                </a:solidFill>
                <a:latin typeface="Arial" pitchFamily="34" charset="0"/>
                <a:cs typeface="Arial" pitchFamily="34" charset="0"/>
              </a:defRPr>
            </a:lvl9pPr>
          </a:lstStyle>
          <a:p>
            <a:pPr marL="0" marR="0" lvl="0" indent="0" algn="r" defTabSz="914485" rtl="0" eaLnBrk="1" fontAlgn="auto" latinLnBrk="0" hangingPunct="1">
              <a:lnSpc>
                <a:spcPct val="100000"/>
              </a:lnSpc>
              <a:spcBef>
                <a:spcPts val="0"/>
              </a:spcBef>
              <a:spcAft>
                <a:spcPts val="0"/>
              </a:spcAft>
              <a:buClrTx/>
              <a:buSzTx/>
              <a:buFontTx/>
              <a:buNone/>
              <a:tabLst/>
              <a:defRPr/>
            </a:pPr>
            <a:fld id="{54C6BF45-4CE8-4DEC-A5BD-2110085A3FE1}" type="slidenum">
              <a:rPr kumimoji="0" lang="es-ES" altLang="en-US" sz="12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85" rtl="0" eaLnBrk="1" fontAlgn="auto" latinLnBrk="0" hangingPunct="1">
                <a:lnSpc>
                  <a:spcPct val="100000"/>
                </a:lnSpc>
                <a:spcBef>
                  <a:spcPts val="0"/>
                </a:spcBef>
                <a:spcAft>
                  <a:spcPts val="0"/>
                </a:spcAft>
                <a:buClrTx/>
                <a:buSzTx/>
                <a:buFontTx/>
                <a:buNone/>
                <a:tabLst/>
                <a:defRPr/>
              </a:pPr>
              <a:t>25</a:t>
            </a:fld>
            <a:endParaRPr kumimoji="0" lang="es-ES" altLang="en-US" sz="12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1 Marcador de imagen de diapositiva"/>
          <p:cNvSpPr>
            <a:spLocks noGrp="1" noRot="1" noChangeAspect="1" noTextEdit="1"/>
          </p:cNvSpPr>
          <p:nvPr>
            <p:ph type="sldImg"/>
          </p:nvPr>
        </p:nvSpPr>
        <p:spPr>
          <a:ln/>
        </p:spPr>
      </p:sp>
      <p:sp>
        <p:nvSpPr>
          <p:cNvPr id="109571" name="2 Marcador de notas"/>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n-US">
              <a:latin typeface="Arial" pitchFamily="34" charset="0"/>
              <a:cs typeface="Arial" pitchFamily="34" charset="0"/>
            </a:endParaRPr>
          </a:p>
        </p:txBody>
      </p:sp>
      <p:sp>
        <p:nvSpPr>
          <p:cNvPr id="109572" name="3 Marcador de número de diapositiva"/>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85">
              <a:defRPr b="1">
                <a:solidFill>
                  <a:schemeClr val="tx1"/>
                </a:solidFill>
                <a:latin typeface="Arial" pitchFamily="34" charset="0"/>
                <a:cs typeface="Arial" pitchFamily="34" charset="0"/>
              </a:defRPr>
            </a:lvl1pPr>
            <a:lvl2pPr marL="702756" indent="-270291" defTabSz="914485">
              <a:defRPr b="1">
                <a:solidFill>
                  <a:schemeClr val="tx1"/>
                </a:solidFill>
                <a:latin typeface="Arial" pitchFamily="34" charset="0"/>
                <a:cs typeface="Arial" pitchFamily="34" charset="0"/>
              </a:defRPr>
            </a:lvl2pPr>
            <a:lvl3pPr marL="1081164" indent="-216233" defTabSz="914485">
              <a:defRPr b="1">
                <a:solidFill>
                  <a:schemeClr val="tx1"/>
                </a:solidFill>
                <a:latin typeface="Arial" pitchFamily="34" charset="0"/>
                <a:cs typeface="Arial" pitchFamily="34" charset="0"/>
              </a:defRPr>
            </a:lvl3pPr>
            <a:lvl4pPr marL="1513629" indent="-216233" defTabSz="914485">
              <a:defRPr b="1">
                <a:solidFill>
                  <a:schemeClr val="tx1"/>
                </a:solidFill>
                <a:latin typeface="Arial" pitchFamily="34" charset="0"/>
                <a:cs typeface="Arial" pitchFamily="34" charset="0"/>
              </a:defRPr>
            </a:lvl4pPr>
            <a:lvl5pPr marL="1946095" indent="-216233" defTabSz="914485">
              <a:defRPr b="1">
                <a:solidFill>
                  <a:schemeClr val="tx1"/>
                </a:solidFill>
                <a:latin typeface="Arial" pitchFamily="34" charset="0"/>
                <a:cs typeface="Arial" pitchFamily="34" charset="0"/>
              </a:defRPr>
            </a:lvl5pPr>
            <a:lvl6pPr marL="2378560" indent="-216233" defTabSz="914485" eaLnBrk="0" fontAlgn="base" hangingPunct="0">
              <a:spcBef>
                <a:spcPct val="50000"/>
              </a:spcBef>
              <a:spcAft>
                <a:spcPct val="0"/>
              </a:spcAft>
              <a:defRPr b="1">
                <a:solidFill>
                  <a:schemeClr val="tx1"/>
                </a:solidFill>
                <a:latin typeface="Arial" pitchFamily="34" charset="0"/>
                <a:cs typeface="Arial" pitchFamily="34" charset="0"/>
              </a:defRPr>
            </a:lvl6pPr>
            <a:lvl7pPr marL="2811026" indent="-216233" defTabSz="914485" eaLnBrk="0" fontAlgn="base" hangingPunct="0">
              <a:spcBef>
                <a:spcPct val="50000"/>
              </a:spcBef>
              <a:spcAft>
                <a:spcPct val="0"/>
              </a:spcAft>
              <a:defRPr b="1">
                <a:solidFill>
                  <a:schemeClr val="tx1"/>
                </a:solidFill>
                <a:latin typeface="Arial" pitchFamily="34" charset="0"/>
                <a:cs typeface="Arial" pitchFamily="34" charset="0"/>
              </a:defRPr>
            </a:lvl7pPr>
            <a:lvl8pPr marL="3243491" indent="-216233" defTabSz="914485" eaLnBrk="0" fontAlgn="base" hangingPunct="0">
              <a:spcBef>
                <a:spcPct val="50000"/>
              </a:spcBef>
              <a:spcAft>
                <a:spcPct val="0"/>
              </a:spcAft>
              <a:defRPr b="1">
                <a:solidFill>
                  <a:schemeClr val="tx1"/>
                </a:solidFill>
                <a:latin typeface="Arial" pitchFamily="34" charset="0"/>
                <a:cs typeface="Arial" pitchFamily="34" charset="0"/>
              </a:defRPr>
            </a:lvl8pPr>
            <a:lvl9pPr marL="3675957" indent="-216233" defTabSz="914485" eaLnBrk="0" fontAlgn="base" hangingPunct="0">
              <a:spcBef>
                <a:spcPct val="50000"/>
              </a:spcBef>
              <a:spcAft>
                <a:spcPct val="0"/>
              </a:spcAft>
              <a:defRPr b="1">
                <a:solidFill>
                  <a:schemeClr val="tx1"/>
                </a:solidFill>
                <a:latin typeface="Arial" pitchFamily="34" charset="0"/>
                <a:cs typeface="Arial" pitchFamily="34" charset="0"/>
              </a:defRPr>
            </a:lvl9pPr>
          </a:lstStyle>
          <a:p>
            <a:pPr marL="0" marR="0" lvl="0" indent="0" algn="r" defTabSz="914485" rtl="0" eaLnBrk="1" fontAlgn="auto" latinLnBrk="0" hangingPunct="1">
              <a:lnSpc>
                <a:spcPct val="100000"/>
              </a:lnSpc>
              <a:spcBef>
                <a:spcPts val="0"/>
              </a:spcBef>
              <a:spcAft>
                <a:spcPts val="0"/>
              </a:spcAft>
              <a:buClrTx/>
              <a:buSzTx/>
              <a:buFontTx/>
              <a:buNone/>
              <a:tabLst/>
              <a:defRPr/>
            </a:pPr>
            <a:fld id="{205BBD22-924E-4C50-91DD-79F357149B3D}" type="slidenum">
              <a:rPr kumimoji="0" lang="es-ES" altLang="en-US" sz="12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85" rtl="0" eaLnBrk="1" fontAlgn="auto" latinLnBrk="0" hangingPunct="1">
                <a:lnSpc>
                  <a:spcPct val="100000"/>
                </a:lnSpc>
                <a:spcBef>
                  <a:spcPts val="0"/>
                </a:spcBef>
                <a:spcAft>
                  <a:spcPts val="0"/>
                </a:spcAft>
                <a:buClrTx/>
                <a:buSzTx/>
                <a:buFontTx/>
                <a:buNone/>
                <a:tabLst/>
                <a:defRPr/>
              </a:pPr>
              <a:t>26</a:t>
            </a:fld>
            <a:endParaRPr kumimoji="0" lang="es-ES" altLang="en-US" sz="12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GB" altLang="pt-BR"/>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4E964EE-BC16-47EE-A2EC-2A46F28C76D7}" type="slidenum">
              <a:rPr kumimoji="0" lang="en-US" altLang="pt-BR" sz="1200" b="0" i="0" u="none" strike="noStrike" kern="1200" cap="none" spc="0" normalizeH="0" baseline="0" noProof="0">
                <a:ln>
                  <a:noFill/>
                </a:ln>
                <a:solidFill>
                  <a:prstClr val="black"/>
                </a:solidFill>
                <a:effectLst/>
                <a:uLnTx/>
                <a:uFillTx/>
                <a:latin typeface="Calibri"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pt-BR" sz="1200" b="0" i="0" u="none" strike="noStrike" kern="1200" cap="none" spc="0" normalizeH="0" baseline="0" noProof="0">
              <a:ln>
                <a:noFill/>
              </a:ln>
              <a:solidFill>
                <a:prstClr val="black"/>
              </a:solidFill>
              <a:effectLst/>
              <a:uLnTx/>
              <a:uFillTx/>
              <a:latin typeface="Calibri" pitchFamily="34" charset="0"/>
              <a:ea typeface="+mn-ea"/>
              <a:cs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Marcador de imagen de diapositiva"/>
          <p:cNvSpPr>
            <a:spLocks noGrp="1" noRot="1" noChangeAspect="1" noTextEdit="1"/>
          </p:cNvSpPr>
          <p:nvPr>
            <p:ph type="sldImg"/>
          </p:nvPr>
        </p:nvSpPr>
        <p:spPr>
          <a:xfrm>
            <a:off x="381000" y="685800"/>
            <a:ext cx="6096000" cy="3429000"/>
          </a:xfrm>
          <a:ln/>
        </p:spPr>
      </p:sp>
      <p:sp>
        <p:nvSpPr>
          <p:cNvPr id="57347" name="2 Marcador de notas"/>
          <p:cNvSpPr>
            <a:spLocks noGrp="1"/>
          </p:cNvSpPr>
          <p:nvPr>
            <p:ph type="body" idx="1"/>
          </p:nvPr>
        </p:nvSpPr>
        <p:spPr>
          <a:noFill/>
          <a:ln/>
        </p:spPr>
        <p:txBody>
          <a:bodyPr/>
          <a:lstStyle/>
          <a:p>
            <a:pPr eaLnBrk="1" hangingPunct="1"/>
            <a:endParaRPr lang="es-AR">
              <a:latin typeface="Arial" pitchFamily="34" charset="0"/>
              <a:cs typeface="Arial" pitchFamily="34" charset="0"/>
            </a:endParaRPr>
          </a:p>
        </p:txBody>
      </p:sp>
      <p:sp>
        <p:nvSpPr>
          <p:cNvPr id="57348" name="3 Marcador de número de diapositiva"/>
          <p:cNvSpPr>
            <a:spLocks noGrp="1"/>
          </p:cNvSpPr>
          <p:nvPr>
            <p:ph type="sldNum" sz="quarter" idx="5"/>
          </p:nvPr>
        </p:nvSpPr>
        <p:spPr>
          <a:noFill/>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4AD39C02-597C-40F0-926F-AFDF2036B1BE}" type="slidenum">
              <a:rPr kumimoji="0" lang="es-ES" sz="1200" b="0" i="0" u="none" strike="noStrike" kern="1200" cap="none" spc="0" normalizeH="0" baseline="0" noProof="0" smtClean="0">
                <a:ln>
                  <a:noFill/>
                </a:ln>
                <a:solidFill>
                  <a:prstClr val="black"/>
                </a:solidFill>
                <a:effectLst/>
                <a:uLnTx/>
                <a:uFillTx/>
                <a:latin typeface="Century Gothic"/>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31</a:t>
            </a:fld>
            <a:endParaRPr kumimoji="0" lang="es-ES" sz="1200" b="0" i="0" u="none" strike="noStrike" kern="1200" cap="none" spc="0" normalizeH="0" baseline="0" noProof="0">
              <a:ln>
                <a:noFill/>
              </a:ln>
              <a:solidFill>
                <a:prstClr val="black"/>
              </a:solidFill>
              <a:effectLst/>
              <a:uLnTx/>
              <a:uFillTx/>
              <a:latin typeface="Century Gothic"/>
              <a:ea typeface="+mn-ea"/>
              <a:cs typeface="+mn-cs"/>
            </a:endParaRPr>
          </a:p>
        </p:txBody>
      </p:sp>
    </p:spTree>
    <p:extLst>
      <p:ext uri="{BB962C8B-B14F-4D97-AF65-F5344CB8AC3E}">
        <p14:creationId xmlns:p14="http://schemas.microsoft.com/office/powerpoint/2010/main" val="1258905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Marcador de imagen de diapositiva"/>
          <p:cNvSpPr>
            <a:spLocks noGrp="1" noRot="1" noChangeAspect="1" noTextEdit="1"/>
          </p:cNvSpPr>
          <p:nvPr>
            <p:ph type="sldImg"/>
          </p:nvPr>
        </p:nvSpPr>
        <p:spPr>
          <a:xfrm>
            <a:off x="381000" y="685800"/>
            <a:ext cx="6096000" cy="3429000"/>
          </a:xfrm>
          <a:ln/>
        </p:spPr>
      </p:sp>
      <p:sp>
        <p:nvSpPr>
          <p:cNvPr id="57347" name="2 Marcador de notas"/>
          <p:cNvSpPr>
            <a:spLocks noGrp="1"/>
          </p:cNvSpPr>
          <p:nvPr>
            <p:ph type="body" idx="1"/>
          </p:nvPr>
        </p:nvSpPr>
        <p:spPr>
          <a:noFill/>
          <a:ln/>
        </p:spPr>
        <p:txBody>
          <a:bodyPr/>
          <a:lstStyle/>
          <a:p>
            <a:pPr eaLnBrk="1" hangingPunct="1"/>
            <a:endParaRPr lang="es-AR">
              <a:latin typeface="Arial" pitchFamily="34" charset="0"/>
              <a:cs typeface="Arial" pitchFamily="34" charset="0"/>
            </a:endParaRPr>
          </a:p>
        </p:txBody>
      </p:sp>
      <p:sp>
        <p:nvSpPr>
          <p:cNvPr id="57348" name="3 Marcador de número de diapositiva"/>
          <p:cNvSpPr>
            <a:spLocks noGrp="1"/>
          </p:cNvSpPr>
          <p:nvPr>
            <p:ph type="sldNum" sz="quarter" idx="5"/>
          </p:nvPr>
        </p:nvSpPr>
        <p:spPr>
          <a:noFill/>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4AD39C02-597C-40F0-926F-AFDF2036B1BE}" type="slidenum">
              <a:rPr kumimoji="0" lang="es-ES" sz="1200" b="0" i="0" u="none" strike="noStrike" kern="1200" cap="none" spc="0" normalizeH="0" baseline="0" noProof="0" smtClean="0">
                <a:ln>
                  <a:noFill/>
                </a:ln>
                <a:solidFill>
                  <a:prstClr val="black"/>
                </a:solidFill>
                <a:effectLst/>
                <a:uLnTx/>
                <a:uFillTx/>
                <a:latin typeface="Century Gothic"/>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33</a:t>
            </a:fld>
            <a:endParaRPr kumimoji="0" lang="es-ES" sz="1200" b="0" i="0" u="none" strike="noStrike" kern="1200" cap="none" spc="0" normalizeH="0" baseline="0" noProof="0">
              <a:ln>
                <a:noFill/>
              </a:ln>
              <a:solidFill>
                <a:prstClr val="black"/>
              </a:solidFill>
              <a:effectLst/>
              <a:uLnTx/>
              <a:uFillTx/>
              <a:latin typeface="Century Gothic"/>
              <a:ea typeface="+mn-ea"/>
              <a:cs typeface="+mn-cs"/>
            </a:endParaRPr>
          </a:p>
        </p:txBody>
      </p:sp>
    </p:spTree>
    <p:extLst>
      <p:ext uri="{BB962C8B-B14F-4D97-AF65-F5344CB8AC3E}">
        <p14:creationId xmlns:p14="http://schemas.microsoft.com/office/powerpoint/2010/main" val="3974184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12/11/25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12/11/25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12/11/25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12/11/25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12/11/25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12/11/25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12/11/25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12/11/25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12/11/25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12/11/25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12/11/25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22150962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877824"/>
            <a:ext cx="10972800" cy="2463800"/>
          </a:xfrm>
          <a:prstGeom prst="rect">
            <a:avLst/>
          </a:prstGeom>
        </p:spPr>
        <p:txBody>
          <a:bodyPr vert="horz" anchor="b" anchorCtr="0"/>
          <a:lstStyle>
            <a:lvl1pPr algn="ctr">
              <a:defRPr sz="4800" cap="all" spc="533">
                <a:solidFill>
                  <a:schemeClr val="bg1"/>
                </a:solidFill>
                <a:effectLst/>
              </a:defRPr>
            </a:lvl1pPr>
          </a:lstStyle>
          <a:p>
            <a:r>
              <a:rPr lang="en-US"/>
              <a:t>Click to edit Master title style</a:t>
            </a:r>
            <a:endParaRPr lang="es-ES_tradnl"/>
          </a:p>
        </p:txBody>
      </p:sp>
    </p:spTree>
    <p:extLst>
      <p:ext uri="{BB962C8B-B14F-4D97-AF65-F5344CB8AC3E}">
        <p14:creationId xmlns:p14="http://schemas.microsoft.com/office/powerpoint/2010/main" val="1537143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blank">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6" name="TextBox 5"/>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4107908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7" name="Content Placeholder 3"/>
          <p:cNvSpPr>
            <a:spLocks noGrp="1"/>
          </p:cNvSpPr>
          <p:nvPr>
            <p:ph sz="quarter" idx="10" hasCustomPrompt="1"/>
          </p:nvPr>
        </p:nvSpPr>
        <p:spPr>
          <a:xfrm>
            <a:off x="812800" y="1524000"/>
            <a:ext cx="10566400" cy="4669537"/>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8" name="TextBox 7"/>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422076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0" name="Content Placeholder 3"/>
          <p:cNvSpPr>
            <a:spLocks noGrp="1"/>
          </p:cNvSpPr>
          <p:nvPr>
            <p:ph sz="quarter" idx="10" hasCustomPrompt="1"/>
          </p:nvPr>
        </p:nvSpPr>
        <p:spPr>
          <a:xfrm>
            <a:off x="812800" y="1524000"/>
            <a:ext cx="5201920" cy="4669537"/>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1" name="Content Placeholder 3"/>
          <p:cNvSpPr>
            <a:spLocks noGrp="1"/>
          </p:cNvSpPr>
          <p:nvPr>
            <p:ph sz="quarter" idx="13" hasCustomPrompt="1"/>
          </p:nvPr>
        </p:nvSpPr>
        <p:spPr>
          <a:xfrm>
            <a:off x="6177280" y="1524000"/>
            <a:ext cx="5201920" cy="4669537"/>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2" name="TextBox 11"/>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4060777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_C3">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9" name="Content Placeholder 3"/>
          <p:cNvSpPr>
            <a:spLocks noGrp="1"/>
          </p:cNvSpPr>
          <p:nvPr>
            <p:ph sz="quarter" idx="10" hasCustomPrompt="1"/>
          </p:nvPr>
        </p:nvSpPr>
        <p:spPr>
          <a:xfrm>
            <a:off x="812800" y="1524000"/>
            <a:ext cx="3413760" cy="4669537"/>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Content Placeholder 3"/>
          <p:cNvSpPr>
            <a:spLocks noGrp="1"/>
          </p:cNvSpPr>
          <p:nvPr>
            <p:ph sz="quarter" idx="13" hasCustomPrompt="1"/>
          </p:nvPr>
        </p:nvSpPr>
        <p:spPr>
          <a:xfrm>
            <a:off x="4389120" y="1524000"/>
            <a:ext cx="3413760" cy="4669537"/>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0" name="Content Placeholder 3"/>
          <p:cNvSpPr>
            <a:spLocks noGrp="1"/>
          </p:cNvSpPr>
          <p:nvPr>
            <p:ph sz="quarter" idx="14" hasCustomPrompt="1"/>
          </p:nvPr>
        </p:nvSpPr>
        <p:spPr>
          <a:xfrm>
            <a:off x="7965440" y="1523999"/>
            <a:ext cx="3413760" cy="4666148"/>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3"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4" name="TextBox 13"/>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486779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_C4">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3" name="Content Placeholder 3"/>
          <p:cNvSpPr>
            <a:spLocks noGrp="1"/>
          </p:cNvSpPr>
          <p:nvPr>
            <p:ph sz="quarter" idx="20" hasCustomPrompt="1"/>
          </p:nvPr>
        </p:nvSpPr>
        <p:spPr>
          <a:xfrm>
            <a:off x="812800" y="1523999"/>
            <a:ext cx="251968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1" name="Content Placeholder 3"/>
          <p:cNvSpPr>
            <a:spLocks noGrp="1"/>
          </p:cNvSpPr>
          <p:nvPr>
            <p:ph sz="quarter" idx="28" hasCustomPrompt="1"/>
          </p:nvPr>
        </p:nvSpPr>
        <p:spPr>
          <a:xfrm>
            <a:off x="3495040" y="1523999"/>
            <a:ext cx="251968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2" name="Content Placeholder 3"/>
          <p:cNvSpPr>
            <a:spLocks noGrp="1"/>
          </p:cNvSpPr>
          <p:nvPr>
            <p:ph sz="quarter" idx="29" hasCustomPrompt="1"/>
          </p:nvPr>
        </p:nvSpPr>
        <p:spPr>
          <a:xfrm>
            <a:off x="6177280" y="1523999"/>
            <a:ext cx="251968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3" name="Content Placeholder 3"/>
          <p:cNvSpPr>
            <a:spLocks noGrp="1"/>
          </p:cNvSpPr>
          <p:nvPr>
            <p:ph sz="quarter" idx="30" hasCustomPrompt="1"/>
          </p:nvPr>
        </p:nvSpPr>
        <p:spPr>
          <a:xfrm>
            <a:off x="8859520" y="1523999"/>
            <a:ext cx="251968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7"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9" name="TextBox 18"/>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9021298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_C5">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3" name="Content Placeholder 3"/>
          <p:cNvSpPr>
            <a:spLocks noGrp="1"/>
          </p:cNvSpPr>
          <p:nvPr>
            <p:ph sz="quarter" idx="20" hasCustomPrompt="1"/>
          </p:nvPr>
        </p:nvSpPr>
        <p:spPr>
          <a:xfrm>
            <a:off x="812800" y="1523999"/>
            <a:ext cx="203200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9" name="Content Placeholder 3"/>
          <p:cNvSpPr>
            <a:spLocks noGrp="1"/>
          </p:cNvSpPr>
          <p:nvPr>
            <p:ph sz="quarter" idx="30" hasCustomPrompt="1"/>
          </p:nvPr>
        </p:nvSpPr>
        <p:spPr>
          <a:xfrm>
            <a:off x="2946400" y="1523999"/>
            <a:ext cx="203200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0" name="Content Placeholder 3"/>
          <p:cNvSpPr>
            <a:spLocks noGrp="1"/>
          </p:cNvSpPr>
          <p:nvPr>
            <p:ph sz="quarter" idx="31" hasCustomPrompt="1"/>
          </p:nvPr>
        </p:nvSpPr>
        <p:spPr>
          <a:xfrm>
            <a:off x="5080000" y="1523999"/>
            <a:ext cx="203200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4" name="Content Placeholder 3"/>
          <p:cNvSpPr>
            <a:spLocks noGrp="1"/>
          </p:cNvSpPr>
          <p:nvPr>
            <p:ph sz="quarter" idx="32" hasCustomPrompt="1"/>
          </p:nvPr>
        </p:nvSpPr>
        <p:spPr>
          <a:xfrm>
            <a:off x="7213600" y="1523999"/>
            <a:ext cx="203200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5" name="Content Placeholder 3"/>
          <p:cNvSpPr>
            <a:spLocks noGrp="1"/>
          </p:cNvSpPr>
          <p:nvPr>
            <p:ph sz="quarter" idx="33" hasCustomPrompt="1"/>
          </p:nvPr>
        </p:nvSpPr>
        <p:spPr>
          <a:xfrm>
            <a:off x="9347200" y="1523999"/>
            <a:ext cx="203200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21"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3" name="TextBox 22"/>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1044405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_C6">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523999"/>
            <a:ext cx="1625600" cy="467360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4" name="Content Placeholder 3"/>
          <p:cNvSpPr>
            <a:spLocks noGrp="1"/>
          </p:cNvSpPr>
          <p:nvPr>
            <p:ph sz="quarter" idx="23" hasCustomPrompt="1"/>
          </p:nvPr>
        </p:nvSpPr>
        <p:spPr>
          <a:xfrm>
            <a:off x="2600960" y="1523999"/>
            <a:ext cx="1625600" cy="467360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5" name="Content Placeholder 3"/>
          <p:cNvSpPr>
            <a:spLocks noGrp="1"/>
          </p:cNvSpPr>
          <p:nvPr>
            <p:ph sz="quarter" idx="24" hasCustomPrompt="1"/>
          </p:nvPr>
        </p:nvSpPr>
        <p:spPr>
          <a:xfrm>
            <a:off x="4389120" y="1523999"/>
            <a:ext cx="1625600" cy="467360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6" name="Content Placeholder 3"/>
          <p:cNvSpPr>
            <a:spLocks noGrp="1"/>
          </p:cNvSpPr>
          <p:nvPr>
            <p:ph sz="quarter" idx="25" hasCustomPrompt="1"/>
          </p:nvPr>
        </p:nvSpPr>
        <p:spPr>
          <a:xfrm>
            <a:off x="6177280" y="1523999"/>
            <a:ext cx="1625600" cy="467360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7" name="Content Placeholder 3"/>
          <p:cNvSpPr>
            <a:spLocks noGrp="1"/>
          </p:cNvSpPr>
          <p:nvPr>
            <p:ph sz="quarter" idx="26" hasCustomPrompt="1"/>
          </p:nvPr>
        </p:nvSpPr>
        <p:spPr>
          <a:xfrm>
            <a:off x="7965440" y="1523999"/>
            <a:ext cx="1625600" cy="467360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8" name="Content Placeholder 3"/>
          <p:cNvSpPr>
            <a:spLocks noGrp="1"/>
          </p:cNvSpPr>
          <p:nvPr>
            <p:ph sz="quarter" idx="27" hasCustomPrompt="1"/>
          </p:nvPr>
        </p:nvSpPr>
        <p:spPr>
          <a:xfrm>
            <a:off x="9759951" y="1523999"/>
            <a:ext cx="1625600" cy="467360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pic>
        <p:nvPicPr>
          <p:cNvPr id="17"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9" name="TextBox 18"/>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5984919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_H1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6" name="Text Placeholder 22"/>
          <p:cNvSpPr>
            <a:spLocks noGrp="1"/>
          </p:cNvSpPr>
          <p:nvPr>
            <p:ph type="body" sz="quarter" idx="12"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7" name="Content Placeholder 3"/>
          <p:cNvSpPr>
            <a:spLocks noGrp="1"/>
          </p:cNvSpPr>
          <p:nvPr>
            <p:ph sz="quarter" idx="10" hasCustomPrompt="1"/>
          </p:nvPr>
        </p:nvSpPr>
        <p:spPr>
          <a:xfrm>
            <a:off x="812800" y="1987296"/>
            <a:ext cx="10566400" cy="4206240"/>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8" name="TextBox 7"/>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8703081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_H1 Bold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6" name="Text Placeholder 22"/>
          <p:cNvSpPr>
            <a:spLocks noGrp="1"/>
          </p:cNvSpPr>
          <p:nvPr>
            <p:ph type="body" sz="quarter" idx="12"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 Bold</a:t>
            </a:r>
          </a:p>
        </p:txBody>
      </p:sp>
      <p:sp>
        <p:nvSpPr>
          <p:cNvPr id="8" name="Content Placeholder 3"/>
          <p:cNvSpPr>
            <a:spLocks noGrp="1"/>
          </p:cNvSpPr>
          <p:nvPr>
            <p:ph sz="quarter" idx="10" hasCustomPrompt="1"/>
          </p:nvPr>
        </p:nvSpPr>
        <p:spPr>
          <a:xfrm>
            <a:off x="812800" y="1987296"/>
            <a:ext cx="10566400" cy="4206240"/>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7" name="TextBox 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0870594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_H1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6" name="Text Placeholder 22"/>
          <p:cNvSpPr>
            <a:spLocks noGrp="1"/>
          </p:cNvSpPr>
          <p:nvPr>
            <p:ph type="body" sz="quarter" idx="12"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0" name="Content Placeholder 3"/>
          <p:cNvSpPr>
            <a:spLocks noGrp="1"/>
          </p:cNvSpPr>
          <p:nvPr>
            <p:ph sz="quarter" idx="10" hasCustomPrompt="1"/>
          </p:nvPr>
        </p:nvSpPr>
        <p:spPr>
          <a:xfrm>
            <a:off x="812800" y="1987296"/>
            <a:ext cx="5201920" cy="4206240"/>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1" name="Content Placeholder 3"/>
          <p:cNvSpPr>
            <a:spLocks noGrp="1"/>
          </p:cNvSpPr>
          <p:nvPr>
            <p:ph sz="quarter" idx="13" hasCustomPrompt="1"/>
          </p:nvPr>
        </p:nvSpPr>
        <p:spPr>
          <a:xfrm>
            <a:off x="6177280" y="1987296"/>
            <a:ext cx="5201920" cy="4206240"/>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8" name="Text Placeholder 22"/>
          <p:cNvSpPr>
            <a:spLocks noGrp="1"/>
          </p:cNvSpPr>
          <p:nvPr>
            <p:ph type="body" sz="quarter" idx="14" hasCustomPrompt="1"/>
          </p:nvPr>
        </p:nvSpPr>
        <p:spPr>
          <a:xfrm>
            <a:off x="6177280" y="1523999"/>
            <a:ext cx="520192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pic>
        <p:nvPicPr>
          <p:cNvPr id="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2" name="TextBox 11"/>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571879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_H1_C3">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6" name="Text Placeholder 22"/>
          <p:cNvSpPr>
            <a:spLocks noGrp="1"/>
          </p:cNvSpPr>
          <p:nvPr>
            <p:ph type="body" sz="quarter" idx="12"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9" name="Content Placeholder 3"/>
          <p:cNvSpPr>
            <a:spLocks noGrp="1"/>
          </p:cNvSpPr>
          <p:nvPr>
            <p:ph sz="quarter" idx="10" hasCustomPrompt="1"/>
          </p:nvPr>
        </p:nvSpPr>
        <p:spPr>
          <a:xfrm>
            <a:off x="812800" y="1987296"/>
            <a:ext cx="3413760" cy="4206240"/>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Content Placeholder 3"/>
          <p:cNvSpPr>
            <a:spLocks noGrp="1"/>
          </p:cNvSpPr>
          <p:nvPr>
            <p:ph sz="quarter" idx="13" hasCustomPrompt="1"/>
          </p:nvPr>
        </p:nvSpPr>
        <p:spPr>
          <a:xfrm>
            <a:off x="4389120" y="1987296"/>
            <a:ext cx="3413760" cy="4206240"/>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0" name="Content Placeholder 3"/>
          <p:cNvSpPr>
            <a:spLocks noGrp="1"/>
          </p:cNvSpPr>
          <p:nvPr>
            <p:ph sz="quarter" idx="14" hasCustomPrompt="1"/>
          </p:nvPr>
        </p:nvSpPr>
        <p:spPr>
          <a:xfrm>
            <a:off x="7965440" y="1987296"/>
            <a:ext cx="3413760" cy="4202851"/>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1" name="Text Placeholder 22"/>
          <p:cNvSpPr>
            <a:spLocks noGrp="1"/>
          </p:cNvSpPr>
          <p:nvPr>
            <p:ph type="body" sz="quarter" idx="15" hasCustomPrompt="1"/>
          </p:nvPr>
        </p:nvSpPr>
        <p:spPr>
          <a:xfrm>
            <a:off x="4389120" y="1523999"/>
            <a:ext cx="699008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2" name="Text Placeholder 22"/>
          <p:cNvSpPr>
            <a:spLocks noGrp="1"/>
          </p:cNvSpPr>
          <p:nvPr>
            <p:ph type="body" sz="quarter" idx="16" hasCustomPrompt="1"/>
          </p:nvPr>
        </p:nvSpPr>
        <p:spPr>
          <a:xfrm>
            <a:off x="7965440" y="1523999"/>
            <a:ext cx="341376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pic>
        <p:nvPicPr>
          <p:cNvPr id="13"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4" name="TextBox 13"/>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614683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_H1_H2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2410627"/>
            <a:ext cx="10566400" cy="3779520"/>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pic>
        <p:nvPicPr>
          <p:cNvPr id="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0" name="TextBox 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544220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_H1_H2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2410629"/>
            <a:ext cx="5201920" cy="3779520"/>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2139696"/>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1" name="Text Placeholder 22"/>
          <p:cNvSpPr>
            <a:spLocks noGrp="1"/>
          </p:cNvSpPr>
          <p:nvPr>
            <p:ph type="body" sz="quarter" idx="15"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5" name="Content Placeholder 3"/>
          <p:cNvSpPr>
            <a:spLocks noGrp="1"/>
          </p:cNvSpPr>
          <p:nvPr>
            <p:ph sz="quarter" idx="16" hasCustomPrompt="1"/>
          </p:nvPr>
        </p:nvSpPr>
        <p:spPr>
          <a:xfrm>
            <a:off x="6177280" y="2410629"/>
            <a:ext cx="5201920" cy="3779520"/>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6" name="Text Placeholder 22"/>
          <p:cNvSpPr>
            <a:spLocks noGrp="1"/>
          </p:cNvSpPr>
          <p:nvPr>
            <p:ph type="body" sz="quarter" idx="17" hasCustomPrompt="1"/>
          </p:nvPr>
        </p:nvSpPr>
        <p:spPr>
          <a:xfrm>
            <a:off x="6177280" y="2139696"/>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0" name="Text Placeholder 22"/>
          <p:cNvSpPr>
            <a:spLocks noGrp="1"/>
          </p:cNvSpPr>
          <p:nvPr>
            <p:ph type="body" sz="quarter" idx="18" hasCustomPrompt="1"/>
          </p:nvPr>
        </p:nvSpPr>
        <p:spPr>
          <a:xfrm>
            <a:off x="6177280" y="1523999"/>
            <a:ext cx="520192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pic>
        <p:nvPicPr>
          <p:cNvPr id="12"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3" name="TextBox 12"/>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8960611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_H1_H2_C3">
    <p:spTree>
      <p:nvGrpSpPr>
        <p:cNvPr id="1" name=""/>
        <p:cNvGrpSpPr/>
        <p:nvPr/>
      </p:nvGrpSpPr>
      <p:grpSpPr>
        <a:xfrm>
          <a:off x="0" y="0"/>
          <a:ext cx="0" cy="0"/>
          <a:chOff x="0" y="0"/>
          <a:chExt cx="0" cy="0"/>
        </a:xfrm>
      </p:grpSpPr>
      <p:sp>
        <p:nvSpPr>
          <p:cNvPr id="16" name="Content Placeholder 3"/>
          <p:cNvSpPr>
            <a:spLocks noGrp="1"/>
          </p:cNvSpPr>
          <p:nvPr>
            <p:ph sz="quarter" idx="18" hasCustomPrompt="1"/>
          </p:nvPr>
        </p:nvSpPr>
        <p:spPr>
          <a:xfrm>
            <a:off x="4389120" y="2410628"/>
            <a:ext cx="3413760" cy="3779520"/>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2410627"/>
            <a:ext cx="3413760" cy="3779520"/>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2139695"/>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3" name="Text Placeholder 22"/>
          <p:cNvSpPr>
            <a:spLocks noGrp="1"/>
          </p:cNvSpPr>
          <p:nvPr>
            <p:ph type="body" sz="quarter" idx="15" hasCustomPrompt="1"/>
          </p:nvPr>
        </p:nvSpPr>
        <p:spPr>
          <a:xfrm>
            <a:off x="4389120" y="2139695"/>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5" name="Text Placeholder 22"/>
          <p:cNvSpPr>
            <a:spLocks noGrp="1"/>
          </p:cNvSpPr>
          <p:nvPr>
            <p:ph type="body" sz="quarter" idx="17" hasCustomPrompt="1"/>
          </p:nvPr>
        </p:nvSpPr>
        <p:spPr>
          <a:xfrm>
            <a:off x="7965440" y="2139695"/>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8" name="Content Placeholder 3"/>
          <p:cNvSpPr>
            <a:spLocks noGrp="1"/>
          </p:cNvSpPr>
          <p:nvPr>
            <p:ph sz="quarter" idx="19" hasCustomPrompt="1"/>
          </p:nvPr>
        </p:nvSpPr>
        <p:spPr>
          <a:xfrm>
            <a:off x="7965440" y="2410628"/>
            <a:ext cx="3413760" cy="3779520"/>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9" name="Text Placeholder 22"/>
          <p:cNvSpPr>
            <a:spLocks noGrp="1"/>
          </p:cNvSpPr>
          <p:nvPr>
            <p:ph type="body" sz="quarter" idx="20" hasCustomPrompt="1"/>
          </p:nvPr>
        </p:nvSpPr>
        <p:spPr>
          <a:xfrm>
            <a:off x="4389120" y="1523999"/>
            <a:ext cx="699008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20" name="Text Placeholder 22"/>
          <p:cNvSpPr>
            <a:spLocks noGrp="1"/>
          </p:cNvSpPr>
          <p:nvPr>
            <p:ph type="body" sz="quarter" idx="21" hasCustomPrompt="1"/>
          </p:nvPr>
        </p:nvSpPr>
        <p:spPr>
          <a:xfrm>
            <a:off x="7965440" y="1523999"/>
            <a:ext cx="341376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pic>
        <p:nvPicPr>
          <p:cNvPr id="14"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7" name="TextBox 1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0567343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_H1_H2_H3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2" name="Text Placeholder 22"/>
          <p:cNvSpPr>
            <a:spLocks noGrp="1"/>
          </p:cNvSpPr>
          <p:nvPr>
            <p:ph type="body" sz="quarter" idx="19"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3" name="Content Placeholder 3"/>
          <p:cNvSpPr>
            <a:spLocks noGrp="1"/>
          </p:cNvSpPr>
          <p:nvPr>
            <p:ph sz="quarter" idx="20" hasCustomPrompt="1"/>
          </p:nvPr>
        </p:nvSpPr>
        <p:spPr>
          <a:xfrm>
            <a:off x="812800" y="2756070"/>
            <a:ext cx="10566400" cy="3434077"/>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Text Placeholder 22"/>
          <p:cNvSpPr>
            <a:spLocks noGrp="1"/>
          </p:cNvSpPr>
          <p:nvPr>
            <p:ph type="body" sz="quarter" idx="21" hasCustomPrompt="1"/>
          </p:nvPr>
        </p:nvSpPr>
        <p:spPr>
          <a:xfrm>
            <a:off x="812800" y="2570482"/>
            <a:ext cx="105664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pic>
        <p:nvPicPr>
          <p:cNvPr id="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0" name="TextBox 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4629729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_H1_H2_H3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2" name="Text Placeholder 22"/>
          <p:cNvSpPr>
            <a:spLocks noGrp="1"/>
          </p:cNvSpPr>
          <p:nvPr>
            <p:ph type="body" sz="quarter" idx="19"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3" name="Content Placeholder 3"/>
          <p:cNvSpPr>
            <a:spLocks noGrp="1"/>
          </p:cNvSpPr>
          <p:nvPr>
            <p:ph sz="quarter" idx="20" hasCustomPrompt="1"/>
          </p:nvPr>
        </p:nvSpPr>
        <p:spPr>
          <a:xfrm>
            <a:off x="812800" y="2756069"/>
            <a:ext cx="520192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Text Placeholder 22"/>
          <p:cNvSpPr>
            <a:spLocks noGrp="1"/>
          </p:cNvSpPr>
          <p:nvPr>
            <p:ph type="body" sz="quarter" idx="21" hasCustomPrompt="1"/>
          </p:nvPr>
        </p:nvSpPr>
        <p:spPr>
          <a:xfrm>
            <a:off x="812800" y="2570482"/>
            <a:ext cx="520192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23" hasCustomPrompt="1"/>
          </p:nvPr>
        </p:nvSpPr>
        <p:spPr>
          <a:xfrm>
            <a:off x="6177280" y="2570482"/>
            <a:ext cx="520192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1" name="Content Placeholder 3"/>
          <p:cNvSpPr>
            <a:spLocks noGrp="1"/>
          </p:cNvSpPr>
          <p:nvPr>
            <p:ph sz="quarter" idx="24" hasCustomPrompt="1"/>
          </p:nvPr>
        </p:nvSpPr>
        <p:spPr>
          <a:xfrm>
            <a:off x="6177280" y="2756069"/>
            <a:ext cx="520192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5" name="Text Placeholder 22"/>
          <p:cNvSpPr>
            <a:spLocks noGrp="1"/>
          </p:cNvSpPr>
          <p:nvPr>
            <p:ph type="body" sz="quarter" idx="25" hasCustomPrompt="1"/>
          </p:nvPr>
        </p:nvSpPr>
        <p:spPr>
          <a:xfrm>
            <a:off x="6177280" y="2139695"/>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6" name="Text Placeholder 22"/>
          <p:cNvSpPr>
            <a:spLocks noGrp="1"/>
          </p:cNvSpPr>
          <p:nvPr>
            <p:ph type="body" sz="quarter" idx="26" hasCustomPrompt="1"/>
          </p:nvPr>
        </p:nvSpPr>
        <p:spPr>
          <a:xfrm>
            <a:off x="6177280" y="1523999"/>
            <a:ext cx="520192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pic>
        <p:nvPicPr>
          <p:cNvPr id="17"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9" name="TextBox 18"/>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0166287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_H1_H2_H3_C3">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3" name="Content Placeholder 3"/>
          <p:cNvSpPr>
            <a:spLocks noGrp="1"/>
          </p:cNvSpPr>
          <p:nvPr>
            <p:ph sz="quarter" idx="20" hasCustomPrompt="1"/>
          </p:nvPr>
        </p:nvSpPr>
        <p:spPr>
          <a:xfrm>
            <a:off x="812800" y="2756069"/>
            <a:ext cx="341376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Text Placeholder 22"/>
          <p:cNvSpPr>
            <a:spLocks noGrp="1"/>
          </p:cNvSpPr>
          <p:nvPr>
            <p:ph type="body" sz="quarter" idx="21" hasCustomPrompt="1"/>
          </p:nvPr>
        </p:nvSpPr>
        <p:spPr>
          <a:xfrm>
            <a:off x="812800" y="2570482"/>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1" name="Text Placeholder 22"/>
          <p:cNvSpPr>
            <a:spLocks noGrp="1"/>
          </p:cNvSpPr>
          <p:nvPr>
            <p:ph type="body" sz="quarter" idx="23" hasCustomPrompt="1"/>
          </p:nvPr>
        </p:nvSpPr>
        <p:spPr>
          <a:xfrm>
            <a:off x="4389120" y="2570482"/>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6" name="Text Placeholder 22"/>
          <p:cNvSpPr>
            <a:spLocks noGrp="1"/>
          </p:cNvSpPr>
          <p:nvPr>
            <p:ph type="body" sz="quarter" idx="25" hasCustomPrompt="1"/>
          </p:nvPr>
        </p:nvSpPr>
        <p:spPr>
          <a:xfrm>
            <a:off x="7965440" y="2570482"/>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7" name="Text Placeholder 22"/>
          <p:cNvSpPr>
            <a:spLocks noGrp="1"/>
          </p:cNvSpPr>
          <p:nvPr>
            <p:ph type="body" sz="quarter" idx="19"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8" name="Content Placeholder 3"/>
          <p:cNvSpPr>
            <a:spLocks noGrp="1"/>
          </p:cNvSpPr>
          <p:nvPr>
            <p:ph sz="quarter" idx="26" hasCustomPrompt="1"/>
          </p:nvPr>
        </p:nvSpPr>
        <p:spPr>
          <a:xfrm>
            <a:off x="4389120" y="2756069"/>
            <a:ext cx="341376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9" name="Content Placeholder 3"/>
          <p:cNvSpPr>
            <a:spLocks noGrp="1"/>
          </p:cNvSpPr>
          <p:nvPr>
            <p:ph sz="quarter" idx="27" hasCustomPrompt="1"/>
          </p:nvPr>
        </p:nvSpPr>
        <p:spPr>
          <a:xfrm>
            <a:off x="7965440" y="2756069"/>
            <a:ext cx="341376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0" name="Text Placeholder 22"/>
          <p:cNvSpPr>
            <a:spLocks noGrp="1"/>
          </p:cNvSpPr>
          <p:nvPr>
            <p:ph type="body" sz="quarter" idx="28" hasCustomPrompt="1"/>
          </p:nvPr>
        </p:nvSpPr>
        <p:spPr>
          <a:xfrm>
            <a:off x="4389120" y="2139695"/>
            <a:ext cx="69900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1" name="Text Placeholder 22"/>
          <p:cNvSpPr>
            <a:spLocks noGrp="1"/>
          </p:cNvSpPr>
          <p:nvPr>
            <p:ph type="body" sz="quarter" idx="29" hasCustomPrompt="1"/>
          </p:nvPr>
        </p:nvSpPr>
        <p:spPr>
          <a:xfrm>
            <a:off x="7965440" y="2139695"/>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15"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2" name="TextBox 21"/>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4034809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_H1_H2_H3_C4">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3" name="Content Placeholder 3"/>
          <p:cNvSpPr>
            <a:spLocks noGrp="1"/>
          </p:cNvSpPr>
          <p:nvPr>
            <p:ph sz="quarter" idx="20" hasCustomPrompt="1"/>
          </p:nvPr>
        </p:nvSpPr>
        <p:spPr>
          <a:xfrm>
            <a:off x="812800" y="2756069"/>
            <a:ext cx="251968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Text Placeholder 22"/>
          <p:cNvSpPr>
            <a:spLocks noGrp="1"/>
          </p:cNvSpPr>
          <p:nvPr>
            <p:ph type="body" sz="quarter" idx="21" hasCustomPrompt="1"/>
          </p:nvPr>
        </p:nvSpPr>
        <p:spPr>
          <a:xfrm>
            <a:off x="812800" y="257048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23" hasCustomPrompt="1"/>
          </p:nvPr>
        </p:nvSpPr>
        <p:spPr>
          <a:xfrm>
            <a:off x="3495040" y="257048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Text Placeholder 22"/>
          <p:cNvSpPr>
            <a:spLocks noGrp="1"/>
          </p:cNvSpPr>
          <p:nvPr>
            <p:ph type="body" sz="quarter" idx="25" hasCustomPrompt="1"/>
          </p:nvPr>
        </p:nvSpPr>
        <p:spPr>
          <a:xfrm>
            <a:off x="6177280" y="257048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5" name="Text Placeholder 22"/>
          <p:cNvSpPr>
            <a:spLocks noGrp="1"/>
          </p:cNvSpPr>
          <p:nvPr>
            <p:ph type="body" sz="quarter" idx="27" hasCustomPrompt="1"/>
          </p:nvPr>
        </p:nvSpPr>
        <p:spPr>
          <a:xfrm>
            <a:off x="8859520" y="257048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5" name="Text Placeholder 22"/>
          <p:cNvSpPr>
            <a:spLocks noGrp="1"/>
          </p:cNvSpPr>
          <p:nvPr>
            <p:ph type="body" sz="quarter" idx="19"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1" name="Content Placeholder 3"/>
          <p:cNvSpPr>
            <a:spLocks noGrp="1"/>
          </p:cNvSpPr>
          <p:nvPr>
            <p:ph sz="quarter" idx="28" hasCustomPrompt="1"/>
          </p:nvPr>
        </p:nvSpPr>
        <p:spPr>
          <a:xfrm>
            <a:off x="3495040" y="2756069"/>
            <a:ext cx="251968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2" name="Content Placeholder 3"/>
          <p:cNvSpPr>
            <a:spLocks noGrp="1"/>
          </p:cNvSpPr>
          <p:nvPr>
            <p:ph sz="quarter" idx="29" hasCustomPrompt="1"/>
          </p:nvPr>
        </p:nvSpPr>
        <p:spPr>
          <a:xfrm>
            <a:off x="6177280" y="2756069"/>
            <a:ext cx="251968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3" name="Content Placeholder 3"/>
          <p:cNvSpPr>
            <a:spLocks noGrp="1"/>
          </p:cNvSpPr>
          <p:nvPr>
            <p:ph sz="quarter" idx="30" hasCustomPrompt="1"/>
          </p:nvPr>
        </p:nvSpPr>
        <p:spPr>
          <a:xfrm>
            <a:off x="8859520" y="2756069"/>
            <a:ext cx="251968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6" name="Text Placeholder 22"/>
          <p:cNvSpPr>
            <a:spLocks noGrp="1"/>
          </p:cNvSpPr>
          <p:nvPr>
            <p:ph type="body" sz="quarter" idx="31" hasCustomPrompt="1"/>
          </p:nvPr>
        </p:nvSpPr>
        <p:spPr>
          <a:xfrm>
            <a:off x="3495040" y="2139695"/>
            <a:ext cx="78841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7" name="Text Placeholder 22"/>
          <p:cNvSpPr>
            <a:spLocks noGrp="1"/>
          </p:cNvSpPr>
          <p:nvPr>
            <p:ph type="body" sz="quarter" idx="32" hasCustomPrompt="1"/>
          </p:nvPr>
        </p:nvSpPr>
        <p:spPr>
          <a:xfrm>
            <a:off x="6177280" y="2139695"/>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8" name="Text Placeholder 22"/>
          <p:cNvSpPr>
            <a:spLocks noGrp="1"/>
          </p:cNvSpPr>
          <p:nvPr>
            <p:ph type="body" sz="quarter" idx="33" hasCustomPrompt="1"/>
          </p:nvPr>
        </p:nvSpPr>
        <p:spPr>
          <a:xfrm>
            <a:off x="8859520" y="2139695"/>
            <a:ext cx="25196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17"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9" name="TextBox 18"/>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7711001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_H1_H2_H3_C5">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3" name="Content Placeholder 3"/>
          <p:cNvSpPr>
            <a:spLocks noGrp="1"/>
          </p:cNvSpPr>
          <p:nvPr>
            <p:ph sz="quarter" idx="20" hasCustomPrompt="1"/>
          </p:nvPr>
        </p:nvSpPr>
        <p:spPr>
          <a:xfrm>
            <a:off x="812800" y="2756069"/>
            <a:ext cx="20320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Text Placeholder 22"/>
          <p:cNvSpPr>
            <a:spLocks noGrp="1"/>
          </p:cNvSpPr>
          <p:nvPr>
            <p:ph type="body" sz="quarter" idx="21" hasCustomPrompt="1"/>
          </p:nvPr>
        </p:nvSpPr>
        <p:spPr>
          <a:xfrm>
            <a:off x="812800" y="257048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6" name="Text Placeholder 22"/>
          <p:cNvSpPr>
            <a:spLocks noGrp="1"/>
          </p:cNvSpPr>
          <p:nvPr>
            <p:ph type="body" sz="quarter" idx="23" hasCustomPrompt="1"/>
          </p:nvPr>
        </p:nvSpPr>
        <p:spPr>
          <a:xfrm>
            <a:off x="2946400" y="257048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2" name="Text Placeholder 22"/>
          <p:cNvSpPr>
            <a:spLocks noGrp="1"/>
          </p:cNvSpPr>
          <p:nvPr>
            <p:ph type="body" sz="quarter" idx="25" hasCustomPrompt="1"/>
          </p:nvPr>
        </p:nvSpPr>
        <p:spPr>
          <a:xfrm>
            <a:off x="5080000" y="257048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6" name="Text Placeholder 22"/>
          <p:cNvSpPr>
            <a:spLocks noGrp="1"/>
          </p:cNvSpPr>
          <p:nvPr>
            <p:ph type="body" sz="quarter" idx="27" hasCustomPrompt="1"/>
          </p:nvPr>
        </p:nvSpPr>
        <p:spPr>
          <a:xfrm>
            <a:off x="7213600" y="257048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9" hasCustomPrompt="1"/>
          </p:nvPr>
        </p:nvSpPr>
        <p:spPr>
          <a:xfrm>
            <a:off x="9347200" y="257048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7" name="Text Placeholder 22"/>
          <p:cNvSpPr>
            <a:spLocks noGrp="1"/>
          </p:cNvSpPr>
          <p:nvPr>
            <p:ph type="body" sz="quarter" idx="19"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9" name="Content Placeholder 3"/>
          <p:cNvSpPr>
            <a:spLocks noGrp="1"/>
          </p:cNvSpPr>
          <p:nvPr>
            <p:ph sz="quarter" idx="30" hasCustomPrompt="1"/>
          </p:nvPr>
        </p:nvSpPr>
        <p:spPr>
          <a:xfrm>
            <a:off x="2946400" y="2756069"/>
            <a:ext cx="20320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0" name="Content Placeholder 3"/>
          <p:cNvSpPr>
            <a:spLocks noGrp="1"/>
          </p:cNvSpPr>
          <p:nvPr>
            <p:ph sz="quarter" idx="31" hasCustomPrompt="1"/>
          </p:nvPr>
        </p:nvSpPr>
        <p:spPr>
          <a:xfrm>
            <a:off x="5080000" y="2756069"/>
            <a:ext cx="20320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4" name="Content Placeholder 3"/>
          <p:cNvSpPr>
            <a:spLocks noGrp="1"/>
          </p:cNvSpPr>
          <p:nvPr>
            <p:ph sz="quarter" idx="32" hasCustomPrompt="1"/>
          </p:nvPr>
        </p:nvSpPr>
        <p:spPr>
          <a:xfrm>
            <a:off x="7213600" y="2756069"/>
            <a:ext cx="20320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5" name="Content Placeholder 3"/>
          <p:cNvSpPr>
            <a:spLocks noGrp="1"/>
          </p:cNvSpPr>
          <p:nvPr>
            <p:ph sz="quarter" idx="33" hasCustomPrompt="1"/>
          </p:nvPr>
        </p:nvSpPr>
        <p:spPr>
          <a:xfrm>
            <a:off x="9347200" y="2756069"/>
            <a:ext cx="20320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9" name="Text Placeholder 22"/>
          <p:cNvSpPr>
            <a:spLocks noGrp="1"/>
          </p:cNvSpPr>
          <p:nvPr>
            <p:ph type="body" sz="quarter" idx="34" hasCustomPrompt="1"/>
          </p:nvPr>
        </p:nvSpPr>
        <p:spPr>
          <a:xfrm>
            <a:off x="2946400" y="2139695"/>
            <a:ext cx="84328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0" name="Text Placeholder 22"/>
          <p:cNvSpPr>
            <a:spLocks noGrp="1"/>
          </p:cNvSpPr>
          <p:nvPr>
            <p:ph type="body" sz="quarter" idx="35" hasCustomPrompt="1"/>
          </p:nvPr>
        </p:nvSpPr>
        <p:spPr>
          <a:xfrm>
            <a:off x="5080000" y="2139695"/>
            <a:ext cx="62992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1" name="Text Placeholder 22"/>
          <p:cNvSpPr>
            <a:spLocks noGrp="1"/>
          </p:cNvSpPr>
          <p:nvPr>
            <p:ph type="body" sz="quarter" idx="36" hasCustomPrompt="1"/>
          </p:nvPr>
        </p:nvSpPr>
        <p:spPr>
          <a:xfrm>
            <a:off x="7213600" y="2139695"/>
            <a:ext cx="41656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3" name="Text Placeholder 22"/>
          <p:cNvSpPr>
            <a:spLocks noGrp="1"/>
          </p:cNvSpPr>
          <p:nvPr>
            <p:ph type="body" sz="quarter" idx="37" hasCustomPrompt="1"/>
          </p:nvPr>
        </p:nvSpPr>
        <p:spPr>
          <a:xfrm>
            <a:off x="9347200" y="2139695"/>
            <a:ext cx="20320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21"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3" name="TextBox 22"/>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6641062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_H1_H2_H3_C6">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3" name="Content Placeholder 3"/>
          <p:cNvSpPr>
            <a:spLocks noGrp="1"/>
          </p:cNvSpPr>
          <p:nvPr>
            <p:ph sz="quarter" idx="20" hasCustomPrompt="1"/>
          </p:nvPr>
        </p:nvSpPr>
        <p:spPr>
          <a:xfrm>
            <a:off x="812800" y="2756069"/>
            <a:ext cx="16256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50000"/>
              </a:lnSpc>
              <a:spcBef>
                <a:spcPts val="533"/>
              </a:spcBef>
              <a:defRPr sz="933"/>
            </a:lvl4pPr>
            <a:lvl5pPr marL="840296" indent="-152396">
              <a:lnSpc>
                <a:spcPct val="150000"/>
              </a:lnSpc>
              <a:spcBef>
                <a:spcPts val="533"/>
              </a:spcBef>
              <a:defRPr sz="933" baseline="0"/>
            </a:lvl5pPr>
          </a:lstStyle>
          <a:p>
            <a:pPr lvl="0"/>
            <a:r>
              <a:rPr lang="en-US"/>
              <a:t>Body text</a:t>
            </a:r>
          </a:p>
          <a:p>
            <a:pPr lvl="1"/>
            <a:r>
              <a:rPr lang="en-US"/>
              <a:t>First level</a:t>
            </a:r>
          </a:p>
          <a:p>
            <a:pPr lvl="2"/>
            <a:r>
              <a:rPr lang="en-US"/>
              <a:t>Second level</a:t>
            </a:r>
          </a:p>
        </p:txBody>
      </p:sp>
      <p:sp>
        <p:nvSpPr>
          <p:cNvPr id="14" name="Text Placeholder 22"/>
          <p:cNvSpPr>
            <a:spLocks noGrp="1"/>
          </p:cNvSpPr>
          <p:nvPr>
            <p:ph type="body" sz="quarter" idx="21" hasCustomPrompt="1"/>
          </p:nvPr>
        </p:nvSpPr>
        <p:spPr>
          <a:xfrm>
            <a:off x="812800" y="257048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23" hasCustomPrompt="1"/>
          </p:nvPr>
        </p:nvSpPr>
        <p:spPr>
          <a:xfrm>
            <a:off x="2600960" y="257048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Text Placeholder 22"/>
          <p:cNvSpPr>
            <a:spLocks noGrp="1"/>
          </p:cNvSpPr>
          <p:nvPr>
            <p:ph type="body" sz="quarter" idx="25" hasCustomPrompt="1"/>
          </p:nvPr>
        </p:nvSpPr>
        <p:spPr>
          <a:xfrm>
            <a:off x="4389120" y="257048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5" name="Text Placeholder 22"/>
          <p:cNvSpPr>
            <a:spLocks noGrp="1"/>
          </p:cNvSpPr>
          <p:nvPr>
            <p:ph type="body" sz="quarter" idx="27" hasCustomPrompt="1"/>
          </p:nvPr>
        </p:nvSpPr>
        <p:spPr>
          <a:xfrm>
            <a:off x="6177280" y="257048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30" name="Text Placeholder 22"/>
          <p:cNvSpPr>
            <a:spLocks noGrp="1"/>
          </p:cNvSpPr>
          <p:nvPr>
            <p:ph type="body" sz="quarter" idx="29" hasCustomPrompt="1"/>
          </p:nvPr>
        </p:nvSpPr>
        <p:spPr>
          <a:xfrm>
            <a:off x="7965440" y="257048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32" name="Text Placeholder 22"/>
          <p:cNvSpPr>
            <a:spLocks noGrp="1"/>
          </p:cNvSpPr>
          <p:nvPr>
            <p:ph type="body" sz="quarter" idx="31" hasCustomPrompt="1"/>
          </p:nvPr>
        </p:nvSpPr>
        <p:spPr>
          <a:xfrm>
            <a:off x="9753600" y="257048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1" name="Text Placeholder 22"/>
          <p:cNvSpPr>
            <a:spLocks noGrp="1"/>
          </p:cNvSpPr>
          <p:nvPr>
            <p:ph type="body" sz="quarter" idx="19"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3" name="Content Placeholder 3"/>
          <p:cNvSpPr>
            <a:spLocks noGrp="1"/>
          </p:cNvSpPr>
          <p:nvPr>
            <p:ph sz="quarter" idx="32" hasCustomPrompt="1"/>
          </p:nvPr>
        </p:nvSpPr>
        <p:spPr>
          <a:xfrm>
            <a:off x="2600960" y="2756069"/>
            <a:ext cx="16256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50000"/>
              </a:lnSpc>
              <a:spcBef>
                <a:spcPts val="533"/>
              </a:spcBef>
              <a:defRPr sz="933"/>
            </a:lvl4pPr>
            <a:lvl5pPr marL="840296" indent="-152396">
              <a:lnSpc>
                <a:spcPct val="150000"/>
              </a:lnSpc>
              <a:spcBef>
                <a:spcPts val="533"/>
              </a:spcBef>
              <a:defRPr sz="933" baseline="0"/>
            </a:lvl5pPr>
          </a:lstStyle>
          <a:p>
            <a:pPr lvl="0"/>
            <a:r>
              <a:rPr lang="en-US"/>
              <a:t>Body text</a:t>
            </a:r>
          </a:p>
          <a:p>
            <a:pPr lvl="1"/>
            <a:r>
              <a:rPr lang="en-US"/>
              <a:t>First level</a:t>
            </a:r>
          </a:p>
          <a:p>
            <a:pPr lvl="2"/>
            <a:r>
              <a:rPr lang="en-US"/>
              <a:t>Second level</a:t>
            </a:r>
          </a:p>
        </p:txBody>
      </p:sp>
      <p:sp>
        <p:nvSpPr>
          <p:cNvPr id="26" name="Content Placeholder 3"/>
          <p:cNvSpPr>
            <a:spLocks noGrp="1"/>
          </p:cNvSpPr>
          <p:nvPr>
            <p:ph sz="quarter" idx="33" hasCustomPrompt="1"/>
          </p:nvPr>
        </p:nvSpPr>
        <p:spPr>
          <a:xfrm>
            <a:off x="4389120" y="2756069"/>
            <a:ext cx="16256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50000"/>
              </a:lnSpc>
              <a:spcBef>
                <a:spcPts val="533"/>
              </a:spcBef>
              <a:defRPr sz="933"/>
            </a:lvl4pPr>
            <a:lvl5pPr marL="840296" indent="-152396">
              <a:lnSpc>
                <a:spcPct val="150000"/>
              </a:lnSpc>
              <a:spcBef>
                <a:spcPts val="533"/>
              </a:spcBef>
              <a:defRPr sz="933" baseline="0"/>
            </a:lvl5pPr>
          </a:lstStyle>
          <a:p>
            <a:pPr lvl="0"/>
            <a:r>
              <a:rPr lang="en-US"/>
              <a:t>Body text</a:t>
            </a:r>
          </a:p>
          <a:p>
            <a:pPr lvl="1"/>
            <a:r>
              <a:rPr lang="en-US"/>
              <a:t>First level</a:t>
            </a:r>
          </a:p>
          <a:p>
            <a:pPr lvl="2"/>
            <a:r>
              <a:rPr lang="en-US"/>
              <a:t>Second level</a:t>
            </a:r>
          </a:p>
        </p:txBody>
      </p:sp>
      <p:sp>
        <p:nvSpPr>
          <p:cNvPr id="27" name="Content Placeholder 3"/>
          <p:cNvSpPr>
            <a:spLocks noGrp="1"/>
          </p:cNvSpPr>
          <p:nvPr>
            <p:ph sz="quarter" idx="34" hasCustomPrompt="1"/>
          </p:nvPr>
        </p:nvSpPr>
        <p:spPr>
          <a:xfrm>
            <a:off x="6177280" y="2756069"/>
            <a:ext cx="16256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50000"/>
              </a:lnSpc>
              <a:spcBef>
                <a:spcPts val="533"/>
              </a:spcBef>
              <a:defRPr sz="933"/>
            </a:lvl4pPr>
            <a:lvl5pPr marL="840296" indent="-152396">
              <a:lnSpc>
                <a:spcPct val="150000"/>
              </a:lnSpc>
              <a:spcBef>
                <a:spcPts val="533"/>
              </a:spcBef>
              <a:defRPr sz="933" baseline="0"/>
            </a:lvl5pPr>
          </a:lstStyle>
          <a:p>
            <a:pPr lvl="0"/>
            <a:r>
              <a:rPr lang="en-US"/>
              <a:t>Body text</a:t>
            </a:r>
          </a:p>
          <a:p>
            <a:pPr lvl="1"/>
            <a:r>
              <a:rPr lang="en-US"/>
              <a:t>First level</a:t>
            </a:r>
          </a:p>
          <a:p>
            <a:pPr lvl="2"/>
            <a:r>
              <a:rPr lang="en-US"/>
              <a:t>Second level</a:t>
            </a:r>
          </a:p>
        </p:txBody>
      </p:sp>
      <p:sp>
        <p:nvSpPr>
          <p:cNvPr id="28" name="Content Placeholder 3"/>
          <p:cNvSpPr>
            <a:spLocks noGrp="1"/>
          </p:cNvSpPr>
          <p:nvPr>
            <p:ph sz="quarter" idx="35" hasCustomPrompt="1"/>
          </p:nvPr>
        </p:nvSpPr>
        <p:spPr>
          <a:xfrm>
            <a:off x="7965440" y="2756069"/>
            <a:ext cx="16256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50000"/>
              </a:lnSpc>
              <a:spcBef>
                <a:spcPts val="533"/>
              </a:spcBef>
              <a:defRPr sz="933"/>
            </a:lvl4pPr>
            <a:lvl5pPr marL="840296" indent="-152396">
              <a:lnSpc>
                <a:spcPct val="150000"/>
              </a:lnSpc>
              <a:spcBef>
                <a:spcPts val="533"/>
              </a:spcBef>
              <a:defRPr sz="933" baseline="0"/>
            </a:lvl5pPr>
          </a:lstStyle>
          <a:p>
            <a:pPr lvl="0"/>
            <a:r>
              <a:rPr lang="en-US"/>
              <a:t>Body text</a:t>
            </a:r>
          </a:p>
          <a:p>
            <a:pPr lvl="1"/>
            <a:r>
              <a:rPr lang="en-US"/>
              <a:t>First level</a:t>
            </a:r>
          </a:p>
          <a:p>
            <a:pPr lvl="2"/>
            <a:r>
              <a:rPr lang="en-US"/>
              <a:t>Second level</a:t>
            </a:r>
          </a:p>
        </p:txBody>
      </p:sp>
      <p:sp>
        <p:nvSpPr>
          <p:cNvPr id="33" name="Content Placeholder 3"/>
          <p:cNvSpPr>
            <a:spLocks noGrp="1"/>
          </p:cNvSpPr>
          <p:nvPr>
            <p:ph sz="quarter" idx="36" hasCustomPrompt="1"/>
          </p:nvPr>
        </p:nvSpPr>
        <p:spPr>
          <a:xfrm>
            <a:off x="9753600" y="2756069"/>
            <a:ext cx="16256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50000"/>
              </a:lnSpc>
              <a:spcBef>
                <a:spcPts val="533"/>
              </a:spcBef>
              <a:defRPr sz="933"/>
            </a:lvl4pPr>
            <a:lvl5pPr marL="840296" indent="-152396">
              <a:lnSpc>
                <a:spcPct val="150000"/>
              </a:lnSpc>
              <a:spcBef>
                <a:spcPts val="533"/>
              </a:spcBef>
              <a:defRPr sz="933" baseline="0"/>
            </a:lvl5pPr>
          </a:lstStyle>
          <a:p>
            <a:pPr lvl="0"/>
            <a:r>
              <a:rPr lang="en-US"/>
              <a:t>Body text</a:t>
            </a:r>
          </a:p>
          <a:p>
            <a:pPr lvl="1"/>
            <a:r>
              <a:rPr lang="en-US"/>
              <a:t>First level</a:t>
            </a:r>
          </a:p>
          <a:p>
            <a:pPr lvl="2"/>
            <a:r>
              <a:rPr lang="en-US"/>
              <a:t>Second level</a:t>
            </a:r>
          </a:p>
        </p:txBody>
      </p:sp>
      <p:pic>
        <p:nvPicPr>
          <p:cNvPr id="1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2" name="TextBox 21"/>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9205299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_H2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96533"/>
            <a:ext cx="1056640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8"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6" name="TextBox 5"/>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673449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_H2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96533"/>
            <a:ext cx="520192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25600"/>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1" name="Text Placeholder 22"/>
          <p:cNvSpPr>
            <a:spLocks noGrp="1"/>
          </p:cNvSpPr>
          <p:nvPr>
            <p:ph type="body" sz="quarter" idx="14" hasCustomPrompt="1"/>
          </p:nvPr>
        </p:nvSpPr>
        <p:spPr>
          <a:xfrm>
            <a:off x="6177280" y="1625600"/>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9" name="Content Placeholder 3"/>
          <p:cNvSpPr>
            <a:spLocks noGrp="1"/>
          </p:cNvSpPr>
          <p:nvPr>
            <p:ph sz="quarter" idx="15" hasCustomPrompt="1"/>
          </p:nvPr>
        </p:nvSpPr>
        <p:spPr>
          <a:xfrm>
            <a:off x="6177280" y="1896533"/>
            <a:ext cx="520192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0"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8" name="TextBox 7"/>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40352331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_H2_C3">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96533"/>
            <a:ext cx="341376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25600"/>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5" name="Text Placeholder 22"/>
          <p:cNvSpPr>
            <a:spLocks noGrp="1"/>
          </p:cNvSpPr>
          <p:nvPr>
            <p:ph type="body" sz="quarter" idx="14" hasCustomPrompt="1"/>
          </p:nvPr>
        </p:nvSpPr>
        <p:spPr>
          <a:xfrm>
            <a:off x="4389120" y="1625600"/>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7" name="Text Placeholder 22"/>
          <p:cNvSpPr>
            <a:spLocks noGrp="1"/>
          </p:cNvSpPr>
          <p:nvPr>
            <p:ph type="body" sz="quarter" idx="16" hasCustomPrompt="1"/>
          </p:nvPr>
        </p:nvSpPr>
        <p:spPr>
          <a:xfrm>
            <a:off x="7965440" y="1625600"/>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2" name="Content Placeholder 3"/>
          <p:cNvSpPr>
            <a:spLocks noGrp="1"/>
          </p:cNvSpPr>
          <p:nvPr>
            <p:ph sz="quarter" idx="17" hasCustomPrompt="1"/>
          </p:nvPr>
        </p:nvSpPr>
        <p:spPr>
          <a:xfrm>
            <a:off x="4389120" y="1896533"/>
            <a:ext cx="341376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3" name="Content Placeholder 3"/>
          <p:cNvSpPr>
            <a:spLocks noGrp="1"/>
          </p:cNvSpPr>
          <p:nvPr>
            <p:ph sz="quarter" idx="18" hasCustomPrompt="1"/>
          </p:nvPr>
        </p:nvSpPr>
        <p:spPr>
          <a:xfrm>
            <a:off x="7965440" y="1896533"/>
            <a:ext cx="341376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0"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1" name="TextBox 10"/>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7637013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_H2_C4">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96533"/>
            <a:ext cx="251968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25600"/>
            <a:ext cx="25196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2" name="Text Placeholder 22"/>
          <p:cNvSpPr>
            <a:spLocks noGrp="1"/>
          </p:cNvSpPr>
          <p:nvPr>
            <p:ph type="body" sz="quarter" idx="14" hasCustomPrompt="1"/>
          </p:nvPr>
        </p:nvSpPr>
        <p:spPr>
          <a:xfrm>
            <a:off x="3495040" y="1625600"/>
            <a:ext cx="25196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4" name="Text Placeholder 22"/>
          <p:cNvSpPr>
            <a:spLocks noGrp="1"/>
          </p:cNvSpPr>
          <p:nvPr>
            <p:ph type="body" sz="quarter" idx="16" hasCustomPrompt="1"/>
          </p:nvPr>
        </p:nvSpPr>
        <p:spPr>
          <a:xfrm>
            <a:off x="6168249" y="1625600"/>
            <a:ext cx="25196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1" name="Text Placeholder 22"/>
          <p:cNvSpPr>
            <a:spLocks noGrp="1"/>
          </p:cNvSpPr>
          <p:nvPr>
            <p:ph type="body" sz="quarter" idx="18" hasCustomPrompt="1"/>
          </p:nvPr>
        </p:nvSpPr>
        <p:spPr>
          <a:xfrm>
            <a:off x="8859520" y="1625600"/>
            <a:ext cx="25196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6" name="Content Placeholder 3"/>
          <p:cNvSpPr>
            <a:spLocks noGrp="1"/>
          </p:cNvSpPr>
          <p:nvPr>
            <p:ph sz="quarter" idx="19" hasCustomPrompt="1"/>
          </p:nvPr>
        </p:nvSpPr>
        <p:spPr>
          <a:xfrm>
            <a:off x="3495040" y="1896533"/>
            <a:ext cx="251968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7" name="Content Placeholder 3"/>
          <p:cNvSpPr>
            <a:spLocks noGrp="1"/>
          </p:cNvSpPr>
          <p:nvPr>
            <p:ph sz="quarter" idx="20" hasCustomPrompt="1"/>
          </p:nvPr>
        </p:nvSpPr>
        <p:spPr>
          <a:xfrm>
            <a:off x="6168249" y="1896533"/>
            <a:ext cx="251968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Content Placeholder 3"/>
          <p:cNvSpPr>
            <a:spLocks noGrp="1"/>
          </p:cNvSpPr>
          <p:nvPr>
            <p:ph sz="quarter" idx="21" hasCustomPrompt="1"/>
          </p:nvPr>
        </p:nvSpPr>
        <p:spPr>
          <a:xfrm>
            <a:off x="8859520" y="1896533"/>
            <a:ext cx="251968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3"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5" name="TextBox 14"/>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4363316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_H2_H3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4" name="Text Placeholder 22"/>
          <p:cNvSpPr>
            <a:spLocks noGrp="1"/>
          </p:cNvSpPr>
          <p:nvPr>
            <p:ph type="body" sz="quarter" idx="19"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5" name="Content Placeholder 3"/>
          <p:cNvSpPr>
            <a:spLocks noGrp="1"/>
          </p:cNvSpPr>
          <p:nvPr>
            <p:ph sz="quarter" idx="20" hasCustomPrompt="1"/>
          </p:nvPr>
        </p:nvSpPr>
        <p:spPr>
          <a:xfrm>
            <a:off x="812800" y="2241975"/>
            <a:ext cx="10566400" cy="3946143"/>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6" name="Text Placeholder 22"/>
          <p:cNvSpPr>
            <a:spLocks noGrp="1"/>
          </p:cNvSpPr>
          <p:nvPr>
            <p:ph type="body" sz="quarter" idx="21" hasCustomPrompt="1"/>
          </p:nvPr>
        </p:nvSpPr>
        <p:spPr>
          <a:xfrm>
            <a:off x="812800" y="2056388"/>
            <a:ext cx="105664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pic>
        <p:nvPicPr>
          <p:cNvPr id="8"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7" name="TextBox 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0227288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_H2_H3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5" name="Content Placeholder 3"/>
          <p:cNvSpPr>
            <a:spLocks noGrp="1"/>
          </p:cNvSpPr>
          <p:nvPr>
            <p:ph sz="quarter" idx="20" hasCustomPrompt="1"/>
          </p:nvPr>
        </p:nvSpPr>
        <p:spPr>
          <a:xfrm>
            <a:off x="812800" y="2241975"/>
            <a:ext cx="520192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6" name="Text Placeholder 22"/>
          <p:cNvSpPr>
            <a:spLocks noGrp="1"/>
          </p:cNvSpPr>
          <p:nvPr>
            <p:ph type="body" sz="quarter" idx="21" hasCustomPrompt="1"/>
          </p:nvPr>
        </p:nvSpPr>
        <p:spPr>
          <a:xfrm>
            <a:off x="812800" y="2056388"/>
            <a:ext cx="520192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3" hasCustomPrompt="1"/>
          </p:nvPr>
        </p:nvSpPr>
        <p:spPr>
          <a:xfrm>
            <a:off x="6177280" y="2056388"/>
            <a:ext cx="520192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9" name="Text Placeholder 22"/>
          <p:cNvSpPr>
            <a:spLocks noGrp="1"/>
          </p:cNvSpPr>
          <p:nvPr>
            <p:ph type="body" sz="quarter" idx="19"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1" name="Content Placeholder 3"/>
          <p:cNvSpPr>
            <a:spLocks noGrp="1"/>
          </p:cNvSpPr>
          <p:nvPr>
            <p:ph sz="quarter" idx="24" hasCustomPrompt="1"/>
          </p:nvPr>
        </p:nvSpPr>
        <p:spPr>
          <a:xfrm>
            <a:off x="6177280" y="2241975"/>
            <a:ext cx="520192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2" name="Text Placeholder 22"/>
          <p:cNvSpPr>
            <a:spLocks noGrp="1"/>
          </p:cNvSpPr>
          <p:nvPr>
            <p:ph type="body" sz="quarter" idx="25" hasCustomPrompt="1"/>
          </p:nvPr>
        </p:nvSpPr>
        <p:spPr>
          <a:xfrm>
            <a:off x="6177280" y="1625600"/>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13"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0" name="TextBox 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5750730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_H2_H3_C3">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5" name="Content Placeholder 3"/>
          <p:cNvSpPr>
            <a:spLocks noGrp="1"/>
          </p:cNvSpPr>
          <p:nvPr>
            <p:ph sz="quarter" idx="20" hasCustomPrompt="1"/>
          </p:nvPr>
        </p:nvSpPr>
        <p:spPr>
          <a:xfrm>
            <a:off x="812800" y="2241975"/>
            <a:ext cx="341376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6" name="Text Placeholder 22"/>
          <p:cNvSpPr>
            <a:spLocks noGrp="1"/>
          </p:cNvSpPr>
          <p:nvPr>
            <p:ph type="body" sz="quarter" idx="21" hasCustomPrompt="1"/>
          </p:nvPr>
        </p:nvSpPr>
        <p:spPr>
          <a:xfrm>
            <a:off x="812800" y="2056388"/>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4" name="Text Placeholder 22"/>
          <p:cNvSpPr>
            <a:spLocks noGrp="1"/>
          </p:cNvSpPr>
          <p:nvPr>
            <p:ph type="body" sz="quarter" idx="23" hasCustomPrompt="1"/>
          </p:nvPr>
        </p:nvSpPr>
        <p:spPr>
          <a:xfrm>
            <a:off x="4389120" y="2056388"/>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6" name="Text Placeholder 22"/>
          <p:cNvSpPr>
            <a:spLocks noGrp="1"/>
          </p:cNvSpPr>
          <p:nvPr>
            <p:ph type="body" sz="quarter" idx="25" hasCustomPrompt="1"/>
          </p:nvPr>
        </p:nvSpPr>
        <p:spPr>
          <a:xfrm>
            <a:off x="7965440" y="2056388"/>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1" name="Text Placeholder 22"/>
          <p:cNvSpPr>
            <a:spLocks noGrp="1"/>
          </p:cNvSpPr>
          <p:nvPr>
            <p:ph type="body" sz="quarter" idx="19"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3" name="Content Placeholder 3"/>
          <p:cNvSpPr>
            <a:spLocks noGrp="1"/>
          </p:cNvSpPr>
          <p:nvPr>
            <p:ph sz="quarter" idx="26" hasCustomPrompt="1"/>
          </p:nvPr>
        </p:nvSpPr>
        <p:spPr>
          <a:xfrm>
            <a:off x="4389120" y="2241975"/>
            <a:ext cx="341376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Content Placeholder 3"/>
          <p:cNvSpPr>
            <a:spLocks noGrp="1"/>
          </p:cNvSpPr>
          <p:nvPr>
            <p:ph sz="quarter" idx="27" hasCustomPrompt="1"/>
          </p:nvPr>
        </p:nvSpPr>
        <p:spPr>
          <a:xfrm>
            <a:off x="7965440" y="2241975"/>
            <a:ext cx="341376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7" name="Text Placeholder 22"/>
          <p:cNvSpPr>
            <a:spLocks noGrp="1"/>
          </p:cNvSpPr>
          <p:nvPr>
            <p:ph type="body" sz="quarter" idx="28" hasCustomPrompt="1"/>
          </p:nvPr>
        </p:nvSpPr>
        <p:spPr>
          <a:xfrm>
            <a:off x="4389120" y="1625600"/>
            <a:ext cx="69900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8" name="Text Placeholder 22"/>
          <p:cNvSpPr>
            <a:spLocks noGrp="1"/>
          </p:cNvSpPr>
          <p:nvPr>
            <p:ph type="body" sz="quarter" idx="29" hasCustomPrompt="1"/>
          </p:nvPr>
        </p:nvSpPr>
        <p:spPr>
          <a:xfrm>
            <a:off x="7965440" y="1625600"/>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1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0" name="TextBox 1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9452007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_H2_H3_C4">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5" name="Content Placeholder 3"/>
          <p:cNvSpPr>
            <a:spLocks noGrp="1"/>
          </p:cNvSpPr>
          <p:nvPr>
            <p:ph sz="quarter" idx="20" hasCustomPrompt="1"/>
          </p:nvPr>
        </p:nvSpPr>
        <p:spPr>
          <a:xfrm>
            <a:off x="812800" y="2241975"/>
            <a:ext cx="251968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6" name="Text Placeholder 22"/>
          <p:cNvSpPr>
            <a:spLocks noGrp="1"/>
          </p:cNvSpPr>
          <p:nvPr>
            <p:ph type="body" sz="quarter" idx="21" hasCustomPrompt="1"/>
          </p:nvPr>
        </p:nvSpPr>
        <p:spPr>
          <a:xfrm>
            <a:off x="812800" y="2056388"/>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7" name="Text Placeholder 22"/>
          <p:cNvSpPr>
            <a:spLocks noGrp="1"/>
          </p:cNvSpPr>
          <p:nvPr>
            <p:ph type="body" sz="quarter" idx="13" hasCustomPrompt="1"/>
          </p:nvPr>
        </p:nvSpPr>
        <p:spPr>
          <a:xfrm>
            <a:off x="3495040" y="2056388"/>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14" hasCustomPrompt="1"/>
          </p:nvPr>
        </p:nvSpPr>
        <p:spPr>
          <a:xfrm>
            <a:off x="6177280" y="2056388"/>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5" hasCustomPrompt="1"/>
          </p:nvPr>
        </p:nvSpPr>
        <p:spPr>
          <a:xfrm>
            <a:off x="8859520" y="2056388"/>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3" name="Text Placeholder 22"/>
          <p:cNvSpPr>
            <a:spLocks noGrp="1"/>
          </p:cNvSpPr>
          <p:nvPr>
            <p:ph type="body" sz="quarter" idx="19"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3" name="Content Placeholder 3"/>
          <p:cNvSpPr>
            <a:spLocks noGrp="1"/>
          </p:cNvSpPr>
          <p:nvPr>
            <p:ph sz="quarter" idx="22" hasCustomPrompt="1"/>
          </p:nvPr>
        </p:nvSpPr>
        <p:spPr>
          <a:xfrm>
            <a:off x="3495040" y="2241975"/>
            <a:ext cx="251968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4" name="Content Placeholder 3"/>
          <p:cNvSpPr>
            <a:spLocks noGrp="1"/>
          </p:cNvSpPr>
          <p:nvPr>
            <p:ph sz="quarter" idx="23" hasCustomPrompt="1"/>
          </p:nvPr>
        </p:nvSpPr>
        <p:spPr>
          <a:xfrm>
            <a:off x="6177280" y="2241975"/>
            <a:ext cx="251968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5" name="Content Placeholder 3"/>
          <p:cNvSpPr>
            <a:spLocks noGrp="1"/>
          </p:cNvSpPr>
          <p:nvPr>
            <p:ph sz="quarter" idx="24" hasCustomPrompt="1"/>
          </p:nvPr>
        </p:nvSpPr>
        <p:spPr>
          <a:xfrm>
            <a:off x="8859520" y="2241975"/>
            <a:ext cx="251968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6" name="Text Placeholder 22"/>
          <p:cNvSpPr>
            <a:spLocks noGrp="1"/>
          </p:cNvSpPr>
          <p:nvPr>
            <p:ph type="body" sz="quarter" idx="25" hasCustomPrompt="1"/>
          </p:nvPr>
        </p:nvSpPr>
        <p:spPr>
          <a:xfrm>
            <a:off x="3495040" y="1625600"/>
            <a:ext cx="78841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7" name="Text Placeholder 22"/>
          <p:cNvSpPr>
            <a:spLocks noGrp="1"/>
          </p:cNvSpPr>
          <p:nvPr>
            <p:ph type="body" sz="quarter" idx="26" hasCustomPrompt="1"/>
          </p:nvPr>
        </p:nvSpPr>
        <p:spPr>
          <a:xfrm>
            <a:off x="6177280" y="1625600"/>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8" name="Text Placeholder 22"/>
          <p:cNvSpPr>
            <a:spLocks noGrp="1"/>
          </p:cNvSpPr>
          <p:nvPr>
            <p:ph type="body" sz="quarter" idx="27" hasCustomPrompt="1"/>
          </p:nvPr>
        </p:nvSpPr>
        <p:spPr>
          <a:xfrm>
            <a:off x="8859520" y="1625600"/>
            <a:ext cx="25196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20"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1" name="TextBox 20"/>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7519551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_H2_H3_C5">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2240620"/>
            <a:ext cx="20320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7" name="Text Placeholder 22"/>
          <p:cNvSpPr>
            <a:spLocks noGrp="1"/>
          </p:cNvSpPr>
          <p:nvPr>
            <p:ph type="body" sz="quarter" idx="12" hasCustomPrompt="1"/>
          </p:nvPr>
        </p:nvSpPr>
        <p:spPr>
          <a:xfrm>
            <a:off x="812800" y="2055033"/>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2" name="Text Placeholder 22"/>
          <p:cNvSpPr>
            <a:spLocks noGrp="1"/>
          </p:cNvSpPr>
          <p:nvPr>
            <p:ph type="body" sz="quarter" idx="14" hasCustomPrompt="1"/>
          </p:nvPr>
        </p:nvSpPr>
        <p:spPr>
          <a:xfrm>
            <a:off x="2946400" y="2055033"/>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4" name="Text Placeholder 22"/>
          <p:cNvSpPr>
            <a:spLocks noGrp="1"/>
          </p:cNvSpPr>
          <p:nvPr>
            <p:ph type="body" sz="quarter" idx="16" hasCustomPrompt="1"/>
          </p:nvPr>
        </p:nvSpPr>
        <p:spPr>
          <a:xfrm>
            <a:off x="5080000" y="2055033"/>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6" name="Text Placeholder 22"/>
          <p:cNvSpPr>
            <a:spLocks noGrp="1"/>
          </p:cNvSpPr>
          <p:nvPr>
            <p:ph type="body" sz="quarter" idx="18" hasCustomPrompt="1"/>
          </p:nvPr>
        </p:nvSpPr>
        <p:spPr>
          <a:xfrm>
            <a:off x="7213600" y="2055033"/>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0" hasCustomPrompt="1"/>
          </p:nvPr>
        </p:nvSpPr>
        <p:spPr>
          <a:xfrm>
            <a:off x="9347200" y="2055033"/>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5" name="Text Placeholder 22"/>
          <p:cNvSpPr>
            <a:spLocks noGrp="1"/>
          </p:cNvSpPr>
          <p:nvPr>
            <p:ph type="body" sz="quarter" idx="21"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7" name="Content Placeholder 3"/>
          <p:cNvSpPr>
            <a:spLocks noGrp="1"/>
          </p:cNvSpPr>
          <p:nvPr>
            <p:ph sz="quarter" idx="22" hasCustomPrompt="1"/>
          </p:nvPr>
        </p:nvSpPr>
        <p:spPr>
          <a:xfrm>
            <a:off x="2946400" y="2240620"/>
            <a:ext cx="20320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18" name="Content Placeholder 3"/>
          <p:cNvSpPr>
            <a:spLocks noGrp="1"/>
          </p:cNvSpPr>
          <p:nvPr>
            <p:ph sz="quarter" idx="23" hasCustomPrompt="1"/>
          </p:nvPr>
        </p:nvSpPr>
        <p:spPr>
          <a:xfrm>
            <a:off x="5080000" y="2240620"/>
            <a:ext cx="20320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19" name="Content Placeholder 3"/>
          <p:cNvSpPr>
            <a:spLocks noGrp="1"/>
          </p:cNvSpPr>
          <p:nvPr>
            <p:ph sz="quarter" idx="24" hasCustomPrompt="1"/>
          </p:nvPr>
        </p:nvSpPr>
        <p:spPr>
          <a:xfrm>
            <a:off x="7213600" y="2240620"/>
            <a:ext cx="20320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20" name="Content Placeholder 3"/>
          <p:cNvSpPr>
            <a:spLocks noGrp="1"/>
          </p:cNvSpPr>
          <p:nvPr>
            <p:ph sz="quarter" idx="25" hasCustomPrompt="1"/>
          </p:nvPr>
        </p:nvSpPr>
        <p:spPr>
          <a:xfrm>
            <a:off x="9347200" y="2240620"/>
            <a:ext cx="20320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29" name="Text Placeholder 22"/>
          <p:cNvSpPr>
            <a:spLocks noGrp="1"/>
          </p:cNvSpPr>
          <p:nvPr>
            <p:ph type="body" sz="quarter" idx="26" hasCustomPrompt="1"/>
          </p:nvPr>
        </p:nvSpPr>
        <p:spPr>
          <a:xfrm>
            <a:off x="2946400" y="1625600"/>
            <a:ext cx="84328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0" name="Text Placeholder 22"/>
          <p:cNvSpPr>
            <a:spLocks noGrp="1"/>
          </p:cNvSpPr>
          <p:nvPr>
            <p:ph type="body" sz="quarter" idx="27" hasCustomPrompt="1"/>
          </p:nvPr>
        </p:nvSpPr>
        <p:spPr>
          <a:xfrm>
            <a:off x="5080000" y="1625600"/>
            <a:ext cx="62992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2" name="Text Placeholder 22"/>
          <p:cNvSpPr>
            <a:spLocks noGrp="1"/>
          </p:cNvSpPr>
          <p:nvPr>
            <p:ph type="body" sz="quarter" idx="28" hasCustomPrompt="1"/>
          </p:nvPr>
        </p:nvSpPr>
        <p:spPr>
          <a:xfrm>
            <a:off x="7213600" y="1625600"/>
            <a:ext cx="41656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3" name="Text Placeholder 22"/>
          <p:cNvSpPr>
            <a:spLocks noGrp="1"/>
          </p:cNvSpPr>
          <p:nvPr>
            <p:ph type="body" sz="quarter" idx="29" hasCustomPrompt="1"/>
          </p:nvPr>
        </p:nvSpPr>
        <p:spPr>
          <a:xfrm>
            <a:off x="9347200" y="1625600"/>
            <a:ext cx="20320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21"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3" name="TextBox 22"/>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535757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_H2_H3_C6">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2241975"/>
            <a:ext cx="16256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7" name="Text Placeholder 22"/>
          <p:cNvSpPr>
            <a:spLocks noGrp="1"/>
          </p:cNvSpPr>
          <p:nvPr>
            <p:ph type="body" sz="quarter" idx="12" hasCustomPrompt="1"/>
          </p:nvPr>
        </p:nvSpPr>
        <p:spPr>
          <a:xfrm>
            <a:off x="812800" y="2056388"/>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4" name="Text Placeholder 22"/>
          <p:cNvSpPr>
            <a:spLocks noGrp="1"/>
          </p:cNvSpPr>
          <p:nvPr>
            <p:ph type="body" sz="quarter" idx="14" hasCustomPrompt="1"/>
          </p:nvPr>
        </p:nvSpPr>
        <p:spPr>
          <a:xfrm>
            <a:off x="2600960" y="2056388"/>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6" name="Text Placeholder 22"/>
          <p:cNvSpPr>
            <a:spLocks noGrp="1"/>
          </p:cNvSpPr>
          <p:nvPr>
            <p:ph type="body" sz="quarter" idx="16" hasCustomPrompt="1"/>
          </p:nvPr>
        </p:nvSpPr>
        <p:spPr>
          <a:xfrm>
            <a:off x="4389120" y="2056388"/>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18" hasCustomPrompt="1"/>
          </p:nvPr>
        </p:nvSpPr>
        <p:spPr>
          <a:xfrm>
            <a:off x="6177280" y="2056388"/>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Text Placeholder 22"/>
          <p:cNvSpPr>
            <a:spLocks noGrp="1"/>
          </p:cNvSpPr>
          <p:nvPr>
            <p:ph type="body" sz="quarter" idx="20" hasCustomPrompt="1"/>
          </p:nvPr>
        </p:nvSpPr>
        <p:spPr>
          <a:xfrm>
            <a:off x="7965440" y="2056388"/>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2" name="Text Placeholder 22"/>
          <p:cNvSpPr>
            <a:spLocks noGrp="1"/>
          </p:cNvSpPr>
          <p:nvPr>
            <p:ph type="body" sz="quarter" idx="22" hasCustomPrompt="1"/>
          </p:nvPr>
        </p:nvSpPr>
        <p:spPr>
          <a:xfrm>
            <a:off x="9753600" y="2056388"/>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3" name="Text Placeholder 22"/>
          <p:cNvSpPr>
            <a:spLocks noGrp="1"/>
          </p:cNvSpPr>
          <p:nvPr>
            <p:ph type="body" sz="quarter" idx="23"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5" name="Content Placeholder 3"/>
          <p:cNvSpPr>
            <a:spLocks noGrp="1"/>
          </p:cNvSpPr>
          <p:nvPr>
            <p:ph sz="quarter" idx="24" hasCustomPrompt="1"/>
          </p:nvPr>
        </p:nvSpPr>
        <p:spPr>
          <a:xfrm>
            <a:off x="2600960" y="2241975"/>
            <a:ext cx="16256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6" name="Content Placeholder 3"/>
          <p:cNvSpPr>
            <a:spLocks noGrp="1"/>
          </p:cNvSpPr>
          <p:nvPr>
            <p:ph sz="quarter" idx="25" hasCustomPrompt="1"/>
          </p:nvPr>
        </p:nvSpPr>
        <p:spPr>
          <a:xfrm>
            <a:off x="4389120" y="2241975"/>
            <a:ext cx="16256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7" name="Content Placeholder 3"/>
          <p:cNvSpPr>
            <a:spLocks noGrp="1"/>
          </p:cNvSpPr>
          <p:nvPr>
            <p:ph sz="quarter" idx="26" hasCustomPrompt="1"/>
          </p:nvPr>
        </p:nvSpPr>
        <p:spPr>
          <a:xfrm>
            <a:off x="6171259" y="2241975"/>
            <a:ext cx="16256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8" name="Content Placeholder 3"/>
          <p:cNvSpPr>
            <a:spLocks noGrp="1"/>
          </p:cNvSpPr>
          <p:nvPr>
            <p:ph sz="quarter" idx="27" hasCustomPrompt="1"/>
          </p:nvPr>
        </p:nvSpPr>
        <p:spPr>
          <a:xfrm>
            <a:off x="7980491" y="2241975"/>
            <a:ext cx="16256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9" name="Content Placeholder 3"/>
          <p:cNvSpPr>
            <a:spLocks noGrp="1"/>
          </p:cNvSpPr>
          <p:nvPr>
            <p:ph sz="quarter" idx="28" hasCustomPrompt="1"/>
          </p:nvPr>
        </p:nvSpPr>
        <p:spPr>
          <a:xfrm>
            <a:off x="9762960" y="2241975"/>
            <a:ext cx="16256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30" name="Text Placeholder 22"/>
          <p:cNvSpPr>
            <a:spLocks noGrp="1"/>
          </p:cNvSpPr>
          <p:nvPr>
            <p:ph type="body" sz="quarter" idx="29" hasCustomPrompt="1"/>
          </p:nvPr>
        </p:nvSpPr>
        <p:spPr>
          <a:xfrm>
            <a:off x="4307841" y="1625600"/>
            <a:ext cx="3489019"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1" name="Text Placeholder 22"/>
          <p:cNvSpPr>
            <a:spLocks noGrp="1"/>
          </p:cNvSpPr>
          <p:nvPr>
            <p:ph type="body" sz="quarter" idx="30" hasCustomPrompt="1"/>
          </p:nvPr>
        </p:nvSpPr>
        <p:spPr>
          <a:xfrm>
            <a:off x="7899543" y="1625600"/>
            <a:ext cx="3489019"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1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1" name="TextBox 20"/>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5631570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_H3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45059"/>
            <a:ext cx="105664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59472"/>
            <a:ext cx="105664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pic>
        <p:nvPicPr>
          <p:cNvPr id="8"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6" name="TextBox 5"/>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2259184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_H3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45059"/>
            <a:ext cx="520192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59472"/>
            <a:ext cx="520192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4" name="Text Placeholder 22"/>
          <p:cNvSpPr>
            <a:spLocks noGrp="1"/>
          </p:cNvSpPr>
          <p:nvPr>
            <p:ph type="body" sz="quarter" idx="14" hasCustomPrompt="1"/>
          </p:nvPr>
        </p:nvSpPr>
        <p:spPr>
          <a:xfrm>
            <a:off x="6177280" y="1659472"/>
            <a:ext cx="520192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9" name="Content Placeholder 3"/>
          <p:cNvSpPr>
            <a:spLocks noGrp="1"/>
          </p:cNvSpPr>
          <p:nvPr>
            <p:ph sz="quarter" idx="15" hasCustomPrompt="1"/>
          </p:nvPr>
        </p:nvSpPr>
        <p:spPr>
          <a:xfrm>
            <a:off x="6177280" y="1845059"/>
            <a:ext cx="520192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0"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8" name="TextBox 7"/>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6434068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_H3_C3">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45059"/>
            <a:ext cx="341376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59472"/>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3" name="Text Placeholder 22"/>
          <p:cNvSpPr>
            <a:spLocks noGrp="1"/>
          </p:cNvSpPr>
          <p:nvPr>
            <p:ph type="body" sz="quarter" idx="14" hasCustomPrompt="1"/>
          </p:nvPr>
        </p:nvSpPr>
        <p:spPr>
          <a:xfrm>
            <a:off x="4389120" y="1659472"/>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5" name="Text Placeholder 22"/>
          <p:cNvSpPr>
            <a:spLocks noGrp="1"/>
          </p:cNvSpPr>
          <p:nvPr>
            <p:ph type="body" sz="quarter" idx="16" hasCustomPrompt="1"/>
          </p:nvPr>
        </p:nvSpPr>
        <p:spPr>
          <a:xfrm>
            <a:off x="7965440" y="1659472"/>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1" name="Content Placeholder 3"/>
          <p:cNvSpPr>
            <a:spLocks noGrp="1"/>
          </p:cNvSpPr>
          <p:nvPr>
            <p:ph sz="quarter" idx="17" hasCustomPrompt="1"/>
          </p:nvPr>
        </p:nvSpPr>
        <p:spPr>
          <a:xfrm>
            <a:off x="4389120" y="1845059"/>
            <a:ext cx="341376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6" name="Content Placeholder 3"/>
          <p:cNvSpPr>
            <a:spLocks noGrp="1"/>
          </p:cNvSpPr>
          <p:nvPr>
            <p:ph sz="quarter" idx="18" hasCustomPrompt="1"/>
          </p:nvPr>
        </p:nvSpPr>
        <p:spPr>
          <a:xfrm>
            <a:off x="7965440" y="1845059"/>
            <a:ext cx="341376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2"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0" name="TextBox 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6224298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_H3_C4">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45059"/>
            <a:ext cx="251968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5947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7" name="Text Placeholder 22"/>
          <p:cNvSpPr>
            <a:spLocks noGrp="1"/>
          </p:cNvSpPr>
          <p:nvPr>
            <p:ph type="body" sz="quarter" idx="13" hasCustomPrompt="1"/>
          </p:nvPr>
        </p:nvSpPr>
        <p:spPr>
          <a:xfrm>
            <a:off x="3495040" y="165947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14" hasCustomPrompt="1"/>
          </p:nvPr>
        </p:nvSpPr>
        <p:spPr>
          <a:xfrm>
            <a:off x="6177280" y="165947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5" hasCustomPrompt="1"/>
          </p:nvPr>
        </p:nvSpPr>
        <p:spPr>
          <a:xfrm>
            <a:off x="8859520" y="165947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3" name="Content Placeholder 3"/>
          <p:cNvSpPr>
            <a:spLocks noGrp="1"/>
          </p:cNvSpPr>
          <p:nvPr>
            <p:ph sz="quarter" idx="16" hasCustomPrompt="1"/>
          </p:nvPr>
        </p:nvSpPr>
        <p:spPr>
          <a:xfrm>
            <a:off x="3495040" y="1845059"/>
            <a:ext cx="251968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Content Placeholder 3"/>
          <p:cNvSpPr>
            <a:spLocks noGrp="1"/>
          </p:cNvSpPr>
          <p:nvPr>
            <p:ph sz="quarter" idx="17" hasCustomPrompt="1"/>
          </p:nvPr>
        </p:nvSpPr>
        <p:spPr>
          <a:xfrm>
            <a:off x="6177280" y="1845059"/>
            <a:ext cx="251968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5" name="Content Placeholder 3"/>
          <p:cNvSpPr>
            <a:spLocks noGrp="1"/>
          </p:cNvSpPr>
          <p:nvPr>
            <p:ph sz="quarter" idx="18" hasCustomPrompt="1"/>
          </p:nvPr>
        </p:nvSpPr>
        <p:spPr>
          <a:xfrm>
            <a:off x="8859520" y="1845059"/>
            <a:ext cx="251968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6"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2" name="TextBox 11"/>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2080608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_H3_C5">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45059"/>
            <a:ext cx="20320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7" name="Text Placeholder 22"/>
          <p:cNvSpPr>
            <a:spLocks noGrp="1"/>
          </p:cNvSpPr>
          <p:nvPr>
            <p:ph type="body" sz="quarter" idx="12" hasCustomPrompt="1"/>
          </p:nvPr>
        </p:nvSpPr>
        <p:spPr>
          <a:xfrm>
            <a:off x="812800" y="165947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2" name="Text Placeholder 22"/>
          <p:cNvSpPr>
            <a:spLocks noGrp="1"/>
          </p:cNvSpPr>
          <p:nvPr>
            <p:ph type="body" sz="quarter" idx="14" hasCustomPrompt="1"/>
          </p:nvPr>
        </p:nvSpPr>
        <p:spPr>
          <a:xfrm>
            <a:off x="2946400" y="165947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4" name="Text Placeholder 22"/>
          <p:cNvSpPr>
            <a:spLocks noGrp="1"/>
          </p:cNvSpPr>
          <p:nvPr>
            <p:ph type="body" sz="quarter" idx="16" hasCustomPrompt="1"/>
          </p:nvPr>
        </p:nvSpPr>
        <p:spPr>
          <a:xfrm>
            <a:off x="5080000" y="165947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6" name="Text Placeholder 22"/>
          <p:cNvSpPr>
            <a:spLocks noGrp="1"/>
          </p:cNvSpPr>
          <p:nvPr>
            <p:ph type="body" sz="quarter" idx="18" hasCustomPrompt="1"/>
          </p:nvPr>
        </p:nvSpPr>
        <p:spPr>
          <a:xfrm>
            <a:off x="7213600" y="165947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0" hasCustomPrompt="1"/>
          </p:nvPr>
        </p:nvSpPr>
        <p:spPr>
          <a:xfrm>
            <a:off x="9347200" y="165947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5" name="Content Placeholder 3"/>
          <p:cNvSpPr>
            <a:spLocks noGrp="1"/>
          </p:cNvSpPr>
          <p:nvPr>
            <p:ph sz="quarter" idx="21" hasCustomPrompt="1"/>
          </p:nvPr>
        </p:nvSpPr>
        <p:spPr>
          <a:xfrm>
            <a:off x="2946400" y="1845059"/>
            <a:ext cx="20320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16" name="Content Placeholder 3"/>
          <p:cNvSpPr>
            <a:spLocks noGrp="1"/>
          </p:cNvSpPr>
          <p:nvPr>
            <p:ph sz="quarter" idx="22" hasCustomPrompt="1"/>
          </p:nvPr>
        </p:nvSpPr>
        <p:spPr>
          <a:xfrm>
            <a:off x="5080000" y="1845059"/>
            <a:ext cx="20320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17" name="Content Placeholder 3"/>
          <p:cNvSpPr>
            <a:spLocks noGrp="1"/>
          </p:cNvSpPr>
          <p:nvPr>
            <p:ph sz="quarter" idx="23" hasCustomPrompt="1"/>
          </p:nvPr>
        </p:nvSpPr>
        <p:spPr>
          <a:xfrm>
            <a:off x="7213600" y="1845059"/>
            <a:ext cx="20320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18" name="Content Placeholder 3"/>
          <p:cNvSpPr>
            <a:spLocks noGrp="1"/>
          </p:cNvSpPr>
          <p:nvPr>
            <p:ph sz="quarter" idx="24" hasCustomPrompt="1"/>
          </p:nvPr>
        </p:nvSpPr>
        <p:spPr>
          <a:xfrm>
            <a:off x="9347200" y="1845059"/>
            <a:ext cx="20320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pic>
        <p:nvPicPr>
          <p:cNvPr id="1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4" name="TextBox 13"/>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4520344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_H3_C6">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45059"/>
            <a:ext cx="16256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7" name="Text Placeholder 22"/>
          <p:cNvSpPr>
            <a:spLocks noGrp="1"/>
          </p:cNvSpPr>
          <p:nvPr>
            <p:ph type="body" sz="quarter" idx="12" hasCustomPrompt="1"/>
          </p:nvPr>
        </p:nvSpPr>
        <p:spPr>
          <a:xfrm>
            <a:off x="812800" y="165947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4" name="Text Placeholder 22"/>
          <p:cNvSpPr>
            <a:spLocks noGrp="1"/>
          </p:cNvSpPr>
          <p:nvPr>
            <p:ph type="body" sz="quarter" idx="14" hasCustomPrompt="1"/>
          </p:nvPr>
        </p:nvSpPr>
        <p:spPr>
          <a:xfrm>
            <a:off x="2600960" y="165947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6" name="Text Placeholder 22"/>
          <p:cNvSpPr>
            <a:spLocks noGrp="1"/>
          </p:cNvSpPr>
          <p:nvPr>
            <p:ph type="body" sz="quarter" idx="16" hasCustomPrompt="1"/>
          </p:nvPr>
        </p:nvSpPr>
        <p:spPr>
          <a:xfrm>
            <a:off x="4389120" y="165947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18" hasCustomPrompt="1"/>
          </p:nvPr>
        </p:nvSpPr>
        <p:spPr>
          <a:xfrm>
            <a:off x="6177280" y="165947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Text Placeholder 22"/>
          <p:cNvSpPr>
            <a:spLocks noGrp="1"/>
          </p:cNvSpPr>
          <p:nvPr>
            <p:ph type="body" sz="quarter" idx="20" hasCustomPrompt="1"/>
          </p:nvPr>
        </p:nvSpPr>
        <p:spPr>
          <a:xfrm>
            <a:off x="7965440" y="165947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2" name="Text Placeholder 22"/>
          <p:cNvSpPr>
            <a:spLocks noGrp="1"/>
          </p:cNvSpPr>
          <p:nvPr>
            <p:ph type="body" sz="quarter" idx="22" hasCustomPrompt="1"/>
          </p:nvPr>
        </p:nvSpPr>
        <p:spPr>
          <a:xfrm>
            <a:off x="9753600" y="165947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4" name="Content Placeholder 3"/>
          <p:cNvSpPr>
            <a:spLocks noGrp="1"/>
          </p:cNvSpPr>
          <p:nvPr>
            <p:ph sz="quarter" idx="23" hasCustomPrompt="1"/>
          </p:nvPr>
        </p:nvSpPr>
        <p:spPr>
          <a:xfrm>
            <a:off x="2600960" y="1845059"/>
            <a:ext cx="16256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5" name="Content Placeholder 3"/>
          <p:cNvSpPr>
            <a:spLocks noGrp="1"/>
          </p:cNvSpPr>
          <p:nvPr>
            <p:ph sz="quarter" idx="24" hasCustomPrompt="1"/>
          </p:nvPr>
        </p:nvSpPr>
        <p:spPr>
          <a:xfrm>
            <a:off x="4389120" y="1845059"/>
            <a:ext cx="16256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6" name="Content Placeholder 3"/>
          <p:cNvSpPr>
            <a:spLocks noGrp="1"/>
          </p:cNvSpPr>
          <p:nvPr>
            <p:ph sz="quarter" idx="25" hasCustomPrompt="1"/>
          </p:nvPr>
        </p:nvSpPr>
        <p:spPr>
          <a:xfrm>
            <a:off x="6177280" y="1845059"/>
            <a:ext cx="16256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7" name="Content Placeholder 3"/>
          <p:cNvSpPr>
            <a:spLocks noGrp="1"/>
          </p:cNvSpPr>
          <p:nvPr>
            <p:ph sz="quarter" idx="26" hasCustomPrompt="1"/>
          </p:nvPr>
        </p:nvSpPr>
        <p:spPr>
          <a:xfrm>
            <a:off x="7965440" y="1845059"/>
            <a:ext cx="16256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8" name="Content Placeholder 3"/>
          <p:cNvSpPr>
            <a:spLocks noGrp="1"/>
          </p:cNvSpPr>
          <p:nvPr>
            <p:ph sz="quarter" idx="27" hasCustomPrompt="1"/>
          </p:nvPr>
        </p:nvSpPr>
        <p:spPr>
          <a:xfrm>
            <a:off x="9759951" y="1845059"/>
            <a:ext cx="16256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pic>
        <p:nvPicPr>
          <p:cNvPr id="17"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9" name="TextBox 18"/>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42756046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lide 2_Blue">
    <p:bg>
      <p:bgPr>
        <a:solidFill>
          <a:srgbClr val="005BB3"/>
        </a:solidFill>
        <a:effectLst/>
      </p:bgPr>
    </p:bg>
    <p:spTree>
      <p:nvGrpSpPr>
        <p:cNvPr id="1" name=""/>
        <p:cNvGrpSpPr/>
        <p:nvPr/>
      </p:nvGrpSpPr>
      <p:grpSpPr>
        <a:xfrm>
          <a:off x="0" y="0"/>
          <a:ext cx="0" cy="0"/>
          <a:chOff x="0" y="0"/>
          <a:chExt cx="0" cy="0"/>
        </a:xfrm>
      </p:grpSpPr>
      <p:pic>
        <p:nvPicPr>
          <p:cNvPr id="7" name="Picture Placeholder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68128" y="6241764"/>
            <a:ext cx="1211072" cy="349504"/>
          </a:xfrm>
          <a:prstGeom prst="rect">
            <a:avLst/>
          </a:prstGeom>
        </p:spPr>
      </p:pic>
      <p:sp>
        <p:nvSpPr>
          <p:cNvPr id="8"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rgbClr val="FFFFFF"/>
                </a:solidFill>
                <a:latin typeface="Century Gothic"/>
                <a:ea typeface="Century Gothic"/>
                <a:cs typeface="Century Gothic"/>
              </a:defRPr>
            </a:lvl1pPr>
          </a:lstStyle>
          <a:p>
            <a:r>
              <a:rPr lang="en-US"/>
              <a:t>Click to add title</a:t>
            </a:r>
          </a:p>
        </p:txBody>
      </p:sp>
    </p:spTree>
    <p:extLst>
      <p:ext uri="{BB962C8B-B14F-4D97-AF65-F5344CB8AC3E}">
        <p14:creationId xmlns:p14="http://schemas.microsoft.com/office/powerpoint/2010/main" val="14577766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_Purple">
    <p:bg>
      <p:bgPr>
        <a:solidFill>
          <a:schemeClr val="accent2"/>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812800" y="2944453"/>
            <a:ext cx="10566400" cy="533480"/>
          </a:xfrm>
          <a:prstGeom prst="rect">
            <a:avLst/>
          </a:prstGeom>
        </p:spPr>
        <p:txBody>
          <a:bodyPr wrap="square" tIns="0" bIns="0" anchor="b" anchorCtr="1">
            <a:spAutoFit/>
          </a:bodyPr>
          <a:lstStyle>
            <a:lvl1pPr algn="ctr">
              <a:lnSpc>
                <a:spcPct val="100000"/>
              </a:lnSpc>
              <a:defRPr sz="3467" b="0" i="0" cap="all" spc="533" baseline="0">
                <a:solidFill>
                  <a:schemeClr val="bg1"/>
                </a:solidFill>
                <a:latin typeface="Century Gothic"/>
                <a:ea typeface="Century Gothic"/>
                <a:cs typeface="Century Gothic"/>
              </a:defRPr>
            </a:lvl1pPr>
          </a:lstStyle>
          <a:p>
            <a:endParaRPr lang="en-US"/>
          </a:p>
        </p:txBody>
      </p:sp>
    </p:spTree>
    <p:extLst>
      <p:ext uri="{BB962C8B-B14F-4D97-AF65-F5344CB8AC3E}">
        <p14:creationId xmlns:p14="http://schemas.microsoft.com/office/powerpoint/2010/main" val="11013998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lide 2_Purple">
    <p:bg>
      <p:bgPr>
        <a:solidFill>
          <a:srgbClr val="8C42BD"/>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rgbClr val="FFFFFF"/>
                </a:solidFill>
                <a:latin typeface="Century Gothic"/>
                <a:ea typeface="Century Gothic"/>
                <a:cs typeface="Century Gothic"/>
              </a:defRPr>
            </a:lvl1pPr>
          </a:lstStyle>
          <a:p>
            <a:r>
              <a:rPr lang="en-US"/>
              <a:t>Click to add title</a:t>
            </a:r>
          </a:p>
        </p:txBody>
      </p:sp>
      <p:pic>
        <p:nvPicPr>
          <p:cNvPr id="4" name="Picture Placeholder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68128" y="6241764"/>
            <a:ext cx="1211072" cy="349504"/>
          </a:xfrm>
          <a:prstGeom prst="rect">
            <a:avLst/>
          </a:prstGeom>
        </p:spPr>
      </p:pic>
    </p:spTree>
    <p:extLst>
      <p:ext uri="{BB962C8B-B14F-4D97-AF65-F5344CB8AC3E}">
        <p14:creationId xmlns:p14="http://schemas.microsoft.com/office/powerpoint/2010/main" val="6200653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0" y="0"/>
            <a:ext cx="12192000" cy="1584960"/>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Banner image</a:t>
            </a:r>
          </a:p>
        </p:txBody>
      </p:sp>
      <p:sp>
        <p:nvSpPr>
          <p:cNvPr id="2" name="Rectangle 1"/>
          <p:cNvSpPr/>
          <p:nvPr userDrawn="1"/>
        </p:nvSpPr>
        <p:spPr>
          <a:xfrm>
            <a:off x="0" y="0"/>
            <a:ext cx="12192000" cy="1584960"/>
          </a:xfrm>
          <a:prstGeom prst="rect">
            <a:avLst/>
          </a:prstGeom>
          <a:solidFill>
            <a:srgbClr val="8C4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 name="Text Placeholder 2"/>
          <p:cNvSpPr>
            <a:spLocks noGrp="1"/>
          </p:cNvSpPr>
          <p:nvPr>
            <p:ph type="body" sz="quarter" idx="31" hasCustomPrompt="1"/>
          </p:nvPr>
        </p:nvSpPr>
        <p:spPr>
          <a:xfrm>
            <a:off x="812800" y="934721"/>
            <a:ext cx="10566400" cy="379656"/>
          </a:xfrm>
          <a:prstGeom prst="rect">
            <a:avLst/>
          </a:prstGeom>
        </p:spPr>
        <p:txBody>
          <a:bodyPr wrap="square" anchor="t" anchorCtr="0">
            <a:spAutoFit/>
          </a:bodyPr>
          <a:lstStyle>
            <a:lvl1pPr marL="0" indent="0" algn="ctr">
              <a:lnSpc>
                <a:spcPct val="100000"/>
              </a:lnSpc>
              <a:spcBef>
                <a:spcPts val="0"/>
              </a:spcBef>
              <a:spcAft>
                <a:spcPts val="0"/>
              </a:spcAft>
              <a:buNone/>
              <a:defRPr sz="1867" b="0" i="0" baseline="0">
                <a:solidFill>
                  <a:schemeClr val="bg1"/>
                </a:solidFill>
                <a:latin typeface="Century Gothic"/>
                <a:ea typeface="Century Gothic"/>
                <a:cs typeface="Century Gothic"/>
              </a:defRPr>
            </a:lvl1pPr>
          </a:lstStyle>
          <a:p>
            <a:pPr lvl="0"/>
            <a:r>
              <a:rPr lang="en-US"/>
              <a:t>Case study headline</a:t>
            </a:r>
          </a:p>
        </p:txBody>
      </p:sp>
      <p:pic>
        <p:nvPicPr>
          <p:cNvPr id="11"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3" name="TextBox 12"/>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
        <p:nvSpPr>
          <p:cNvPr id="36" name="Content Placeholder 3"/>
          <p:cNvSpPr>
            <a:spLocks noGrp="1"/>
          </p:cNvSpPr>
          <p:nvPr>
            <p:ph sz="quarter" idx="10" hasCustomPrompt="1"/>
          </p:nvPr>
        </p:nvSpPr>
        <p:spPr>
          <a:xfrm>
            <a:off x="812800" y="1877568"/>
            <a:ext cx="2032000" cy="4294635"/>
          </a:xfrm>
          <a:prstGeom prst="rect">
            <a:avLst/>
          </a:prstGeom>
        </p:spPr>
        <p:txBody>
          <a:bodyPr vert="horz"/>
          <a:lstStyle>
            <a:lvl1pPr marL="0" indent="0">
              <a:lnSpc>
                <a:spcPct val="110000"/>
              </a:lnSpc>
              <a:spcBef>
                <a:spcPts val="0"/>
              </a:spcBef>
              <a:spcAft>
                <a:spcPts val="400"/>
              </a:spcAft>
              <a:buNone/>
              <a:defRPr sz="767" b="0"/>
            </a:lvl1pPr>
            <a:lvl2pPr marL="78315" indent="-78315">
              <a:lnSpc>
                <a:spcPct val="110000"/>
              </a:lnSpc>
              <a:spcBef>
                <a:spcPts val="0"/>
              </a:spcBef>
              <a:spcAft>
                <a:spcPts val="400"/>
              </a:spcAft>
              <a:buFont typeface="Arial"/>
              <a:buChar char="•"/>
              <a:defRPr sz="767"/>
            </a:lvl2pPr>
            <a:lvl3pPr marL="226478" indent="-69849">
              <a:lnSpc>
                <a:spcPct val="110000"/>
              </a:lnSpc>
              <a:spcBef>
                <a:spcPts val="0"/>
              </a:spcBef>
              <a:spcAft>
                <a:spcPts val="400"/>
              </a:spcAft>
              <a:buFont typeface="Lucida Grande"/>
              <a:buChar char="–"/>
              <a:defRPr sz="767"/>
            </a:lvl3pPr>
            <a:lvl4pPr marL="383108" indent="-67732">
              <a:lnSpc>
                <a:spcPct val="110000"/>
              </a:lnSpc>
              <a:spcBef>
                <a:spcPts val="0"/>
              </a:spcBef>
              <a:spcAft>
                <a:spcPts val="400"/>
              </a:spcAft>
              <a:defRPr sz="767"/>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37" name="Text Placeholder 22"/>
          <p:cNvSpPr>
            <a:spLocks noGrp="1"/>
          </p:cNvSpPr>
          <p:nvPr>
            <p:ph type="body" sz="quarter" idx="12" hasCustomPrompt="1"/>
          </p:nvPr>
        </p:nvSpPr>
        <p:spPr>
          <a:xfrm>
            <a:off x="812800" y="1743456"/>
            <a:ext cx="2032000" cy="143629"/>
          </a:xfrm>
          <a:prstGeom prst="rect">
            <a:avLst/>
          </a:prstGeom>
        </p:spPr>
        <p:txBody>
          <a:bodyPr wrap="square" tIns="0" bIns="0">
            <a:spAutoFit/>
          </a:bodyPr>
          <a:lstStyle>
            <a:lvl1pPr marL="0" indent="0" algn="l">
              <a:lnSpc>
                <a:spcPct val="100000"/>
              </a:lnSpc>
              <a:spcBef>
                <a:spcPts val="0"/>
              </a:spcBef>
              <a:buNone/>
              <a:defRPr sz="933"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a:t>
            </a:r>
          </a:p>
        </p:txBody>
      </p:sp>
      <p:sp>
        <p:nvSpPr>
          <p:cNvPr id="38" name="Text Placeholder 22"/>
          <p:cNvSpPr>
            <a:spLocks noGrp="1"/>
          </p:cNvSpPr>
          <p:nvPr>
            <p:ph type="body" sz="quarter" idx="14" hasCustomPrompt="1"/>
          </p:nvPr>
        </p:nvSpPr>
        <p:spPr>
          <a:xfrm>
            <a:off x="2946400" y="1743456"/>
            <a:ext cx="2032000" cy="143629"/>
          </a:xfrm>
          <a:prstGeom prst="rect">
            <a:avLst/>
          </a:prstGeom>
        </p:spPr>
        <p:txBody>
          <a:bodyPr wrap="square" tIns="0" bIns="0">
            <a:spAutoFit/>
          </a:bodyPr>
          <a:lstStyle>
            <a:lvl1pPr marL="0" indent="0" algn="l">
              <a:lnSpc>
                <a:spcPct val="100000"/>
              </a:lnSpc>
              <a:spcBef>
                <a:spcPts val="0"/>
              </a:spcBef>
              <a:buNone/>
              <a:defRPr sz="933"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a:t>
            </a:r>
          </a:p>
        </p:txBody>
      </p:sp>
      <p:sp>
        <p:nvSpPr>
          <p:cNvPr id="40" name="Text Placeholder 22"/>
          <p:cNvSpPr>
            <a:spLocks noGrp="1"/>
          </p:cNvSpPr>
          <p:nvPr>
            <p:ph type="body" sz="quarter" idx="32" hasCustomPrompt="1"/>
          </p:nvPr>
        </p:nvSpPr>
        <p:spPr>
          <a:xfrm>
            <a:off x="7213600" y="1743456"/>
            <a:ext cx="2032000" cy="143629"/>
          </a:xfrm>
          <a:prstGeom prst="rect">
            <a:avLst/>
          </a:prstGeom>
        </p:spPr>
        <p:txBody>
          <a:bodyPr wrap="square" tIns="0" bIns="0">
            <a:spAutoFit/>
          </a:bodyPr>
          <a:lstStyle>
            <a:lvl1pPr marL="0" indent="0" algn="l">
              <a:lnSpc>
                <a:spcPct val="100000"/>
              </a:lnSpc>
              <a:spcBef>
                <a:spcPts val="0"/>
              </a:spcBef>
              <a:buNone/>
              <a:defRPr sz="933"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a:t>
            </a:r>
          </a:p>
        </p:txBody>
      </p:sp>
      <p:sp>
        <p:nvSpPr>
          <p:cNvPr id="45" name="Content Placeholder 3"/>
          <p:cNvSpPr>
            <a:spLocks noGrp="1"/>
          </p:cNvSpPr>
          <p:nvPr>
            <p:ph sz="quarter" idx="24" hasCustomPrompt="1"/>
          </p:nvPr>
        </p:nvSpPr>
        <p:spPr>
          <a:xfrm>
            <a:off x="9347200" y="1743456"/>
            <a:ext cx="2032000" cy="4428744"/>
          </a:xfrm>
          <a:prstGeom prst="rect">
            <a:avLst/>
          </a:prstGeom>
        </p:spPr>
        <p:txBody>
          <a:bodyPr vert="horz" tIns="0"/>
          <a:lstStyle>
            <a:lvl1pPr marL="0" indent="0">
              <a:lnSpc>
                <a:spcPct val="100000"/>
              </a:lnSpc>
              <a:spcBef>
                <a:spcPts val="0"/>
              </a:spcBef>
              <a:spcAft>
                <a:spcPts val="400"/>
              </a:spcAft>
              <a:buNone/>
              <a:defRPr sz="933" b="0" i="1">
                <a:solidFill>
                  <a:schemeClr val="accent2"/>
                </a:solidFill>
              </a:defRPr>
            </a:lvl1pPr>
            <a:lvl2pPr marL="158747" indent="-158747">
              <a:lnSpc>
                <a:spcPct val="100000"/>
              </a:lnSpc>
              <a:spcBef>
                <a:spcPts val="0"/>
              </a:spcBef>
              <a:spcAft>
                <a:spcPts val="533"/>
              </a:spcAft>
              <a:buFont typeface="Arial"/>
              <a:buChar char="•"/>
              <a:defRPr sz="933">
                <a:solidFill>
                  <a:schemeClr val="accent2"/>
                </a:solidFill>
              </a:defRPr>
            </a:lvl2pPr>
            <a:lvl3pPr marL="387341" indent="-152396">
              <a:lnSpc>
                <a:spcPct val="100000"/>
              </a:lnSpc>
              <a:spcBef>
                <a:spcPts val="0"/>
              </a:spcBef>
              <a:spcAft>
                <a:spcPts val="533"/>
              </a:spcAft>
              <a:buFont typeface="Lucida Grande"/>
              <a:buChar char="–"/>
              <a:defRPr sz="933">
                <a:solidFill>
                  <a:schemeClr val="accent2"/>
                </a:solidFill>
              </a:defRPr>
            </a:lvl3pPr>
            <a:lvl4pPr marL="613818" indent="-152396">
              <a:lnSpc>
                <a:spcPct val="100000"/>
              </a:lnSpc>
              <a:spcBef>
                <a:spcPts val="0"/>
              </a:spcBef>
              <a:spcAft>
                <a:spcPts val="533"/>
              </a:spcAft>
              <a:defRPr sz="933">
                <a:solidFill>
                  <a:schemeClr val="accent2"/>
                </a:solidFill>
              </a:defRPr>
            </a:lvl4pPr>
            <a:lvl5pPr marL="840296" indent="-152396">
              <a:lnSpc>
                <a:spcPts val="1333"/>
              </a:lnSpc>
              <a:spcBef>
                <a:spcPts val="533"/>
              </a:spcBef>
              <a:defRPr sz="933" baseline="0"/>
            </a:lvl5pPr>
          </a:lstStyle>
          <a:p>
            <a:pPr lvl="0"/>
            <a:r>
              <a:rPr lang="en-US"/>
              <a:t>Statistics and quotes go here</a:t>
            </a:r>
          </a:p>
        </p:txBody>
      </p:sp>
      <p:sp>
        <p:nvSpPr>
          <p:cNvPr id="6" name="Picture Placeholder 5"/>
          <p:cNvSpPr>
            <a:spLocks noGrp="1"/>
          </p:cNvSpPr>
          <p:nvPr>
            <p:ph type="pic" sz="quarter" idx="34" hasCustomPrompt="1"/>
          </p:nvPr>
        </p:nvSpPr>
        <p:spPr>
          <a:xfrm>
            <a:off x="5063744" y="447040"/>
            <a:ext cx="487680" cy="487680"/>
          </a:xfrm>
          <a:prstGeom prst="rect">
            <a:avLst/>
          </a:prstGeom>
        </p:spPr>
        <p:txBody>
          <a:bodyPr vert="horz" anchor="ctr"/>
          <a:lstStyle>
            <a:lvl1pPr marL="0" indent="0" algn="r">
              <a:buNone/>
              <a:defRPr sz="800" baseline="0"/>
            </a:lvl1pPr>
          </a:lstStyle>
          <a:p>
            <a:r>
              <a:rPr lang="en-US"/>
              <a:t>icon</a:t>
            </a:r>
          </a:p>
        </p:txBody>
      </p:sp>
      <p:sp>
        <p:nvSpPr>
          <p:cNvPr id="8" name="Text Placeholder 7"/>
          <p:cNvSpPr>
            <a:spLocks noGrp="1"/>
          </p:cNvSpPr>
          <p:nvPr>
            <p:ph type="body" sz="quarter" idx="35" hasCustomPrompt="1"/>
          </p:nvPr>
        </p:nvSpPr>
        <p:spPr>
          <a:xfrm>
            <a:off x="5551424" y="447040"/>
            <a:ext cx="3419856" cy="487680"/>
          </a:xfrm>
          <a:prstGeom prst="rect">
            <a:avLst/>
          </a:prstGeom>
        </p:spPr>
        <p:txBody>
          <a:bodyPr vert="horz" anchor="ctr"/>
          <a:lstStyle>
            <a:lvl1pPr marL="0" indent="0">
              <a:buNone/>
              <a:defRPr sz="933" b="1" kern="0" cap="all" spc="400">
                <a:solidFill>
                  <a:srgbClr val="FFFFFF"/>
                </a:solidFill>
              </a:defRPr>
            </a:lvl1pPr>
            <a:lvl2pPr marL="457189" indent="0">
              <a:buNone/>
              <a:defRPr sz="1200"/>
            </a:lvl2pPr>
            <a:lvl3pPr marL="914377" indent="0">
              <a:buNone/>
              <a:defRPr sz="1200"/>
            </a:lvl3pPr>
            <a:lvl4pPr marL="1371566" indent="0">
              <a:buNone/>
              <a:defRPr sz="1200"/>
            </a:lvl4pPr>
            <a:lvl5pPr marL="1828754" indent="0">
              <a:buNone/>
              <a:defRPr sz="1200"/>
            </a:lvl5pPr>
          </a:lstStyle>
          <a:p>
            <a:pPr lvl="0"/>
            <a:r>
              <a:rPr lang="en-US"/>
              <a:t>Market sector</a:t>
            </a:r>
          </a:p>
        </p:txBody>
      </p:sp>
      <p:sp>
        <p:nvSpPr>
          <p:cNvPr id="22" name="Text Placeholder 22"/>
          <p:cNvSpPr>
            <a:spLocks noGrp="1"/>
          </p:cNvSpPr>
          <p:nvPr>
            <p:ph type="body" sz="quarter" idx="39" hasCustomPrompt="1"/>
          </p:nvPr>
        </p:nvSpPr>
        <p:spPr>
          <a:xfrm>
            <a:off x="5063744" y="1743456"/>
            <a:ext cx="2032000" cy="143629"/>
          </a:xfrm>
          <a:prstGeom prst="rect">
            <a:avLst/>
          </a:prstGeom>
        </p:spPr>
        <p:txBody>
          <a:bodyPr wrap="square" tIns="0" bIns="0">
            <a:spAutoFit/>
          </a:bodyPr>
          <a:lstStyle>
            <a:lvl1pPr marL="0" indent="0" algn="l">
              <a:lnSpc>
                <a:spcPct val="100000"/>
              </a:lnSpc>
              <a:spcBef>
                <a:spcPts val="0"/>
              </a:spcBef>
              <a:buNone/>
              <a:defRPr sz="933"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a:t>
            </a:r>
          </a:p>
        </p:txBody>
      </p:sp>
      <p:sp>
        <p:nvSpPr>
          <p:cNvPr id="24" name="Content Placeholder 3"/>
          <p:cNvSpPr>
            <a:spLocks noGrp="1"/>
          </p:cNvSpPr>
          <p:nvPr>
            <p:ph sz="quarter" idx="40" hasCustomPrompt="1"/>
          </p:nvPr>
        </p:nvSpPr>
        <p:spPr>
          <a:xfrm>
            <a:off x="2946400" y="1877568"/>
            <a:ext cx="2032000" cy="4294635"/>
          </a:xfrm>
          <a:prstGeom prst="rect">
            <a:avLst/>
          </a:prstGeom>
        </p:spPr>
        <p:txBody>
          <a:bodyPr vert="horz"/>
          <a:lstStyle>
            <a:lvl1pPr marL="0" indent="0">
              <a:lnSpc>
                <a:spcPct val="110000"/>
              </a:lnSpc>
              <a:spcBef>
                <a:spcPts val="0"/>
              </a:spcBef>
              <a:spcAft>
                <a:spcPts val="400"/>
              </a:spcAft>
              <a:buNone/>
              <a:defRPr sz="767" b="0"/>
            </a:lvl1pPr>
            <a:lvl2pPr marL="78315" indent="-78315">
              <a:lnSpc>
                <a:spcPct val="110000"/>
              </a:lnSpc>
              <a:spcBef>
                <a:spcPts val="0"/>
              </a:spcBef>
              <a:spcAft>
                <a:spcPts val="400"/>
              </a:spcAft>
              <a:buFont typeface="Arial"/>
              <a:buChar char="•"/>
              <a:defRPr sz="767"/>
            </a:lvl2pPr>
            <a:lvl3pPr marL="226478" indent="-69849">
              <a:lnSpc>
                <a:spcPct val="110000"/>
              </a:lnSpc>
              <a:spcBef>
                <a:spcPts val="0"/>
              </a:spcBef>
              <a:spcAft>
                <a:spcPts val="400"/>
              </a:spcAft>
              <a:buFont typeface="Lucida Grande"/>
              <a:buChar char="–"/>
              <a:defRPr sz="767"/>
            </a:lvl3pPr>
            <a:lvl4pPr marL="383108" indent="-67732">
              <a:lnSpc>
                <a:spcPct val="110000"/>
              </a:lnSpc>
              <a:spcBef>
                <a:spcPts val="0"/>
              </a:spcBef>
              <a:spcAft>
                <a:spcPts val="400"/>
              </a:spcAft>
              <a:defRPr sz="767"/>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25" name="Content Placeholder 3"/>
          <p:cNvSpPr>
            <a:spLocks noGrp="1"/>
          </p:cNvSpPr>
          <p:nvPr>
            <p:ph sz="quarter" idx="41" hasCustomPrompt="1"/>
          </p:nvPr>
        </p:nvSpPr>
        <p:spPr>
          <a:xfrm>
            <a:off x="5063744" y="1877568"/>
            <a:ext cx="2032000" cy="4294635"/>
          </a:xfrm>
          <a:prstGeom prst="rect">
            <a:avLst/>
          </a:prstGeom>
        </p:spPr>
        <p:txBody>
          <a:bodyPr vert="horz"/>
          <a:lstStyle>
            <a:lvl1pPr marL="0" indent="0">
              <a:lnSpc>
                <a:spcPct val="110000"/>
              </a:lnSpc>
              <a:spcBef>
                <a:spcPts val="0"/>
              </a:spcBef>
              <a:spcAft>
                <a:spcPts val="400"/>
              </a:spcAft>
              <a:buNone/>
              <a:defRPr sz="767" b="0"/>
            </a:lvl1pPr>
            <a:lvl2pPr marL="78315" indent="-78315">
              <a:lnSpc>
                <a:spcPct val="110000"/>
              </a:lnSpc>
              <a:spcBef>
                <a:spcPts val="0"/>
              </a:spcBef>
              <a:spcAft>
                <a:spcPts val="400"/>
              </a:spcAft>
              <a:buFont typeface="Arial"/>
              <a:buChar char="•"/>
              <a:defRPr sz="767"/>
            </a:lvl2pPr>
            <a:lvl3pPr marL="226478" indent="-69849">
              <a:lnSpc>
                <a:spcPct val="110000"/>
              </a:lnSpc>
              <a:spcBef>
                <a:spcPts val="0"/>
              </a:spcBef>
              <a:spcAft>
                <a:spcPts val="400"/>
              </a:spcAft>
              <a:buFont typeface="Lucida Grande"/>
              <a:buChar char="–"/>
              <a:defRPr sz="767"/>
            </a:lvl3pPr>
            <a:lvl4pPr marL="383108" indent="-67732">
              <a:lnSpc>
                <a:spcPct val="110000"/>
              </a:lnSpc>
              <a:spcBef>
                <a:spcPts val="0"/>
              </a:spcBef>
              <a:spcAft>
                <a:spcPts val="400"/>
              </a:spcAft>
              <a:defRPr sz="767"/>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26" name="Content Placeholder 3"/>
          <p:cNvSpPr>
            <a:spLocks noGrp="1"/>
          </p:cNvSpPr>
          <p:nvPr>
            <p:ph sz="quarter" idx="42" hasCustomPrompt="1"/>
          </p:nvPr>
        </p:nvSpPr>
        <p:spPr>
          <a:xfrm>
            <a:off x="7213600" y="1877568"/>
            <a:ext cx="2032000" cy="4294635"/>
          </a:xfrm>
          <a:prstGeom prst="rect">
            <a:avLst/>
          </a:prstGeom>
        </p:spPr>
        <p:txBody>
          <a:bodyPr vert="horz"/>
          <a:lstStyle>
            <a:lvl1pPr marL="0" indent="0">
              <a:lnSpc>
                <a:spcPct val="110000"/>
              </a:lnSpc>
              <a:spcBef>
                <a:spcPts val="0"/>
              </a:spcBef>
              <a:spcAft>
                <a:spcPts val="400"/>
              </a:spcAft>
              <a:buNone/>
              <a:defRPr sz="767" b="0"/>
            </a:lvl1pPr>
            <a:lvl2pPr marL="78315" indent="-78315">
              <a:lnSpc>
                <a:spcPct val="110000"/>
              </a:lnSpc>
              <a:spcBef>
                <a:spcPts val="0"/>
              </a:spcBef>
              <a:spcAft>
                <a:spcPts val="400"/>
              </a:spcAft>
              <a:buFont typeface="Arial"/>
              <a:buChar char="•"/>
              <a:defRPr sz="767"/>
            </a:lvl2pPr>
            <a:lvl3pPr marL="226478" indent="-69849">
              <a:lnSpc>
                <a:spcPct val="110000"/>
              </a:lnSpc>
              <a:spcBef>
                <a:spcPts val="0"/>
              </a:spcBef>
              <a:spcAft>
                <a:spcPts val="400"/>
              </a:spcAft>
              <a:buFont typeface="Lucida Grande"/>
              <a:buChar char="–"/>
              <a:defRPr sz="767"/>
            </a:lvl3pPr>
            <a:lvl4pPr marL="383108" indent="-67732">
              <a:lnSpc>
                <a:spcPct val="110000"/>
              </a:lnSpc>
              <a:spcBef>
                <a:spcPts val="0"/>
              </a:spcBef>
              <a:spcAft>
                <a:spcPts val="400"/>
              </a:spcAft>
              <a:defRPr sz="767"/>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Tree>
    <p:extLst>
      <p:ext uri="{BB962C8B-B14F-4D97-AF65-F5344CB8AC3E}">
        <p14:creationId xmlns:p14="http://schemas.microsoft.com/office/powerpoint/2010/main" val="101416552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_Yellow">
    <p:bg>
      <p:bgPr>
        <a:solidFill>
          <a:schemeClr val="accent3"/>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812800" y="2944453"/>
            <a:ext cx="10566400" cy="533480"/>
          </a:xfrm>
          <a:prstGeom prst="rect">
            <a:avLst/>
          </a:prstGeom>
        </p:spPr>
        <p:txBody>
          <a:bodyPr wrap="square" tIns="0" bIns="0" anchor="b" anchorCtr="1">
            <a:spAutoFit/>
          </a:bodyPr>
          <a:lstStyle>
            <a:lvl1pPr algn="ctr">
              <a:lnSpc>
                <a:spcPct val="100000"/>
              </a:lnSpc>
              <a:defRPr sz="3467" b="0" i="0" cap="all" spc="533" baseline="0">
                <a:solidFill>
                  <a:schemeClr val="bg1"/>
                </a:solidFill>
                <a:latin typeface="Century Gothic"/>
                <a:ea typeface="Century Gothic"/>
                <a:cs typeface="Century Gothic"/>
              </a:defRPr>
            </a:lvl1pPr>
          </a:lstStyle>
          <a:p>
            <a:endParaRPr lang="en-US"/>
          </a:p>
        </p:txBody>
      </p:sp>
    </p:spTree>
    <p:extLst>
      <p:ext uri="{BB962C8B-B14F-4D97-AF65-F5344CB8AC3E}">
        <p14:creationId xmlns:p14="http://schemas.microsoft.com/office/powerpoint/2010/main" val="20258061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2_Yellow">
    <p:bg>
      <p:bgPr>
        <a:solidFill>
          <a:srgbClr val="FBB03F"/>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rgbClr val="FFFFFF"/>
                </a:solidFill>
                <a:latin typeface="Century Gothic"/>
                <a:ea typeface="Century Gothic"/>
                <a:cs typeface="Century Gothic"/>
              </a:defRPr>
            </a:lvl1pPr>
          </a:lstStyle>
          <a:p>
            <a:r>
              <a:rPr lang="en-US"/>
              <a:t>Click to add title</a:t>
            </a:r>
          </a:p>
        </p:txBody>
      </p:sp>
      <p:pic>
        <p:nvPicPr>
          <p:cNvPr id="4" name="Picture Placeholder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68128" y="6241764"/>
            <a:ext cx="1211072" cy="349504"/>
          </a:xfrm>
          <a:prstGeom prst="rect">
            <a:avLst/>
          </a:prstGeom>
        </p:spPr>
      </p:pic>
    </p:spTree>
    <p:extLst>
      <p:ext uri="{BB962C8B-B14F-4D97-AF65-F5344CB8AC3E}">
        <p14:creationId xmlns:p14="http://schemas.microsoft.com/office/powerpoint/2010/main" val="14915356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_Red">
    <p:bg>
      <p:bgPr>
        <a:solidFill>
          <a:schemeClr val="accent4"/>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812800" y="2944453"/>
            <a:ext cx="10566400" cy="533480"/>
          </a:xfrm>
          <a:prstGeom prst="rect">
            <a:avLst/>
          </a:prstGeom>
        </p:spPr>
        <p:txBody>
          <a:bodyPr wrap="square" tIns="0" bIns="0" anchor="b" anchorCtr="1">
            <a:spAutoFit/>
          </a:bodyPr>
          <a:lstStyle>
            <a:lvl1pPr algn="ctr">
              <a:lnSpc>
                <a:spcPct val="100000"/>
              </a:lnSpc>
              <a:defRPr sz="3467" b="0" i="0" cap="all" spc="533" baseline="0">
                <a:solidFill>
                  <a:schemeClr val="bg1"/>
                </a:solidFill>
                <a:latin typeface="Century Gothic"/>
                <a:ea typeface="Century Gothic"/>
                <a:cs typeface="Century Gothic"/>
              </a:defRPr>
            </a:lvl1pPr>
          </a:lstStyle>
          <a:p>
            <a:endParaRPr lang="en-US"/>
          </a:p>
        </p:txBody>
      </p:sp>
    </p:spTree>
    <p:extLst>
      <p:ext uri="{BB962C8B-B14F-4D97-AF65-F5344CB8AC3E}">
        <p14:creationId xmlns:p14="http://schemas.microsoft.com/office/powerpoint/2010/main" val="27629956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2_Red">
    <p:bg>
      <p:bgPr>
        <a:solidFill>
          <a:srgbClr val="C00000"/>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rgbClr val="FFFFFF"/>
                </a:solidFill>
                <a:latin typeface="Century Gothic"/>
                <a:ea typeface="Century Gothic"/>
                <a:cs typeface="Century Gothic"/>
              </a:defRPr>
            </a:lvl1pPr>
          </a:lstStyle>
          <a:p>
            <a:r>
              <a:rPr lang="en-US"/>
              <a:t>Click to add title</a:t>
            </a:r>
          </a:p>
        </p:txBody>
      </p:sp>
      <p:pic>
        <p:nvPicPr>
          <p:cNvPr id="4" name="Picture Placeholder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68128" y="6241764"/>
            <a:ext cx="1211072" cy="349504"/>
          </a:xfrm>
          <a:prstGeom prst="rect">
            <a:avLst/>
          </a:prstGeom>
        </p:spPr>
      </p:pic>
    </p:spTree>
    <p:extLst>
      <p:ext uri="{BB962C8B-B14F-4D97-AF65-F5344CB8AC3E}">
        <p14:creationId xmlns:p14="http://schemas.microsoft.com/office/powerpoint/2010/main" val="29424604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_Green">
    <p:bg>
      <p:bgPr>
        <a:solidFill>
          <a:schemeClr val="accent5"/>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812800" y="2944453"/>
            <a:ext cx="10566400" cy="533480"/>
          </a:xfrm>
          <a:prstGeom prst="rect">
            <a:avLst/>
          </a:prstGeom>
        </p:spPr>
        <p:txBody>
          <a:bodyPr wrap="square" tIns="0" bIns="0" anchor="b" anchorCtr="1">
            <a:spAutoFit/>
          </a:bodyPr>
          <a:lstStyle>
            <a:lvl1pPr algn="ctr">
              <a:lnSpc>
                <a:spcPct val="100000"/>
              </a:lnSpc>
              <a:defRPr sz="3467" b="0" i="0" cap="all" spc="533" baseline="0">
                <a:solidFill>
                  <a:schemeClr val="bg1"/>
                </a:solidFill>
                <a:latin typeface="Century Gothic"/>
                <a:ea typeface="Century Gothic"/>
                <a:cs typeface="Century Gothic"/>
              </a:defRPr>
            </a:lvl1pPr>
          </a:lstStyle>
          <a:p>
            <a:endParaRPr lang="en-US"/>
          </a:p>
        </p:txBody>
      </p:sp>
    </p:spTree>
    <p:extLst>
      <p:ext uri="{BB962C8B-B14F-4D97-AF65-F5344CB8AC3E}">
        <p14:creationId xmlns:p14="http://schemas.microsoft.com/office/powerpoint/2010/main" val="280289915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2_Green">
    <p:bg>
      <p:bgPr>
        <a:solidFill>
          <a:srgbClr val="32A063"/>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rgbClr val="FFFFFF"/>
                </a:solidFill>
                <a:latin typeface="Century Gothic"/>
                <a:ea typeface="Century Gothic"/>
                <a:cs typeface="Century Gothic"/>
              </a:defRPr>
            </a:lvl1pPr>
          </a:lstStyle>
          <a:p>
            <a:r>
              <a:rPr lang="en-US"/>
              <a:t>Click to add title</a:t>
            </a:r>
          </a:p>
        </p:txBody>
      </p:sp>
      <p:pic>
        <p:nvPicPr>
          <p:cNvPr id="5" name="Picture Placeholder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68128" y="6241764"/>
            <a:ext cx="1211072" cy="349504"/>
          </a:xfrm>
          <a:prstGeom prst="rect">
            <a:avLst/>
          </a:prstGeom>
        </p:spPr>
      </p:pic>
    </p:spTree>
    <p:extLst>
      <p:ext uri="{BB962C8B-B14F-4D97-AF65-F5344CB8AC3E}">
        <p14:creationId xmlns:p14="http://schemas.microsoft.com/office/powerpoint/2010/main" val="284054540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2 text with half page image_Plain">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2" y="0"/>
            <a:ext cx="5281087" cy="6858000"/>
          </a:xfrm>
          <a:prstGeom prst="rect">
            <a:avLst/>
          </a:prstGeom>
          <a:noFill/>
        </p:spPr>
        <p:txBody>
          <a:bodyPr/>
          <a:lstStyle>
            <a:lvl1pPr algn="ctr">
              <a:defRPr sz="1600"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½ page image</a:t>
            </a:r>
          </a:p>
        </p:txBody>
      </p:sp>
      <p:sp>
        <p:nvSpPr>
          <p:cNvPr id="12" name="Content Placeholder 3"/>
          <p:cNvSpPr>
            <a:spLocks noGrp="1"/>
          </p:cNvSpPr>
          <p:nvPr>
            <p:ph sz="quarter" idx="15" hasCustomPrompt="1"/>
          </p:nvPr>
        </p:nvSpPr>
        <p:spPr>
          <a:xfrm>
            <a:off x="617728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3" name="Text Placeholder 22"/>
          <p:cNvSpPr>
            <a:spLocks noGrp="1"/>
          </p:cNvSpPr>
          <p:nvPr>
            <p:ph type="body" sz="quarter" idx="16" hasCustomPrompt="1"/>
          </p:nvPr>
        </p:nvSpPr>
        <p:spPr>
          <a:xfrm>
            <a:off x="617728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tx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5" name="Text Placeholder 22"/>
          <p:cNvSpPr>
            <a:spLocks noGrp="1"/>
          </p:cNvSpPr>
          <p:nvPr>
            <p:ph type="body" sz="quarter" idx="19" hasCustomPrompt="1"/>
          </p:nvPr>
        </p:nvSpPr>
        <p:spPr>
          <a:xfrm>
            <a:off x="885952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tx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1" name="Content Placeholder 3"/>
          <p:cNvSpPr>
            <a:spLocks noGrp="1"/>
          </p:cNvSpPr>
          <p:nvPr>
            <p:ph sz="quarter" idx="20" hasCustomPrompt="1"/>
          </p:nvPr>
        </p:nvSpPr>
        <p:spPr>
          <a:xfrm>
            <a:off x="617728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2" name="Text Placeholder 22"/>
          <p:cNvSpPr>
            <a:spLocks noGrp="1"/>
          </p:cNvSpPr>
          <p:nvPr>
            <p:ph type="body" sz="quarter" idx="21" hasCustomPrompt="1"/>
          </p:nvPr>
        </p:nvSpPr>
        <p:spPr>
          <a:xfrm>
            <a:off x="617728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tx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4" name="Text Placeholder 22"/>
          <p:cNvSpPr>
            <a:spLocks noGrp="1"/>
          </p:cNvSpPr>
          <p:nvPr>
            <p:ph type="body" sz="quarter" idx="23" hasCustomPrompt="1"/>
          </p:nvPr>
        </p:nvSpPr>
        <p:spPr>
          <a:xfrm>
            <a:off x="885952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tx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6" name="Content Placeholder 3"/>
          <p:cNvSpPr>
            <a:spLocks noGrp="1"/>
          </p:cNvSpPr>
          <p:nvPr>
            <p:ph sz="quarter" idx="24" hasCustomPrompt="1"/>
          </p:nvPr>
        </p:nvSpPr>
        <p:spPr>
          <a:xfrm>
            <a:off x="885952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Content Placeholder 3"/>
          <p:cNvSpPr>
            <a:spLocks noGrp="1"/>
          </p:cNvSpPr>
          <p:nvPr>
            <p:ph sz="quarter" idx="25" hasCustomPrompt="1"/>
          </p:nvPr>
        </p:nvSpPr>
        <p:spPr>
          <a:xfrm>
            <a:off x="885952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4"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9" name="TextBox 18"/>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67934250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ue C2 text with half page image_Blue">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2" y="1487424"/>
            <a:ext cx="5281087" cy="5370576"/>
          </a:xfrm>
          <a:prstGeom prst="rect">
            <a:avLst/>
          </a:prstGeom>
          <a:noFill/>
        </p:spPr>
        <p:txBody>
          <a:bodyPr/>
          <a:lstStyle>
            <a:lvl1pPr algn="ctr">
              <a:defRPr sz="1600"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½ page image</a:t>
            </a:r>
          </a:p>
        </p:txBody>
      </p:sp>
      <p:sp>
        <p:nvSpPr>
          <p:cNvPr id="3" name="Rectangle 2"/>
          <p:cNvSpPr/>
          <p:nvPr userDrawn="1"/>
        </p:nvSpPr>
        <p:spPr>
          <a:xfrm>
            <a:off x="0" y="0"/>
            <a:ext cx="5283200" cy="148742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6" name="Content Placeholder 3"/>
          <p:cNvSpPr>
            <a:spLocks noGrp="1"/>
          </p:cNvSpPr>
          <p:nvPr>
            <p:ph sz="quarter" idx="15" hasCustomPrompt="1"/>
          </p:nvPr>
        </p:nvSpPr>
        <p:spPr>
          <a:xfrm>
            <a:off x="617728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Text Placeholder 22"/>
          <p:cNvSpPr>
            <a:spLocks noGrp="1"/>
          </p:cNvSpPr>
          <p:nvPr>
            <p:ph type="body" sz="quarter" idx="16" hasCustomPrompt="1"/>
          </p:nvPr>
        </p:nvSpPr>
        <p:spPr>
          <a:xfrm>
            <a:off x="617728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9" hasCustomPrompt="1"/>
          </p:nvPr>
        </p:nvSpPr>
        <p:spPr>
          <a:xfrm>
            <a:off x="885952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Content Placeholder 3"/>
          <p:cNvSpPr>
            <a:spLocks noGrp="1"/>
          </p:cNvSpPr>
          <p:nvPr>
            <p:ph sz="quarter" idx="20" hasCustomPrompt="1"/>
          </p:nvPr>
        </p:nvSpPr>
        <p:spPr>
          <a:xfrm>
            <a:off x="617728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7" name="Text Placeholder 22"/>
          <p:cNvSpPr>
            <a:spLocks noGrp="1"/>
          </p:cNvSpPr>
          <p:nvPr>
            <p:ph type="body" sz="quarter" idx="21" hasCustomPrompt="1"/>
          </p:nvPr>
        </p:nvSpPr>
        <p:spPr>
          <a:xfrm>
            <a:off x="617728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3" hasCustomPrompt="1"/>
          </p:nvPr>
        </p:nvSpPr>
        <p:spPr>
          <a:xfrm>
            <a:off x="885952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9" name="Content Placeholder 3"/>
          <p:cNvSpPr>
            <a:spLocks noGrp="1"/>
          </p:cNvSpPr>
          <p:nvPr>
            <p:ph sz="quarter" idx="26" hasCustomPrompt="1"/>
          </p:nvPr>
        </p:nvSpPr>
        <p:spPr>
          <a:xfrm>
            <a:off x="885952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0" name="Content Placeholder 3"/>
          <p:cNvSpPr>
            <a:spLocks noGrp="1"/>
          </p:cNvSpPr>
          <p:nvPr>
            <p:ph sz="quarter" idx="27" hasCustomPrompt="1"/>
          </p:nvPr>
        </p:nvSpPr>
        <p:spPr>
          <a:xfrm>
            <a:off x="885952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 name="Title 1"/>
          <p:cNvSpPr>
            <a:spLocks noGrp="1"/>
          </p:cNvSpPr>
          <p:nvPr>
            <p:ph type="title" hasCustomPrompt="1"/>
          </p:nvPr>
        </p:nvSpPr>
        <p:spPr>
          <a:xfrm>
            <a:off x="-2113" y="816357"/>
            <a:ext cx="5283199" cy="671067"/>
          </a:xfrm>
          <a:prstGeom prst="rect">
            <a:avLst/>
          </a:prstGeom>
        </p:spPr>
        <p:txBody>
          <a:bodyPr vert="horz" lIns="365760"/>
          <a:lstStyle>
            <a:lvl1pPr>
              <a:defRPr sz="2667" b="1">
                <a:solidFill>
                  <a:srgbClr val="FFFFFF"/>
                </a:solidFill>
              </a:defRPr>
            </a:lvl1pPr>
          </a:lstStyle>
          <a:p>
            <a:r>
              <a:rPr lang="en-US"/>
              <a:t>Title</a:t>
            </a:r>
          </a:p>
        </p:txBody>
      </p:sp>
      <p:sp>
        <p:nvSpPr>
          <p:cNvPr id="33" name="Text Placeholder 11"/>
          <p:cNvSpPr>
            <a:spLocks noGrp="1"/>
          </p:cNvSpPr>
          <p:nvPr>
            <p:ph type="body" sz="quarter" idx="25"/>
          </p:nvPr>
        </p:nvSpPr>
        <p:spPr>
          <a:xfrm>
            <a:off x="-2113" y="237067"/>
            <a:ext cx="5283200" cy="558800"/>
          </a:xfrm>
          <a:prstGeom prst="rect">
            <a:avLst/>
          </a:prstGeom>
        </p:spPr>
        <p:txBody>
          <a:bodyPr lIns="365760" anchor="b" anchorCtr="0"/>
          <a:lstStyle>
            <a:lvl1pPr marL="0" indent="0">
              <a:buNone/>
              <a:defRPr sz="1600" cap="all">
                <a:solidFill>
                  <a:schemeClr val="bg1"/>
                </a:solidFill>
              </a:defRPr>
            </a:lvl1pPr>
          </a:lstStyle>
          <a:p>
            <a:endParaRPr lang="en-US"/>
          </a:p>
        </p:txBody>
      </p:sp>
      <p:pic>
        <p:nvPicPr>
          <p:cNvPr id="15"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7" name="TextBox 1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4697835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urple_C2 text with half page image_Blue">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2" y="1487424"/>
            <a:ext cx="5281087" cy="5370576"/>
          </a:xfrm>
          <a:prstGeom prst="rect">
            <a:avLst/>
          </a:prstGeom>
          <a:noFill/>
        </p:spPr>
        <p:txBody>
          <a:bodyPr/>
          <a:lstStyle>
            <a:lvl1pPr algn="ctr">
              <a:defRPr sz="1600"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½ page image</a:t>
            </a:r>
          </a:p>
        </p:txBody>
      </p:sp>
      <p:sp>
        <p:nvSpPr>
          <p:cNvPr id="16" name="Content Placeholder 3"/>
          <p:cNvSpPr>
            <a:spLocks noGrp="1"/>
          </p:cNvSpPr>
          <p:nvPr>
            <p:ph sz="quarter" idx="15" hasCustomPrompt="1"/>
          </p:nvPr>
        </p:nvSpPr>
        <p:spPr>
          <a:xfrm>
            <a:off x="617728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Text Placeholder 22"/>
          <p:cNvSpPr>
            <a:spLocks noGrp="1"/>
          </p:cNvSpPr>
          <p:nvPr>
            <p:ph type="body" sz="quarter" idx="16" hasCustomPrompt="1"/>
          </p:nvPr>
        </p:nvSpPr>
        <p:spPr>
          <a:xfrm>
            <a:off x="617728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2"/>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9" hasCustomPrompt="1"/>
          </p:nvPr>
        </p:nvSpPr>
        <p:spPr>
          <a:xfrm>
            <a:off x="885952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2"/>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Content Placeholder 3"/>
          <p:cNvSpPr>
            <a:spLocks noGrp="1"/>
          </p:cNvSpPr>
          <p:nvPr>
            <p:ph sz="quarter" idx="20" hasCustomPrompt="1"/>
          </p:nvPr>
        </p:nvSpPr>
        <p:spPr>
          <a:xfrm>
            <a:off x="617728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7" name="Text Placeholder 22"/>
          <p:cNvSpPr>
            <a:spLocks noGrp="1"/>
          </p:cNvSpPr>
          <p:nvPr>
            <p:ph type="body" sz="quarter" idx="21" hasCustomPrompt="1"/>
          </p:nvPr>
        </p:nvSpPr>
        <p:spPr>
          <a:xfrm>
            <a:off x="617728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2"/>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3" hasCustomPrompt="1"/>
          </p:nvPr>
        </p:nvSpPr>
        <p:spPr>
          <a:xfrm>
            <a:off x="885952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2"/>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9" name="Content Placeholder 3"/>
          <p:cNvSpPr>
            <a:spLocks noGrp="1"/>
          </p:cNvSpPr>
          <p:nvPr>
            <p:ph sz="quarter" idx="26" hasCustomPrompt="1"/>
          </p:nvPr>
        </p:nvSpPr>
        <p:spPr>
          <a:xfrm>
            <a:off x="885952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0" name="Content Placeholder 3"/>
          <p:cNvSpPr>
            <a:spLocks noGrp="1"/>
          </p:cNvSpPr>
          <p:nvPr>
            <p:ph sz="quarter" idx="27" hasCustomPrompt="1"/>
          </p:nvPr>
        </p:nvSpPr>
        <p:spPr>
          <a:xfrm>
            <a:off x="885952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2" name="Rectangle 31"/>
          <p:cNvSpPr/>
          <p:nvPr userDrawn="1"/>
        </p:nvSpPr>
        <p:spPr>
          <a:xfrm>
            <a:off x="0" y="0"/>
            <a:ext cx="5283200" cy="1487424"/>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itle 1"/>
          <p:cNvSpPr>
            <a:spLocks noGrp="1"/>
          </p:cNvSpPr>
          <p:nvPr>
            <p:ph type="title" hasCustomPrompt="1"/>
          </p:nvPr>
        </p:nvSpPr>
        <p:spPr>
          <a:xfrm>
            <a:off x="-2113" y="816357"/>
            <a:ext cx="5283199" cy="671067"/>
          </a:xfrm>
          <a:prstGeom prst="rect">
            <a:avLst/>
          </a:prstGeom>
        </p:spPr>
        <p:txBody>
          <a:bodyPr vert="horz" lIns="365760"/>
          <a:lstStyle>
            <a:lvl1pPr>
              <a:defRPr sz="2667" b="1">
                <a:solidFill>
                  <a:srgbClr val="FFFFFF"/>
                </a:solidFill>
              </a:defRPr>
            </a:lvl1pPr>
          </a:lstStyle>
          <a:p>
            <a:r>
              <a:rPr lang="en-US"/>
              <a:t>Title</a:t>
            </a:r>
          </a:p>
        </p:txBody>
      </p:sp>
      <p:sp>
        <p:nvSpPr>
          <p:cNvPr id="36" name="Text Placeholder 11"/>
          <p:cNvSpPr>
            <a:spLocks noGrp="1"/>
          </p:cNvSpPr>
          <p:nvPr>
            <p:ph type="body" sz="quarter" idx="25"/>
          </p:nvPr>
        </p:nvSpPr>
        <p:spPr>
          <a:xfrm>
            <a:off x="-2113" y="237067"/>
            <a:ext cx="5283200" cy="558800"/>
          </a:xfrm>
          <a:prstGeom prst="rect">
            <a:avLst/>
          </a:prstGeom>
        </p:spPr>
        <p:txBody>
          <a:bodyPr lIns="365760" anchor="b" anchorCtr="0"/>
          <a:lstStyle>
            <a:lvl1pPr marL="0" indent="0">
              <a:buNone/>
              <a:defRPr sz="1600" cap="all">
                <a:solidFill>
                  <a:schemeClr val="bg1"/>
                </a:solidFill>
              </a:defRPr>
            </a:lvl1pPr>
          </a:lstStyle>
          <a:p>
            <a:endParaRPr lang="en-US"/>
          </a:p>
        </p:txBody>
      </p:sp>
      <p:pic>
        <p:nvPicPr>
          <p:cNvPr id="15"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7" name="TextBox 1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82072251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Yellow_C2 text with half page image_Blue">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2" y="1487424"/>
            <a:ext cx="5281087" cy="5370576"/>
          </a:xfrm>
          <a:prstGeom prst="rect">
            <a:avLst/>
          </a:prstGeom>
          <a:noFill/>
        </p:spPr>
        <p:txBody>
          <a:bodyPr/>
          <a:lstStyle>
            <a:lvl1pPr algn="ctr">
              <a:defRPr sz="1600"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½ page image</a:t>
            </a:r>
          </a:p>
        </p:txBody>
      </p:sp>
      <p:sp>
        <p:nvSpPr>
          <p:cNvPr id="16" name="Content Placeholder 3"/>
          <p:cNvSpPr>
            <a:spLocks noGrp="1"/>
          </p:cNvSpPr>
          <p:nvPr>
            <p:ph sz="quarter" idx="15" hasCustomPrompt="1"/>
          </p:nvPr>
        </p:nvSpPr>
        <p:spPr>
          <a:xfrm>
            <a:off x="617728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Text Placeholder 22"/>
          <p:cNvSpPr>
            <a:spLocks noGrp="1"/>
          </p:cNvSpPr>
          <p:nvPr>
            <p:ph type="body" sz="quarter" idx="16" hasCustomPrompt="1"/>
          </p:nvPr>
        </p:nvSpPr>
        <p:spPr>
          <a:xfrm>
            <a:off x="617728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3"/>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9" hasCustomPrompt="1"/>
          </p:nvPr>
        </p:nvSpPr>
        <p:spPr>
          <a:xfrm>
            <a:off x="885952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3"/>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Content Placeholder 3"/>
          <p:cNvSpPr>
            <a:spLocks noGrp="1"/>
          </p:cNvSpPr>
          <p:nvPr>
            <p:ph sz="quarter" idx="20" hasCustomPrompt="1"/>
          </p:nvPr>
        </p:nvSpPr>
        <p:spPr>
          <a:xfrm>
            <a:off x="617728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7" name="Text Placeholder 22"/>
          <p:cNvSpPr>
            <a:spLocks noGrp="1"/>
          </p:cNvSpPr>
          <p:nvPr>
            <p:ph type="body" sz="quarter" idx="21" hasCustomPrompt="1"/>
          </p:nvPr>
        </p:nvSpPr>
        <p:spPr>
          <a:xfrm>
            <a:off x="617728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3"/>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3" hasCustomPrompt="1"/>
          </p:nvPr>
        </p:nvSpPr>
        <p:spPr>
          <a:xfrm>
            <a:off x="885952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3"/>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9" name="Content Placeholder 3"/>
          <p:cNvSpPr>
            <a:spLocks noGrp="1"/>
          </p:cNvSpPr>
          <p:nvPr>
            <p:ph sz="quarter" idx="26" hasCustomPrompt="1"/>
          </p:nvPr>
        </p:nvSpPr>
        <p:spPr>
          <a:xfrm>
            <a:off x="885952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0" name="Content Placeholder 3"/>
          <p:cNvSpPr>
            <a:spLocks noGrp="1"/>
          </p:cNvSpPr>
          <p:nvPr>
            <p:ph sz="quarter" idx="27" hasCustomPrompt="1"/>
          </p:nvPr>
        </p:nvSpPr>
        <p:spPr>
          <a:xfrm>
            <a:off x="885952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2" name="Rectangle 31"/>
          <p:cNvSpPr/>
          <p:nvPr userDrawn="1"/>
        </p:nvSpPr>
        <p:spPr>
          <a:xfrm>
            <a:off x="0" y="0"/>
            <a:ext cx="5283200" cy="1487424"/>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itle 1"/>
          <p:cNvSpPr>
            <a:spLocks noGrp="1"/>
          </p:cNvSpPr>
          <p:nvPr>
            <p:ph type="title" hasCustomPrompt="1"/>
          </p:nvPr>
        </p:nvSpPr>
        <p:spPr>
          <a:xfrm>
            <a:off x="-2113" y="816357"/>
            <a:ext cx="5283199" cy="671067"/>
          </a:xfrm>
          <a:prstGeom prst="rect">
            <a:avLst/>
          </a:prstGeom>
        </p:spPr>
        <p:txBody>
          <a:bodyPr vert="horz" lIns="365760"/>
          <a:lstStyle>
            <a:lvl1pPr>
              <a:defRPr sz="2667" b="1">
                <a:solidFill>
                  <a:srgbClr val="FFFFFF"/>
                </a:solidFill>
              </a:defRPr>
            </a:lvl1pPr>
          </a:lstStyle>
          <a:p>
            <a:r>
              <a:rPr lang="en-US"/>
              <a:t>Title</a:t>
            </a:r>
          </a:p>
        </p:txBody>
      </p:sp>
      <p:sp>
        <p:nvSpPr>
          <p:cNvPr id="36" name="Text Placeholder 11"/>
          <p:cNvSpPr>
            <a:spLocks noGrp="1"/>
          </p:cNvSpPr>
          <p:nvPr>
            <p:ph type="body" sz="quarter" idx="25"/>
          </p:nvPr>
        </p:nvSpPr>
        <p:spPr>
          <a:xfrm>
            <a:off x="-2113" y="237067"/>
            <a:ext cx="5283200" cy="558800"/>
          </a:xfrm>
          <a:prstGeom prst="rect">
            <a:avLst/>
          </a:prstGeom>
        </p:spPr>
        <p:txBody>
          <a:bodyPr lIns="365760" anchor="b" anchorCtr="0"/>
          <a:lstStyle>
            <a:lvl1pPr marL="0" indent="0">
              <a:buNone/>
              <a:defRPr sz="1600" cap="all">
                <a:solidFill>
                  <a:schemeClr val="bg1"/>
                </a:solidFill>
              </a:defRPr>
            </a:lvl1pPr>
          </a:lstStyle>
          <a:p>
            <a:endParaRPr lang="en-US"/>
          </a:p>
        </p:txBody>
      </p:sp>
      <p:pic>
        <p:nvPicPr>
          <p:cNvPr id="15"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7" name="TextBox 1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57323324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Red_C2 text with half page image_Blue">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2" y="1487424"/>
            <a:ext cx="5281087" cy="5370576"/>
          </a:xfrm>
          <a:prstGeom prst="rect">
            <a:avLst/>
          </a:prstGeom>
          <a:noFill/>
        </p:spPr>
        <p:txBody>
          <a:bodyPr/>
          <a:lstStyle>
            <a:lvl1pPr algn="ctr">
              <a:defRPr sz="1600"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½ page image</a:t>
            </a:r>
          </a:p>
        </p:txBody>
      </p:sp>
      <p:sp>
        <p:nvSpPr>
          <p:cNvPr id="16" name="Content Placeholder 3"/>
          <p:cNvSpPr>
            <a:spLocks noGrp="1"/>
          </p:cNvSpPr>
          <p:nvPr>
            <p:ph sz="quarter" idx="15" hasCustomPrompt="1"/>
          </p:nvPr>
        </p:nvSpPr>
        <p:spPr>
          <a:xfrm>
            <a:off x="617728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Text Placeholder 22"/>
          <p:cNvSpPr>
            <a:spLocks noGrp="1"/>
          </p:cNvSpPr>
          <p:nvPr>
            <p:ph type="body" sz="quarter" idx="16" hasCustomPrompt="1"/>
          </p:nvPr>
        </p:nvSpPr>
        <p:spPr>
          <a:xfrm>
            <a:off x="617728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4"/>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9" hasCustomPrompt="1"/>
          </p:nvPr>
        </p:nvSpPr>
        <p:spPr>
          <a:xfrm>
            <a:off x="885952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4"/>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Content Placeholder 3"/>
          <p:cNvSpPr>
            <a:spLocks noGrp="1"/>
          </p:cNvSpPr>
          <p:nvPr>
            <p:ph sz="quarter" idx="20" hasCustomPrompt="1"/>
          </p:nvPr>
        </p:nvSpPr>
        <p:spPr>
          <a:xfrm>
            <a:off x="617728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7" name="Text Placeholder 22"/>
          <p:cNvSpPr>
            <a:spLocks noGrp="1"/>
          </p:cNvSpPr>
          <p:nvPr>
            <p:ph type="body" sz="quarter" idx="21" hasCustomPrompt="1"/>
          </p:nvPr>
        </p:nvSpPr>
        <p:spPr>
          <a:xfrm>
            <a:off x="617728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4"/>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3" hasCustomPrompt="1"/>
          </p:nvPr>
        </p:nvSpPr>
        <p:spPr>
          <a:xfrm>
            <a:off x="885952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4"/>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9" name="Content Placeholder 3"/>
          <p:cNvSpPr>
            <a:spLocks noGrp="1"/>
          </p:cNvSpPr>
          <p:nvPr>
            <p:ph sz="quarter" idx="26" hasCustomPrompt="1"/>
          </p:nvPr>
        </p:nvSpPr>
        <p:spPr>
          <a:xfrm>
            <a:off x="885952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0" name="Content Placeholder 3"/>
          <p:cNvSpPr>
            <a:spLocks noGrp="1"/>
          </p:cNvSpPr>
          <p:nvPr>
            <p:ph sz="quarter" idx="27" hasCustomPrompt="1"/>
          </p:nvPr>
        </p:nvSpPr>
        <p:spPr>
          <a:xfrm>
            <a:off x="885952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2" name="Rectangle 31"/>
          <p:cNvSpPr/>
          <p:nvPr userDrawn="1"/>
        </p:nvSpPr>
        <p:spPr>
          <a:xfrm>
            <a:off x="0" y="0"/>
            <a:ext cx="5283200" cy="1487424"/>
          </a:xfrm>
          <a:prstGeom prst="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itle 1"/>
          <p:cNvSpPr>
            <a:spLocks noGrp="1"/>
          </p:cNvSpPr>
          <p:nvPr>
            <p:ph type="title" hasCustomPrompt="1"/>
          </p:nvPr>
        </p:nvSpPr>
        <p:spPr>
          <a:xfrm>
            <a:off x="-2113" y="816357"/>
            <a:ext cx="5283199" cy="671067"/>
          </a:xfrm>
          <a:prstGeom prst="rect">
            <a:avLst/>
          </a:prstGeom>
        </p:spPr>
        <p:txBody>
          <a:bodyPr vert="horz" lIns="365760"/>
          <a:lstStyle>
            <a:lvl1pPr>
              <a:defRPr sz="2667" b="1">
                <a:solidFill>
                  <a:srgbClr val="FFFFFF"/>
                </a:solidFill>
              </a:defRPr>
            </a:lvl1pPr>
          </a:lstStyle>
          <a:p>
            <a:r>
              <a:rPr lang="en-US"/>
              <a:t>Title</a:t>
            </a:r>
          </a:p>
        </p:txBody>
      </p:sp>
      <p:sp>
        <p:nvSpPr>
          <p:cNvPr id="36" name="Text Placeholder 11"/>
          <p:cNvSpPr>
            <a:spLocks noGrp="1"/>
          </p:cNvSpPr>
          <p:nvPr>
            <p:ph type="body" sz="quarter" idx="25"/>
          </p:nvPr>
        </p:nvSpPr>
        <p:spPr>
          <a:xfrm>
            <a:off x="-2113" y="237067"/>
            <a:ext cx="5283200" cy="558800"/>
          </a:xfrm>
          <a:prstGeom prst="rect">
            <a:avLst/>
          </a:prstGeom>
        </p:spPr>
        <p:txBody>
          <a:bodyPr lIns="365760" anchor="b" anchorCtr="0"/>
          <a:lstStyle>
            <a:lvl1pPr marL="0" indent="0">
              <a:buNone/>
              <a:defRPr sz="1600" cap="all">
                <a:solidFill>
                  <a:schemeClr val="bg1"/>
                </a:solidFill>
              </a:defRPr>
            </a:lvl1pPr>
          </a:lstStyle>
          <a:p>
            <a:endParaRPr lang="en-US"/>
          </a:p>
        </p:txBody>
      </p:sp>
      <p:pic>
        <p:nvPicPr>
          <p:cNvPr id="15"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7" name="TextBox 1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51102928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Green_C2 text with half page image_Blue">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2" y="1487424"/>
            <a:ext cx="5281087" cy="5370576"/>
          </a:xfrm>
          <a:prstGeom prst="rect">
            <a:avLst/>
          </a:prstGeom>
          <a:noFill/>
        </p:spPr>
        <p:txBody>
          <a:bodyPr/>
          <a:lstStyle>
            <a:lvl1pPr algn="ctr">
              <a:defRPr sz="1600"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½ page image</a:t>
            </a:r>
          </a:p>
        </p:txBody>
      </p:sp>
      <p:sp>
        <p:nvSpPr>
          <p:cNvPr id="16" name="Content Placeholder 3"/>
          <p:cNvSpPr>
            <a:spLocks noGrp="1"/>
          </p:cNvSpPr>
          <p:nvPr>
            <p:ph sz="quarter" idx="15" hasCustomPrompt="1"/>
          </p:nvPr>
        </p:nvSpPr>
        <p:spPr>
          <a:xfrm>
            <a:off x="617728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Text Placeholder 22"/>
          <p:cNvSpPr>
            <a:spLocks noGrp="1"/>
          </p:cNvSpPr>
          <p:nvPr>
            <p:ph type="body" sz="quarter" idx="16" hasCustomPrompt="1"/>
          </p:nvPr>
        </p:nvSpPr>
        <p:spPr>
          <a:xfrm>
            <a:off x="617728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5"/>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9" hasCustomPrompt="1"/>
          </p:nvPr>
        </p:nvSpPr>
        <p:spPr>
          <a:xfrm>
            <a:off x="885952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5"/>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Content Placeholder 3"/>
          <p:cNvSpPr>
            <a:spLocks noGrp="1"/>
          </p:cNvSpPr>
          <p:nvPr>
            <p:ph sz="quarter" idx="20" hasCustomPrompt="1"/>
          </p:nvPr>
        </p:nvSpPr>
        <p:spPr>
          <a:xfrm>
            <a:off x="617728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7" name="Text Placeholder 22"/>
          <p:cNvSpPr>
            <a:spLocks noGrp="1"/>
          </p:cNvSpPr>
          <p:nvPr>
            <p:ph type="body" sz="quarter" idx="21" hasCustomPrompt="1"/>
          </p:nvPr>
        </p:nvSpPr>
        <p:spPr>
          <a:xfrm>
            <a:off x="617728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5"/>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3" hasCustomPrompt="1"/>
          </p:nvPr>
        </p:nvSpPr>
        <p:spPr>
          <a:xfrm>
            <a:off x="885952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5"/>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9" name="Content Placeholder 3"/>
          <p:cNvSpPr>
            <a:spLocks noGrp="1"/>
          </p:cNvSpPr>
          <p:nvPr>
            <p:ph sz="quarter" idx="26" hasCustomPrompt="1"/>
          </p:nvPr>
        </p:nvSpPr>
        <p:spPr>
          <a:xfrm>
            <a:off x="885952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0" name="Content Placeholder 3"/>
          <p:cNvSpPr>
            <a:spLocks noGrp="1"/>
          </p:cNvSpPr>
          <p:nvPr>
            <p:ph sz="quarter" idx="27" hasCustomPrompt="1"/>
          </p:nvPr>
        </p:nvSpPr>
        <p:spPr>
          <a:xfrm>
            <a:off x="885952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2" name="Rectangle 31"/>
          <p:cNvSpPr/>
          <p:nvPr userDrawn="1"/>
        </p:nvSpPr>
        <p:spPr>
          <a:xfrm>
            <a:off x="0" y="0"/>
            <a:ext cx="5283200" cy="1487424"/>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itle 1"/>
          <p:cNvSpPr>
            <a:spLocks noGrp="1"/>
          </p:cNvSpPr>
          <p:nvPr>
            <p:ph type="title" hasCustomPrompt="1"/>
          </p:nvPr>
        </p:nvSpPr>
        <p:spPr>
          <a:xfrm>
            <a:off x="-2113" y="816357"/>
            <a:ext cx="5283199" cy="671067"/>
          </a:xfrm>
          <a:prstGeom prst="rect">
            <a:avLst/>
          </a:prstGeom>
        </p:spPr>
        <p:txBody>
          <a:bodyPr vert="horz" lIns="365760"/>
          <a:lstStyle>
            <a:lvl1pPr>
              <a:defRPr sz="2667" b="1">
                <a:solidFill>
                  <a:srgbClr val="FFFFFF"/>
                </a:solidFill>
              </a:defRPr>
            </a:lvl1pPr>
          </a:lstStyle>
          <a:p>
            <a:r>
              <a:rPr lang="en-US"/>
              <a:t>Title</a:t>
            </a:r>
          </a:p>
        </p:txBody>
      </p:sp>
      <p:sp>
        <p:nvSpPr>
          <p:cNvPr id="35" name="Text Placeholder 11"/>
          <p:cNvSpPr>
            <a:spLocks noGrp="1"/>
          </p:cNvSpPr>
          <p:nvPr>
            <p:ph type="body" sz="quarter" idx="25"/>
          </p:nvPr>
        </p:nvSpPr>
        <p:spPr>
          <a:xfrm>
            <a:off x="-2113" y="237067"/>
            <a:ext cx="5283200" cy="558800"/>
          </a:xfrm>
          <a:prstGeom prst="rect">
            <a:avLst/>
          </a:prstGeom>
        </p:spPr>
        <p:txBody>
          <a:bodyPr lIns="365760" anchor="b" anchorCtr="0"/>
          <a:lstStyle>
            <a:lvl1pPr marL="0" indent="0">
              <a:buNone/>
              <a:defRPr sz="1600" cap="all">
                <a:solidFill>
                  <a:schemeClr val="bg1"/>
                </a:solidFill>
              </a:defRPr>
            </a:lvl1pPr>
          </a:lstStyle>
          <a:p>
            <a:endParaRPr lang="en-US"/>
          </a:p>
        </p:txBody>
      </p:sp>
      <p:pic>
        <p:nvPicPr>
          <p:cNvPr id="15"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7" name="TextBox 1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25993242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3 text with thumbnails">
    <p:spTree>
      <p:nvGrpSpPr>
        <p:cNvPr id="1" name=""/>
        <p:cNvGrpSpPr/>
        <p:nvPr/>
      </p:nvGrpSpPr>
      <p:grpSpPr>
        <a:xfrm>
          <a:off x="0" y="0"/>
          <a:ext cx="0" cy="0"/>
          <a:chOff x="0" y="0"/>
          <a:chExt cx="0" cy="0"/>
        </a:xfrm>
      </p:grpSpPr>
      <p:sp>
        <p:nvSpPr>
          <p:cNvPr id="17" name="Content Placeholder 3"/>
          <p:cNvSpPr>
            <a:spLocks noGrp="1"/>
          </p:cNvSpPr>
          <p:nvPr>
            <p:ph sz="quarter" idx="21" hasCustomPrompt="1"/>
          </p:nvPr>
        </p:nvSpPr>
        <p:spPr>
          <a:xfrm>
            <a:off x="4389120" y="3643963"/>
            <a:ext cx="341376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18" name="Text Placeholder 22"/>
          <p:cNvSpPr>
            <a:spLocks noGrp="1"/>
          </p:cNvSpPr>
          <p:nvPr>
            <p:ph type="body" sz="quarter" idx="22" hasCustomPrompt="1"/>
          </p:nvPr>
        </p:nvSpPr>
        <p:spPr>
          <a:xfrm>
            <a:off x="4389120" y="3373030"/>
            <a:ext cx="341376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6" name="Picture Placeholder 25"/>
          <p:cNvSpPr>
            <a:spLocks noGrp="1"/>
          </p:cNvSpPr>
          <p:nvPr>
            <p:ph type="pic" sz="quarter" idx="12" hasCustomPrompt="1"/>
          </p:nvPr>
        </p:nvSpPr>
        <p:spPr>
          <a:xfrm>
            <a:off x="170891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33" name="Picture Placeholder 25"/>
          <p:cNvSpPr>
            <a:spLocks noGrp="1"/>
          </p:cNvSpPr>
          <p:nvPr>
            <p:ph type="pic" sz="quarter" idx="15" hasCustomPrompt="1"/>
          </p:nvPr>
        </p:nvSpPr>
        <p:spPr>
          <a:xfrm>
            <a:off x="528523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36" name="Picture Placeholder 25"/>
          <p:cNvSpPr>
            <a:spLocks noGrp="1"/>
          </p:cNvSpPr>
          <p:nvPr>
            <p:ph type="pic" sz="quarter" idx="18" hasCustomPrompt="1"/>
          </p:nvPr>
        </p:nvSpPr>
        <p:spPr>
          <a:xfrm>
            <a:off x="886155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14"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5" name="Content Placeholder 3"/>
          <p:cNvSpPr>
            <a:spLocks noGrp="1"/>
          </p:cNvSpPr>
          <p:nvPr>
            <p:ph sz="quarter" idx="19" hasCustomPrompt="1"/>
          </p:nvPr>
        </p:nvSpPr>
        <p:spPr>
          <a:xfrm>
            <a:off x="812800" y="3643963"/>
            <a:ext cx="341376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16" name="Text Placeholder 22"/>
          <p:cNvSpPr>
            <a:spLocks noGrp="1"/>
          </p:cNvSpPr>
          <p:nvPr>
            <p:ph type="body" sz="quarter" idx="20" hasCustomPrompt="1"/>
          </p:nvPr>
        </p:nvSpPr>
        <p:spPr>
          <a:xfrm>
            <a:off x="812800" y="3373030"/>
            <a:ext cx="341376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9" name="Content Placeholder 3"/>
          <p:cNvSpPr>
            <a:spLocks noGrp="1"/>
          </p:cNvSpPr>
          <p:nvPr>
            <p:ph sz="quarter" idx="23" hasCustomPrompt="1"/>
          </p:nvPr>
        </p:nvSpPr>
        <p:spPr>
          <a:xfrm>
            <a:off x="7965440" y="3643963"/>
            <a:ext cx="341376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20" name="Text Placeholder 22"/>
          <p:cNvSpPr>
            <a:spLocks noGrp="1"/>
          </p:cNvSpPr>
          <p:nvPr>
            <p:ph type="body" sz="quarter" idx="24" hasCustomPrompt="1"/>
          </p:nvPr>
        </p:nvSpPr>
        <p:spPr>
          <a:xfrm>
            <a:off x="7965440" y="3373030"/>
            <a:ext cx="341376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21"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3" name="TextBox 12"/>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3476146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4C text with thumbnails">
    <p:spTree>
      <p:nvGrpSpPr>
        <p:cNvPr id="1" name=""/>
        <p:cNvGrpSpPr/>
        <p:nvPr/>
      </p:nvGrpSpPr>
      <p:grpSpPr>
        <a:xfrm>
          <a:off x="0" y="0"/>
          <a:ext cx="0" cy="0"/>
          <a:chOff x="0" y="0"/>
          <a:chExt cx="0" cy="0"/>
        </a:xfrm>
      </p:grpSpPr>
      <p:sp>
        <p:nvSpPr>
          <p:cNvPr id="26" name="Picture Placeholder 25"/>
          <p:cNvSpPr>
            <a:spLocks noGrp="1"/>
          </p:cNvSpPr>
          <p:nvPr>
            <p:ph type="pic" sz="quarter" idx="12" hasCustomPrompt="1"/>
          </p:nvPr>
        </p:nvSpPr>
        <p:spPr>
          <a:xfrm>
            <a:off x="126187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33" name="Picture Placeholder 25"/>
          <p:cNvSpPr>
            <a:spLocks noGrp="1"/>
          </p:cNvSpPr>
          <p:nvPr>
            <p:ph type="pic" sz="quarter" idx="15" hasCustomPrompt="1"/>
          </p:nvPr>
        </p:nvSpPr>
        <p:spPr>
          <a:xfrm>
            <a:off x="394411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36" name="Picture Placeholder 25"/>
          <p:cNvSpPr>
            <a:spLocks noGrp="1"/>
          </p:cNvSpPr>
          <p:nvPr>
            <p:ph type="pic" sz="quarter" idx="18" hasCustomPrompt="1"/>
          </p:nvPr>
        </p:nvSpPr>
        <p:spPr>
          <a:xfrm>
            <a:off x="930859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14"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5" name="Content Placeholder 3"/>
          <p:cNvSpPr>
            <a:spLocks noGrp="1"/>
          </p:cNvSpPr>
          <p:nvPr>
            <p:ph sz="quarter" idx="19" hasCustomPrompt="1"/>
          </p:nvPr>
        </p:nvSpPr>
        <p:spPr>
          <a:xfrm>
            <a:off x="812800" y="3643963"/>
            <a:ext cx="251968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16" name="Text Placeholder 22"/>
          <p:cNvSpPr>
            <a:spLocks noGrp="1"/>
          </p:cNvSpPr>
          <p:nvPr>
            <p:ph type="body" sz="quarter" idx="20" hasCustomPrompt="1"/>
          </p:nvPr>
        </p:nvSpPr>
        <p:spPr>
          <a:xfrm>
            <a:off x="812800" y="3373030"/>
            <a:ext cx="251968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1" name="Content Placeholder 3"/>
          <p:cNvSpPr>
            <a:spLocks noGrp="1"/>
          </p:cNvSpPr>
          <p:nvPr>
            <p:ph sz="quarter" idx="21" hasCustomPrompt="1"/>
          </p:nvPr>
        </p:nvSpPr>
        <p:spPr>
          <a:xfrm>
            <a:off x="3495040" y="3643963"/>
            <a:ext cx="251968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22" name="Text Placeholder 22"/>
          <p:cNvSpPr>
            <a:spLocks noGrp="1"/>
          </p:cNvSpPr>
          <p:nvPr>
            <p:ph type="body" sz="quarter" idx="22" hasCustomPrompt="1"/>
          </p:nvPr>
        </p:nvSpPr>
        <p:spPr>
          <a:xfrm>
            <a:off x="3495040" y="3373030"/>
            <a:ext cx="251968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3" name="Content Placeholder 3"/>
          <p:cNvSpPr>
            <a:spLocks noGrp="1"/>
          </p:cNvSpPr>
          <p:nvPr>
            <p:ph sz="quarter" idx="23" hasCustomPrompt="1"/>
          </p:nvPr>
        </p:nvSpPr>
        <p:spPr>
          <a:xfrm>
            <a:off x="6177280" y="3643963"/>
            <a:ext cx="251968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24" name="Text Placeholder 22"/>
          <p:cNvSpPr>
            <a:spLocks noGrp="1"/>
          </p:cNvSpPr>
          <p:nvPr>
            <p:ph type="body" sz="quarter" idx="24" hasCustomPrompt="1"/>
          </p:nvPr>
        </p:nvSpPr>
        <p:spPr>
          <a:xfrm>
            <a:off x="6177280" y="3373030"/>
            <a:ext cx="251968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5" name="Content Placeholder 3"/>
          <p:cNvSpPr>
            <a:spLocks noGrp="1"/>
          </p:cNvSpPr>
          <p:nvPr>
            <p:ph sz="quarter" idx="25" hasCustomPrompt="1"/>
          </p:nvPr>
        </p:nvSpPr>
        <p:spPr>
          <a:xfrm>
            <a:off x="8859520" y="3643963"/>
            <a:ext cx="251968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27" name="Text Placeholder 22"/>
          <p:cNvSpPr>
            <a:spLocks noGrp="1"/>
          </p:cNvSpPr>
          <p:nvPr>
            <p:ph type="body" sz="quarter" idx="26" hasCustomPrompt="1"/>
          </p:nvPr>
        </p:nvSpPr>
        <p:spPr>
          <a:xfrm>
            <a:off x="8859520" y="3373030"/>
            <a:ext cx="251968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8" name="Picture Placeholder 25"/>
          <p:cNvSpPr>
            <a:spLocks noGrp="1"/>
          </p:cNvSpPr>
          <p:nvPr>
            <p:ph type="pic" sz="quarter" idx="27" hasCustomPrompt="1"/>
          </p:nvPr>
        </p:nvSpPr>
        <p:spPr>
          <a:xfrm>
            <a:off x="662635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pic>
        <p:nvPicPr>
          <p:cNvPr id="17"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8" name="TextBox 17"/>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67018855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C thumbnails with titles">
    <p:spTree>
      <p:nvGrpSpPr>
        <p:cNvPr id="1" name=""/>
        <p:cNvGrpSpPr/>
        <p:nvPr/>
      </p:nvGrpSpPr>
      <p:grpSpPr>
        <a:xfrm>
          <a:off x="0" y="0"/>
          <a:ext cx="0" cy="0"/>
          <a:chOff x="0" y="0"/>
          <a:chExt cx="0" cy="0"/>
        </a:xfrm>
      </p:grpSpPr>
      <p:sp>
        <p:nvSpPr>
          <p:cNvPr id="26" name="Picture Placeholder 25"/>
          <p:cNvSpPr>
            <a:spLocks noGrp="1"/>
          </p:cNvSpPr>
          <p:nvPr>
            <p:ph type="pic" sz="quarter" idx="12" hasCustomPrompt="1"/>
          </p:nvPr>
        </p:nvSpPr>
        <p:spPr>
          <a:xfrm>
            <a:off x="1259840" y="1524000"/>
            <a:ext cx="1625600"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13" name="Picture Placeholder 25"/>
          <p:cNvSpPr>
            <a:spLocks noGrp="1"/>
          </p:cNvSpPr>
          <p:nvPr>
            <p:ph type="pic" sz="quarter" idx="17" hasCustomPrompt="1"/>
          </p:nvPr>
        </p:nvSpPr>
        <p:spPr>
          <a:xfrm>
            <a:off x="394411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15" name="Picture Placeholder 25"/>
          <p:cNvSpPr>
            <a:spLocks noGrp="1"/>
          </p:cNvSpPr>
          <p:nvPr>
            <p:ph type="pic" sz="quarter" idx="19" hasCustomPrompt="1"/>
          </p:nvPr>
        </p:nvSpPr>
        <p:spPr>
          <a:xfrm>
            <a:off x="662635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17" name="Picture Placeholder 25"/>
          <p:cNvSpPr>
            <a:spLocks noGrp="1"/>
          </p:cNvSpPr>
          <p:nvPr>
            <p:ph type="pic" sz="quarter" idx="21" hasCustomPrompt="1"/>
          </p:nvPr>
        </p:nvSpPr>
        <p:spPr>
          <a:xfrm>
            <a:off x="930859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3" name="Text Placeholder 2"/>
          <p:cNvSpPr>
            <a:spLocks noGrp="1"/>
          </p:cNvSpPr>
          <p:nvPr>
            <p:ph type="body" sz="quarter" idx="31" hasCustomPrompt="1"/>
          </p:nvPr>
        </p:nvSpPr>
        <p:spPr>
          <a:xfrm>
            <a:off x="812800" y="32132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40" name="Picture Placeholder 25"/>
          <p:cNvSpPr>
            <a:spLocks noGrp="1"/>
          </p:cNvSpPr>
          <p:nvPr>
            <p:ph type="pic" sz="quarter" idx="35" hasCustomPrompt="1"/>
          </p:nvPr>
        </p:nvSpPr>
        <p:spPr>
          <a:xfrm>
            <a:off x="1261872" y="37592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41" name="Picture Placeholder 25"/>
          <p:cNvSpPr>
            <a:spLocks noGrp="1"/>
          </p:cNvSpPr>
          <p:nvPr>
            <p:ph type="pic" sz="quarter" idx="36" hasCustomPrompt="1"/>
          </p:nvPr>
        </p:nvSpPr>
        <p:spPr>
          <a:xfrm>
            <a:off x="3944112" y="37592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42" name="Picture Placeholder 25"/>
          <p:cNvSpPr>
            <a:spLocks noGrp="1"/>
          </p:cNvSpPr>
          <p:nvPr>
            <p:ph type="pic" sz="quarter" idx="37" hasCustomPrompt="1"/>
          </p:nvPr>
        </p:nvSpPr>
        <p:spPr>
          <a:xfrm>
            <a:off x="6626352" y="37592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43" name="Picture Placeholder 25"/>
          <p:cNvSpPr>
            <a:spLocks noGrp="1"/>
          </p:cNvSpPr>
          <p:nvPr>
            <p:ph type="pic" sz="quarter" idx="38" hasCustomPrompt="1"/>
          </p:nvPr>
        </p:nvSpPr>
        <p:spPr>
          <a:xfrm>
            <a:off x="9308592" y="37592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21"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22" name="Text Placeholder 2"/>
          <p:cNvSpPr>
            <a:spLocks noGrp="1"/>
          </p:cNvSpPr>
          <p:nvPr>
            <p:ph type="body" sz="quarter" idx="43" hasCustomPrompt="1"/>
          </p:nvPr>
        </p:nvSpPr>
        <p:spPr>
          <a:xfrm>
            <a:off x="3495040" y="32132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23" name="Text Placeholder 2"/>
          <p:cNvSpPr>
            <a:spLocks noGrp="1"/>
          </p:cNvSpPr>
          <p:nvPr>
            <p:ph type="body" sz="quarter" idx="44" hasCustomPrompt="1"/>
          </p:nvPr>
        </p:nvSpPr>
        <p:spPr>
          <a:xfrm>
            <a:off x="6177280" y="32132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24" name="Text Placeholder 2"/>
          <p:cNvSpPr>
            <a:spLocks noGrp="1"/>
          </p:cNvSpPr>
          <p:nvPr>
            <p:ph type="body" sz="quarter" idx="45" hasCustomPrompt="1"/>
          </p:nvPr>
        </p:nvSpPr>
        <p:spPr>
          <a:xfrm>
            <a:off x="8859520" y="32132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25" name="Text Placeholder 2"/>
          <p:cNvSpPr>
            <a:spLocks noGrp="1"/>
          </p:cNvSpPr>
          <p:nvPr>
            <p:ph type="body" sz="quarter" idx="46" hasCustomPrompt="1"/>
          </p:nvPr>
        </p:nvSpPr>
        <p:spPr>
          <a:xfrm>
            <a:off x="812800" y="54484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27" name="Text Placeholder 2"/>
          <p:cNvSpPr>
            <a:spLocks noGrp="1"/>
          </p:cNvSpPr>
          <p:nvPr>
            <p:ph type="body" sz="quarter" idx="47" hasCustomPrompt="1"/>
          </p:nvPr>
        </p:nvSpPr>
        <p:spPr>
          <a:xfrm>
            <a:off x="3495040" y="54484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28" name="Text Placeholder 2"/>
          <p:cNvSpPr>
            <a:spLocks noGrp="1"/>
          </p:cNvSpPr>
          <p:nvPr>
            <p:ph type="body" sz="quarter" idx="48" hasCustomPrompt="1"/>
          </p:nvPr>
        </p:nvSpPr>
        <p:spPr>
          <a:xfrm>
            <a:off x="6177280" y="54484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29" name="Text Placeholder 2"/>
          <p:cNvSpPr>
            <a:spLocks noGrp="1"/>
          </p:cNvSpPr>
          <p:nvPr>
            <p:ph type="body" sz="quarter" idx="49" hasCustomPrompt="1"/>
          </p:nvPr>
        </p:nvSpPr>
        <p:spPr>
          <a:xfrm>
            <a:off x="8859520" y="54484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pic>
        <p:nvPicPr>
          <p:cNvPr id="30"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0" name="TextBox 1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04602379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Positioning Statement white text">
    <p:spTree>
      <p:nvGrpSpPr>
        <p:cNvPr id="1" name=""/>
        <p:cNvGrpSpPr/>
        <p:nvPr/>
      </p:nvGrpSpPr>
      <p:grpSpPr>
        <a:xfrm>
          <a:off x="0" y="0"/>
          <a:ext cx="0" cy="0"/>
          <a:chOff x="0" y="0"/>
          <a:chExt cx="0" cy="0"/>
        </a:xfrm>
      </p:grpSpPr>
      <p:sp>
        <p:nvSpPr>
          <p:cNvPr id="18" name="Picture Placeholder 17"/>
          <p:cNvSpPr>
            <a:spLocks noGrp="1"/>
          </p:cNvSpPr>
          <p:nvPr>
            <p:ph type="pic" sz="quarter" idx="11" hasCustomPrompt="1"/>
          </p:nvPr>
        </p:nvSpPr>
        <p:spPr>
          <a:xfrm>
            <a:off x="0" y="11289"/>
            <a:ext cx="12192000" cy="6858000"/>
          </a:xfrm>
          <a:prstGeom prst="rect">
            <a:avLst/>
          </a:prstGeom>
          <a:noFill/>
        </p:spPr>
        <p:txBody>
          <a:bodyPr/>
          <a:lstStyle>
            <a:lvl1pPr marL="0" indent="0">
              <a:buNone/>
              <a:defRPr sz="1067" b="0" i="0">
                <a:latin typeface="Century Gothic"/>
                <a:ea typeface="Century Gothic"/>
                <a:cs typeface="Century Gothic"/>
              </a:defRPr>
            </a:lvl1pPr>
          </a:lstStyle>
          <a:p>
            <a:r>
              <a:rPr lang="en-US"/>
              <a:t>Background image</a:t>
            </a:r>
          </a:p>
        </p:txBody>
      </p:sp>
      <p:sp>
        <p:nvSpPr>
          <p:cNvPr id="6" name="Text Placeholder 22"/>
          <p:cNvSpPr>
            <a:spLocks noGrp="1"/>
          </p:cNvSpPr>
          <p:nvPr>
            <p:ph type="body" sz="quarter" idx="16" hasCustomPrompt="1"/>
          </p:nvPr>
        </p:nvSpPr>
        <p:spPr>
          <a:xfrm>
            <a:off x="1828800" y="1828800"/>
            <a:ext cx="8534400" cy="2438400"/>
          </a:xfrm>
          <a:prstGeom prst="rect">
            <a:avLst/>
          </a:prstGeom>
          <a:noFill/>
        </p:spPr>
        <p:txBody>
          <a:bodyPr wrap="square" lIns="91440" tIns="0" rIns="91440" bIns="0" rtlCol="0">
            <a:noAutofit/>
          </a:bodyPr>
          <a:lstStyle>
            <a:lvl1pPr marL="0" indent="0" algn="ctr">
              <a:lnSpc>
                <a:spcPct val="150000"/>
              </a:lnSpc>
              <a:spcBef>
                <a:spcPts val="800"/>
              </a:spcBef>
              <a:buNone/>
              <a:defRPr lang="en-US" sz="1867" baseline="0" dirty="0">
                <a:solidFill>
                  <a:srgbClr val="FFFFFF"/>
                </a:solidFill>
                <a:latin typeface="Century Gothic"/>
                <a:ea typeface="Century Gothic"/>
                <a:cs typeface="Century Gothic"/>
              </a:defRPr>
            </a:lvl1pPr>
          </a:lstStyle>
          <a:p>
            <a:pPr marL="0" lvl="0">
              <a:lnSpc>
                <a:spcPts val="1400"/>
              </a:lnSpc>
            </a:pPr>
            <a:r>
              <a:rPr lang="en-US" noProof="0" err="1"/>
              <a:t>Curabitur</a:t>
            </a:r>
            <a:r>
              <a:rPr lang="en-US" noProof="0"/>
              <a:t> </a:t>
            </a:r>
            <a:r>
              <a:rPr lang="en-US" noProof="0" err="1"/>
              <a:t>blandit</a:t>
            </a:r>
            <a:r>
              <a:rPr lang="en-US" noProof="0"/>
              <a:t> tempus </a:t>
            </a:r>
            <a:r>
              <a:rPr lang="en-US" noProof="0" err="1"/>
              <a:t>porttitor</a:t>
            </a:r>
            <a:r>
              <a:rPr lang="en-US" noProof="0"/>
              <a:t>. </a:t>
            </a:r>
            <a:r>
              <a:rPr lang="en-US" noProof="0" err="1"/>
              <a:t>Sed</a:t>
            </a:r>
            <a:r>
              <a:rPr lang="en-US" noProof="0"/>
              <a:t> </a:t>
            </a:r>
            <a:r>
              <a:rPr lang="en-US" noProof="0" err="1"/>
              <a:t>posuere</a:t>
            </a:r>
            <a:r>
              <a:rPr lang="en-US" noProof="0"/>
              <a:t> </a:t>
            </a:r>
            <a:r>
              <a:rPr lang="en-US" noProof="0" err="1"/>
              <a:t>consectetur</a:t>
            </a:r>
            <a:r>
              <a:rPr lang="en-US" noProof="0"/>
              <a:t> </a:t>
            </a:r>
            <a:r>
              <a:rPr lang="en-US" noProof="0" err="1"/>
              <a:t>est</a:t>
            </a:r>
            <a:r>
              <a:rPr lang="en-US" noProof="0"/>
              <a:t> at </a:t>
            </a:r>
            <a:r>
              <a:rPr lang="en-US" noProof="0" err="1"/>
              <a:t>lobortis</a:t>
            </a:r>
            <a:r>
              <a:rPr lang="en-US" noProof="0"/>
              <a:t> </a:t>
            </a:r>
            <a:r>
              <a:rPr lang="en-US" noProof="0" err="1"/>
              <a:t>lorem</a:t>
            </a:r>
            <a:r>
              <a:rPr lang="en-US" noProof="0"/>
              <a:t> </a:t>
            </a:r>
            <a:r>
              <a:rPr lang="en-US" noProof="0" err="1"/>
              <a:t>ipsum</a:t>
            </a:r>
            <a:r>
              <a:rPr lang="en-US" noProof="0"/>
              <a:t> dolor sit </a:t>
            </a:r>
            <a:r>
              <a:rPr lang="en-US" noProof="0" err="1"/>
              <a:t>amet</a:t>
            </a:r>
            <a:r>
              <a:rPr lang="en-US" noProof="0"/>
              <a:t> no </a:t>
            </a:r>
            <a:r>
              <a:rPr lang="en-US" noProof="0" err="1"/>
              <a:t>nummy</a:t>
            </a:r>
            <a:r>
              <a:rPr lang="en-US" noProof="0"/>
              <a:t>.</a:t>
            </a:r>
          </a:p>
        </p:txBody>
      </p:sp>
      <p:sp>
        <p:nvSpPr>
          <p:cNvPr id="4" name="Text Placeholder 3"/>
          <p:cNvSpPr>
            <a:spLocks noGrp="1"/>
          </p:cNvSpPr>
          <p:nvPr>
            <p:ph type="body" sz="quarter" idx="17" hasCustomPrompt="1"/>
          </p:nvPr>
        </p:nvSpPr>
        <p:spPr>
          <a:xfrm>
            <a:off x="812799" y="4297681"/>
            <a:ext cx="10566400" cy="656591"/>
          </a:xfrm>
          <a:prstGeom prst="rect">
            <a:avLst/>
          </a:prstGeom>
        </p:spPr>
        <p:txBody>
          <a:bodyPr wrap="square" tIns="0" bIns="0">
            <a:spAutoFit/>
          </a:bodyPr>
          <a:lstStyle>
            <a:lvl1pPr marL="0" indent="0" algn="ctr">
              <a:lnSpc>
                <a:spcPct val="100000"/>
              </a:lnSpc>
              <a:spcBef>
                <a:spcPts val="0"/>
              </a:spcBef>
              <a:buNone/>
              <a:defRPr sz="4267" b="1" i="0">
                <a:solidFill>
                  <a:schemeClr val="bg1"/>
                </a:solidFill>
                <a:latin typeface="Century Gothic"/>
                <a:ea typeface="Century Gothic"/>
                <a:cs typeface="Century Gothic"/>
              </a:defRPr>
            </a:lvl1pPr>
            <a:lvl2pPr marL="342891" indent="0" algn="ctr">
              <a:buNone/>
              <a:defRPr b="1" i="0">
                <a:latin typeface="Montserrat SemiBold" charset="0"/>
                <a:ea typeface="Montserrat SemiBold" charset="0"/>
                <a:cs typeface="Montserrat SemiBold" charset="0"/>
              </a:defRPr>
            </a:lvl2pPr>
            <a:lvl3pPr marL="685783" indent="0" algn="ctr">
              <a:buNone/>
              <a:defRPr b="1" i="0">
                <a:latin typeface="Montserrat SemiBold" charset="0"/>
                <a:ea typeface="Montserrat SemiBold" charset="0"/>
                <a:cs typeface="Montserrat SemiBold" charset="0"/>
              </a:defRPr>
            </a:lvl3pPr>
            <a:lvl4pPr marL="1028674" indent="0" algn="ctr">
              <a:buNone/>
              <a:defRPr b="1" i="0">
                <a:latin typeface="Montserrat SemiBold" charset="0"/>
                <a:ea typeface="Montserrat SemiBold" charset="0"/>
                <a:cs typeface="Montserrat SemiBold" charset="0"/>
              </a:defRPr>
            </a:lvl4pPr>
            <a:lvl5pPr marL="1371566" indent="0" algn="ctr">
              <a:buNone/>
              <a:defRPr b="1" i="0">
                <a:latin typeface="Montserrat SemiBold" charset="0"/>
                <a:ea typeface="Montserrat SemiBold" charset="0"/>
                <a:cs typeface="Montserrat SemiBold" charset="0"/>
              </a:defRPr>
            </a:lvl5pPr>
          </a:lstStyle>
          <a:p>
            <a:pPr lvl="0"/>
            <a:r>
              <a:rPr lang="en-US"/>
              <a:t>Headline 1 Bold</a:t>
            </a:r>
          </a:p>
        </p:txBody>
      </p:sp>
    </p:spTree>
    <p:extLst>
      <p:ext uri="{BB962C8B-B14F-4D97-AF65-F5344CB8AC3E}">
        <p14:creationId xmlns:p14="http://schemas.microsoft.com/office/powerpoint/2010/main" val="7213851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Client testimonial">
    <p:spTree>
      <p:nvGrpSpPr>
        <p:cNvPr id="1" name=""/>
        <p:cNvGrpSpPr/>
        <p:nvPr/>
      </p:nvGrpSpPr>
      <p:grpSpPr>
        <a:xfrm>
          <a:off x="0" y="0"/>
          <a:ext cx="0" cy="0"/>
          <a:chOff x="0" y="0"/>
          <a:chExt cx="0" cy="0"/>
        </a:xfrm>
      </p:grpSpPr>
      <p:sp>
        <p:nvSpPr>
          <p:cNvPr id="24" name="Text Placeholder 22"/>
          <p:cNvSpPr>
            <a:spLocks noGrp="1"/>
          </p:cNvSpPr>
          <p:nvPr>
            <p:ph type="body" sz="quarter" idx="11" hasCustomPrompt="1"/>
          </p:nvPr>
        </p:nvSpPr>
        <p:spPr>
          <a:xfrm>
            <a:off x="2601774" y="1524001"/>
            <a:ext cx="6988453" cy="1950720"/>
          </a:xfrm>
          <a:prstGeom prst="rect">
            <a:avLst/>
          </a:prstGeom>
        </p:spPr>
        <p:txBody>
          <a:bodyPr wrap="square" tIns="0" bIns="0" anchor="b" anchorCtr="0">
            <a:noAutofit/>
          </a:bodyPr>
          <a:lstStyle>
            <a:lvl1pPr marL="0" indent="0" algn="l">
              <a:lnSpc>
                <a:spcPct val="120000"/>
              </a:lnSpc>
              <a:spcBef>
                <a:spcPts val="0"/>
              </a:spcBef>
              <a:spcAft>
                <a:spcPts val="533"/>
              </a:spcAft>
              <a:buNone/>
              <a:defRPr sz="1200"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noProof="0"/>
              <a:t>“Nullam id dolor id nibh ultricies vehicula ut id elit. Morbi leo risus, porta ac consectetur ac, vestibulum at eros. Lorem ipsum dolor sit amet, consectetur adipiscing elit.Vestibulum id ligula porta felis euismod semper. Donec id elit non mi porta gravida at eget metus.”</a:t>
            </a:r>
          </a:p>
        </p:txBody>
      </p:sp>
      <p:sp>
        <p:nvSpPr>
          <p:cNvPr id="12" name="Text Placeholder 22"/>
          <p:cNvSpPr>
            <a:spLocks noGrp="1"/>
          </p:cNvSpPr>
          <p:nvPr>
            <p:ph type="body" sz="quarter" idx="12" hasCustomPrompt="1"/>
          </p:nvPr>
        </p:nvSpPr>
        <p:spPr>
          <a:xfrm>
            <a:off x="2601772" y="3905967"/>
            <a:ext cx="6988453" cy="164148"/>
          </a:xfrm>
          <a:prstGeom prst="rect">
            <a:avLst/>
          </a:prstGeom>
        </p:spPr>
        <p:txBody>
          <a:bodyPr wrap="square" tIns="0" bIns="0">
            <a:spAutoFit/>
          </a:bodyPr>
          <a:lstStyle>
            <a:lvl1pPr marL="0" indent="0" algn="l">
              <a:lnSpc>
                <a:spcPct val="100000"/>
              </a:lnSpc>
              <a:spcBef>
                <a:spcPts val="0"/>
              </a:spcBef>
              <a:buNone/>
              <a:defRPr sz="1067" b="1" i="0" cap="all" baseline="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CLIENT NAME</a:t>
            </a:r>
          </a:p>
        </p:txBody>
      </p:sp>
      <p:sp>
        <p:nvSpPr>
          <p:cNvPr id="13" name="Text Placeholder 22"/>
          <p:cNvSpPr>
            <a:spLocks noGrp="1"/>
          </p:cNvSpPr>
          <p:nvPr>
            <p:ph type="body" sz="quarter" idx="13" hasCustomPrompt="1"/>
          </p:nvPr>
        </p:nvSpPr>
        <p:spPr>
          <a:xfrm>
            <a:off x="2601773" y="4077086"/>
            <a:ext cx="6988452" cy="143629"/>
          </a:xfrm>
          <a:prstGeom prst="rect">
            <a:avLst/>
          </a:prstGeom>
        </p:spPr>
        <p:txBody>
          <a:bodyPr wrap="square" tIns="0" bIns="0">
            <a:spAutoFit/>
          </a:bodyPr>
          <a:lstStyle>
            <a:lvl1pPr marL="0" indent="0" algn="l">
              <a:lnSpc>
                <a:spcPct val="100000"/>
              </a:lnSpc>
              <a:spcBef>
                <a:spcPts val="0"/>
              </a:spcBef>
              <a:buNone/>
              <a:defRPr sz="933" b="0" i="0" baseline="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Client Position, Company Name</a:t>
            </a:r>
          </a:p>
        </p:txBody>
      </p:sp>
      <p:sp>
        <p:nvSpPr>
          <p:cNvPr id="8"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Clients speak</a:t>
            </a:r>
          </a:p>
        </p:txBody>
      </p:sp>
      <p:pic>
        <p:nvPicPr>
          <p:cNvPr id="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7" name="TextBox 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63119494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lient testimonial with photo">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1113536" y="2023872"/>
            <a:ext cx="2812288" cy="2816352"/>
          </a:xfrm>
          <a:prstGeom prst="rect">
            <a:avLst/>
          </a:prstGeom>
        </p:spPr>
        <p:txBody>
          <a:bodyPr vert="horz"/>
          <a:lstStyle>
            <a:lvl1pPr marL="0" indent="0">
              <a:buNone/>
              <a:defRPr sz="1600"/>
            </a:lvl1pPr>
          </a:lstStyle>
          <a:p>
            <a:endParaRPr lang="en-US"/>
          </a:p>
        </p:txBody>
      </p:sp>
      <p:sp>
        <p:nvSpPr>
          <p:cNvPr id="24" name="Text Placeholder 22"/>
          <p:cNvSpPr>
            <a:spLocks noGrp="1"/>
          </p:cNvSpPr>
          <p:nvPr>
            <p:ph type="body" sz="quarter" idx="11" hasCustomPrompt="1"/>
          </p:nvPr>
        </p:nvSpPr>
        <p:spPr>
          <a:xfrm>
            <a:off x="4390748" y="2023874"/>
            <a:ext cx="6988453" cy="2816351"/>
          </a:xfrm>
          <a:prstGeom prst="rect">
            <a:avLst/>
          </a:prstGeom>
        </p:spPr>
        <p:txBody>
          <a:bodyPr wrap="square" tIns="0" bIns="0" anchor="ctr" anchorCtr="0">
            <a:noAutofit/>
          </a:bodyPr>
          <a:lstStyle>
            <a:lvl1pPr marL="0" indent="0" algn="l">
              <a:lnSpc>
                <a:spcPct val="120000"/>
              </a:lnSpc>
              <a:spcBef>
                <a:spcPts val="800"/>
              </a:spcBef>
              <a:spcAft>
                <a:spcPts val="533"/>
              </a:spcAft>
              <a:buNone/>
              <a:defRPr sz="1200"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noProof="0"/>
              <a:t>“Nullam id dolor id nibh ultricies vehicula ut id elit. Morbi leo risus, porta ac consectetur ac, vestibulum at eros. Lorem ipsum dolor sit amet, consectetur adipiscing elit.Vestibulum id ligula porta felis euismod semper. Donec id elit non mi porta gravida at eget metus.”</a:t>
            </a:r>
          </a:p>
        </p:txBody>
      </p:sp>
      <p:sp>
        <p:nvSpPr>
          <p:cNvPr id="12" name="Text Placeholder 22"/>
          <p:cNvSpPr>
            <a:spLocks noGrp="1"/>
          </p:cNvSpPr>
          <p:nvPr>
            <p:ph type="body" sz="quarter" idx="12" hasCustomPrompt="1"/>
          </p:nvPr>
        </p:nvSpPr>
        <p:spPr>
          <a:xfrm>
            <a:off x="812800" y="4917921"/>
            <a:ext cx="3413760" cy="164148"/>
          </a:xfrm>
          <a:prstGeom prst="rect">
            <a:avLst/>
          </a:prstGeom>
        </p:spPr>
        <p:txBody>
          <a:bodyPr wrap="square" tIns="0" bIns="0">
            <a:spAutoFit/>
          </a:bodyPr>
          <a:lstStyle>
            <a:lvl1pPr marL="0" indent="0" algn="ctr">
              <a:lnSpc>
                <a:spcPct val="100000"/>
              </a:lnSpc>
              <a:spcBef>
                <a:spcPts val="0"/>
              </a:spcBef>
              <a:buNone/>
              <a:defRPr sz="1067" b="1" i="0" cap="all" baseline="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CLIENT NAME</a:t>
            </a:r>
          </a:p>
        </p:txBody>
      </p:sp>
      <p:sp>
        <p:nvSpPr>
          <p:cNvPr id="13" name="Text Placeholder 22"/>
          <p:cNvSpPr>
            <a:spLocks noGrp="1"/>
          </p:cNvSpPr>
          <p:nvPr>
            <p:ph type="body" sz="quarter" idx="13" hasCustomPrompt="1"/>
          </p:nvPr>
        </p:nvSpPr>
        <p:spPr>
          <a:xfrm>
            <a:off x="812800" y="5089039"/>
            <a:ext cx="3413760" cy="143629"/>
          </a:xfrm>
          <a:prstGeom prst="rect">
            <a:avLst/>
          </a:prstGeom>
        </p:spPr>
        <p:txBody>
          <a:bodyPr wrap="square" tIns="0" bIns="0">
            <a:spAutoFit/>
          </a:bodyPr>
          <a:lstStyle>
            <a:lvl1pPr marL="0" indent="0" algn="ctr">
              <a:lnSpc>
                <a:spcPct val="100000"/>
              </a:lnSpc>
              <a:spcBef>
                <a:spcPts val="0"/>
              </a:spcBef>
              <a:buNone/>
              <a:defRPr sz="933" b="0" i="0" baseline="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Client Position, Company Name</a:t>
            </a:r>
          </a:p>
        </p:txBody>
      </p:sp>
      <p:sp>
        <p:nvSpPr>
          <p:cNvPr id="8"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Clients speak</a:t>
            </a:r>
          </a:p>
        </p:txBody>
      </p:sp>
      <p:pic>
        <p:nvPicPr>
          <p:cNvPr id="9"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0" name="TextBox 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8458073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C6 Client Logos">
    <p:spTree>
      <p:nvGrpSpPr>
        <p:cNvPr id="1" name=""/>
        <p:cNvGrpSpPr/>
        <p:nvPr/>
      </p:nvGrpSpPr>
      <p:grpSpPr>
        <a:xfrm>
          <a:off x="0" y="0"/>
          <a:ext cx="0" cy="0"/>
          <a:chOff x="0" y="0"/>
          <a:chExt cx="0" cy="0"/>
        </a:xfrm>
      </p:grpSpPr>
      <p:sp>
        <p:nvSpPr>
          <p:cNvPr id="26" name="Picture Placeholder 25"/>
          <p:cNvSpPr>
            <a:spLocks noGrp="1"/>
          </p:cNvSpPr>
          <p:nvPr>
            <p:ph type="pic" sz="quarter" idx="12" hasCustomPrompt="1"/>
          </p:nvPr>
        </p:nvSpPr>
        <p:spPr>
          <a:xfrm>
            <a:off x="2601772" y="1975104"/>
            <a:ext cx="1621536" cy="950976"/>
          </a:xfrm>
          <a:prstGeom prst="rect">
            <a:avLst/>
          </a:prstGeom>
          <a:solidFill>
            <a:schemeClr val="bg1">
              <a:lumMod val="95000"/>
            </a:schemeClr>
          </a:solid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23" name="Picture Placeholder 25"/>
          <p:cNvSpPr>
            <a:spLocks noGrp="1"/>
          </p:cNvSpPr>
          <p:nvPr>
            <p:ph type="pic" sz="quarter" idx="13" hasCustomPrompt="1"/>
          </p:nvPr>
        </p:nvSpPr>
        <p:spPr>
          <a:xfrm>
            <a:off x="4390745"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24" name="Picture Placeholder 25"/>
          <p:cNvSpPr>
            <a:spLocks noGrp="1"/>
          </p:cNvSpPr>
          <p:nvPr>
            <p:ph type="pic" sz="quarter" idx="14" hasCustomPrompt="1"/>
          </p:nvPr>
        </p:nvSpPr>
        <p:spPr>
          <a:xfrm>
            <a:off x="6179717"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0" name="Picture Placeholder 25"/>
          <p:cNvSpPr>
            <a:spLocks noGrp="1"/>
          </p:cNvSpPr>
          <p:nvPr>
            <p:ph type="pic" sz="quarter" idx="15" hasCustomPrompt="1"/>
          </p:nvPr>
        </p:nvSpPr>
        <p:spPr>
          <a:xfrm>
            <a:off x="7968689"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1" name="Picture Placeholder 25"/>
          <p:cNvSpPr>
            <a:spLocks noGrp="1"/>
          </p:cNvSpPr>
          <p:nvPr>
            <p:ph type="pic" sz="quarter" idx="16" hasCustomPrompt="1"/>
          </p:nvPr>
        </p:nvSpPr>
        <p:spPr>
          <a:xfrm>
            <a:off x="2601772"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2" name="Picture Placeholder 25"/>
          <p:cNvSpPr>
            <a:spLocks noGrp="1"/>
          </p:cNvSpPr>
          <p:nvPr>
            <p:ph type="pic" sz="quarter" idx="17" hasCustomPrompt="1"/>
          </p:nvPr>
        </p:nvSpPr>
        <p:spPr>
          <a:xfrm>
            <a:off x="4390745"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3" name="Picture Placeholder 25"/>
          <p:cNvSpPr>
            <a:spLocks noGrp="1"/>
          </p:cNvSpPr>
          <p:nvPr>
            <p:ph type="pic" sz="quarter" idx="18" hasCustomPrompt="1"/>
          </p:nvPr>
        </p:nvSpPr>
        <p:spPr>
          <a:xfrm>
            <a:off x="6179717"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4" name="Picture Placeholder 25"/>
          <p:cNvSpPr>
            <a:spLocks noGrp="1"/>
          </p:cNvSpPr>
          <p:nvPr>
            <p:ph type="pic" sz="quarter" idx="19" hasCustomPrompt="1"/>
          </p:nvPr>
        </p:nvSpPr>
        <p:spPr>
          <a:xfrm>
            <a:off x="7968689"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5" name="Picture Placeholder 25"/>
          <p:cNvSpPr>
            <a:spLocks noGrp="1"/>
          </p:cNvSpPr>
          <p:nvPr>
            <p:ph type="pic" sz="quarter" idx="20" hasCustomPrompt="1"/>
          </p:nvPr>
        </p:nvSpPr>
        <p:spPr>
          <a:xfrm>
            <a:off x="2601772"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6" name="Picture Placeholder 25"/>
          <p:cNvSpPr>
            <a:spLocks noGrp="1"/>
          </p:cNvSpPr>
          <p:nvPr>
            <p:ph type="pic" sz="quarter" idx="21" hasCustomPrompt="1"/>
          </p:nvPr>
        </p:nvSpPr>
        <p:spPr>
          <a:xfrm>
            <a:off x="4390745"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8" name="Picture Placeholder 25"/>
          <p:cNvSpPr>
            <a:spLocks noGrp="1"/>
          </p:cNvSpPr>
          <p:nvPr>
            <p:ph type="pic" sz="quarter" idx="22" hasCustomPrompt="1"/>
          </p:nvPr>
        </p:nvSpPr>
        <p:spPr>
          <a:xfrm>
            <a:off x="6179717"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9" name="Picture Placeholder 25"/>
          <p:cNvSpPr>
            <a:spLocks noGrp="1"/>
          </p:cNvSpPr>
          <p:nvPr>
            <p:ph type="pic" sz="quarter" idx="23" hasCustomPrompt="1"/>
          </p:nvPr>
        </p:nvSpPr>
        <p:spPr>
          <a:xfrm>
            <a:off x="7968689"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1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Our clients</a:t>
            </a:r>
          </a:p>
        </p:txBody>
      </p:sp>
      <p:sp>
        <p:nvSpPr>
          <p:cNvPr id="27" name="Picture Placeholder 25"/>
          <p:cNvSpPr>
            <a:spLocks noGrp="1"/>
          </p:cNvSpPr>
          <p:nvPr>
            <p:ph type="pic" sz="quarter" idx="29" hasCustomPrompt="1"/>
          </p:nvPr>
        </p:nvSpPr>
        <p:spPr>
          <a:xfrm>
            <a:off x="812800" y="1975104"/>
            <a:ext cx="1621536" cy="950976"/>
          </a:xfrm>
          <a:prstGeom prst="rect">
            <a:avLst/>
          </a:prstGeom>
          <a:solidFill>
            <a:schemeClr val="bg1">
              <a:lumMod val="95000"/>
            </a:schemeClr>
          </a:solid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28" name="Picture Placeholder 25"/>
          <p:cNvSpPr>
            <a:spLocks noGrp="1"/>
          </p:cNvSpPr>
          <p:nvPr>
            <p:ph type="pic" sz="quarter" idx="30" hasCustomPrompt="1"/>
          </p:nvPr>
        </p:nvSpPr>
        <p:spPr>
          <a:xfrm>
            <a:off x="812800"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29" name="Picture Placeholder 25"/>
          <p:cNvSpPr>
            <a:spLocks noGrp="1"/>
          </p:cNvSpPr>
          <p:nvPr>
            <p:ph type="pic" sz="quarter" idx="31" hasCustomPrompt="1"/>
          </p:nvPr>
        </p:nvSpPr>
        <p:spPr>
          <a:xfrm>
            <a:off x="812800"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7" name="Picture Placeholder 25"/>
          <p:cNvSpPr>
            <a:spLocks noGrp="1"/>
          </p:cNvSpPr>
          <p:nvPr>
            <p:ph type="pic" sz="quarter" idx="32" hasCustomPrompt="1"/>
          </p:nvPr>
        </p:nvSpPr>
        <p:spPr>
          <a:xfrm>
            <a:off x="9757664"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40" name="Picture Placeholder 25"/>
          <p:cNvSpPr>
            <a:spLocks noGrp="1"/>
          </p:cNvSpPr>
          <p:nvPr>
            <p:ph type="pic" sz="quarter" idx="33" hasCustomPrompt="1"/>
          </p:nvPr>
        </p:nvSpPr>
        <p:spPr>
          <a:xfrm>
            <a:off x="9757664"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41" name="Picture Placeholder 25"/>
          <p:cNvSpPr>
            <a:spLocks noGrp="1"/>
          </p:cNvSpPr>
          <p:nvPr>
            <p:ph type="pic" sz="quarter" idx="34" hasCustomPrompt="1"/>
          </p:nvPr>
        </p:nvSpPr>
        <p:spPr>
          <a:xfrm>
            <a:off x="9757664"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pic>
        <p:nvPicPr>
          <p:cNvPr id="22"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5" name="TextBox 24"/>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44254645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4 Client Logos">
    <p:spTree>
      <p:nvGrpSpPr>
        <p:cNvPr id="1" name=""/>
        <p:cNvGrpSpPr/>
        <p:nvPr/>
      </p:nvGrpSpPr>
      <p:grpSpPr>
        <a:xfrm>
          <a:off x="0" y="0"/>
          <a:ext cx="0" cy="0"/>
          <a:chOff x="0" y="0"/>
          <a:chExt cx="0" cy="0"/>
        </a:xfrm>
      </p:grpSpPr>
      <p:sp>
        <p:nvSpPr>
          <p:cNvPr id="26" name="Picture Placeholder 25"/>
          <p:cNvSpPr>
            <a:spLocks noGrp="1"/>
          </p:cNvSpPr>
          <p:nvPr>
            <p:ph type="pic" sz="quarter" idx="12" hasCustomPrompt="1"/>
          </p:nvPr>
        </p:nvSpPr>
        <p:spPr>
          <a:xfrm>
            <a:off x="2601772" y="1975104"/>
            <a:ext cx="1621536" cy="950976"/>
          </a:xfrm>
          <a:prstGeom prst="rect">
            <a:avLst/>
          </a:prstGeom>
          <a:solidFill>
            <a:schemeClr val="bg1">
              <a:lumMod val="95000"/>
            </a:schemeClr>
          </a:solid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23" name="Picture Placeholder 25"/>
          <p:cNvSpPr>
            <a:spLocks noGrp="1"/>
          </p:cNvSpPr>
          <p:nvPr>
            <p:ph type="pic" sz="quarter" idx="13" hasCustomPrompt="1"/>
          </p:nvPr>
        </p:nvSpPr>
        <p:spPr>
          <a:xfrm>
            <a:off x="4390745"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24" name="Picture Placeholder 25"/>
          <p:cNvSpPr>
            <a:spLocks noGrp="1"/>
          </p:cNvSpPr>
          <p:nvPr>
            <p:ph type="pic" sz="quarter" idx="14" hasCustomPrompt="1"/>
          </p:nvPr>
        </p:nvSpPr>
        <p:spPr>
          <a:xfrm>
            <a:off x="6179717"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0" name="Picture Placeholder 25"/>
          <p:cNvSpPr>
            <a:spLocks noGrp="1"/>
          </p:cNvSpPr>
          <p:nvPr>
            <p:ph type="pic" sz="quarter" idx="15" hasCustomPrompt="1"/>
          </p:nvPr>
        </p:nvSpPr>
        <p:spPr>
          <a:xfrm>
            <a:off x="7968689"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1" name="Picture Placeholder 25"/>
          <p:cNvSpPr>
            <a:spLocks noGrp="1"/>
          </p:cNvSpPr>
          <p:nvPr>
            <p:ph type="pic" sz="quarter" idx="16" hasCustomPrompt="1"/>
          </p:nvPr>
        </p:nvSpPr>
        <p:spPr>
          <a:xfrm>
            <a:off x="2601772"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2" name="Picture Placeholder 25"/>
          <p:cNvSpPr>
            <a:spLocks noGrp="1"/>
          </p:cNvSpPr>
          <p:nvPr>
            <p:ph type="pic" sz="quarter" idx="17" hasCustomPrompt="1"/>
          </p:nvPr>
        </p:nvSpPr>
        <p:spPr>
          <a:xfrm>
            <a:off x="4390745"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3" name="Picture Placeholder 25"/>
          <p:cNvSpPr>
            <a:spLocks noGrp="1"/>
          </p:cNvSpPr>
          <p:nvPr>
            <p:ph type="pic" sz="quarter" idx="18" hasCustomPrompt="1"/>
          </p:nvPr>
        </p:nvSpPr>
        <p:spPr>
          <a:xfrm>
            <a:off x="6179717"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4" name="Picture Placeholder 25"/>
          <p:cNvSpPr>
            <a:spLocks noGrp="1"/>
          </p:cNvSpPr>
          <p:nvPr>
            <p:ph type="pic" sz="quarter" idx="19" hasCustomPrompt="1"/>
          </p:nvPr>
        </p:nvSpPr>
        <p:spPr>
          <a:xfrm>
            <a:off x="7968689"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5" name="Picture Placeholder 25"/>
          <p:cNvSpPr>
            <a:spLocks noGrp="1"/>
          </p:cNvSpPr>
          <p:nvPr>
            <p:ph type="pic" sz="quarter" idx="20" hasCustomPrompt="1"/>
          </p:nvPr>
        </p:nvSpPr>
        <p:spPr>
          <a:xfrm>
            <a:off x="2601772"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6" name="Picture Placeholder 25"/>
          <p:cNvSpPr>
            <a:spLocks noGrp="1"/>
          </p:cNvSpPr>
          <p:nvPr>
            <p:ph type="pic" sz="quarter" idx="21" hasCustomPrompt="1"/>
          </p:nvPr>
        </p:nvSpPr>
        <p:spPr>
          <a:xfrm>
            <a:off x="4390745"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8" name="Picture Placeholder 25"/>
          <p:cNvSpPr>
            <a:spLocks noGrp="1"/>
          </p:cNvSpPr>
          <p:nvPr>
            <p:ph type="pic" sz="quarter" idx="22" hasCustomPrompt="1"/>
          </p:nvPr>
        </p:nvSpPr>
        <p:spPr>
          <a:xfrm>
            <a:off x="6179717"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9" name="Picture Placeholder 25"/>
          <p:cNvSpPr>
            <a:spLocks noGrp="1"/>
          </p:cNvSpPr>
          <p:nvPr>
            <p:ph type="pic" sz="quarter" idx="23" hasCustomPrompt="1"/>
          </p:nvPr>
        </p:nvSpPr>
        <p:spPr>
          <a:xfrm>
            <a:off x="7968689"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1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Our clients</a:t>
            </a:r>
          </a:p>
        </p:txBody>
      </p:sp>
      <p:pic>
        <p:nvPicPr>
          <p:cNvPr id="18"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6" name="TextBox 15"/>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60041948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io">
    <p:spTree>
      <p:nvGrpSpPr>
        <p:cNvPr id="1" name=""/>
        <p:cNvGrpSpPr/>
        <p:nvPr/>
      </p:nvGrpSpPr>
      <p:grpSpPr>
        <a:xfrm>
          <a:off x="0" y="0"/>
          <a:ext cx="0" cy="0"/>
          <a:chOff x="0" y="0"/>
          <a:chExt cx="0" cy="0"/>
        </a:xfrm>
      </p:grpSpPr>
      <p:sp>
        <p:nvSpPr>
          <p:cNvPr id="8" name="Text Placeholder 22"/>
          <p:cNvSpPr>
            <a:spLocks noGrp="1"/>
          </p:cNvSpPr>
          <p:nvPr>
            <p:ph type="body" sz="quarter" idx="13" hasCustomPrompt="1"/>
          </p:nvPr>
        </p:nvSpPr>
        <p:spPr>
          <a:xfrm>
            <a:off x="812800" y="435524"/>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Bio Name</a:t>
            </a:r>
          </a:p>
        </p:txBody>
      </p:sp>
      <p:sp>
        <p:nvSpPr>
          <p:cNvPr id="15" name="Text Placeholder 22"/>
          <p:cNvSpPr>
            <a:spLocks noGrp="1"/>
          </p:cNvSpPr>
          <p:nvPr>
            <p:ph type="body" sz="quarter" idx="19" hasCustomPrompt="1"/>
          </p:nvPr>
        </p:nvSpPr>
        <p:spPr>
          <a:xfrm>
            <a:off x="812800" y="928110"/>
            <a:ext cx="10566400" cy="246221"/>
          </a:xfrm>
          <a:prstGeom prst="rect">
            <a:avLst/>
          </a:prstGeom>
        </p:spPr>
        <p:txBody>
          <a:bodyPr wrap="square" tIns="0" bIns="0">
            <a:spAutoFit/>
          </a:bodyPr>
          <a:lstStyle>
            <a:lvl1pPr marL="0" indent="0" algn="l">
              <a:lnSpc>
                <a:spcPct val="100000"/>
              </a:lnSpc>
              <a:spcBef>
                <a:spcPts val="0"/>
              </a:spcBef>
              <a:buNone/>
              <a:defRPr sz="1600" b="1" i="0" cap="all">
                <a:solidFill>
                  <a:schemeClr val="accent6"/>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TITLE</a:t>
            </a:r>
          </a:p>
        </p:txBody>
      </p:sp>
      <p:sp>
        <p:nvSpPr>
          <p:cNvPr id="13" name="Content Placeholder 3"/>
          <p:cNvSpPr>
            <a:spLocks noGrp="1"/>
          </p:cNvSpPr>
          <p:nvPr>
            <p:ph sz="quarter" idx="20" hasCustomPrompt="1"/>
          </p:nvPr>
        </p:nvSpPr>
        <p:spPr>
          <a:xfrm>
            <a:off x="812800" y="2804160"/>
            <a:ext cx="2032000" cy="3364992"/>
          </a:xfrm>
          <a:prstGeom prst="rect">
            <a:avLst/>
          </a:prstGeom>
        </p:spPr>
        <p:txBody>
          <a:bodyPr vert="horz"/>
          <a:lstStyle>
            <a:lvl1pPr marL="0" indent="0">
              <a:lnSpc>
                <a:spcPct val="120000"/>
              </a:lnSpc>
              <a:spcBef>
                <a:spcPts val="800"/>
              </a:spcBef>
              <a:spcAft>
                <a:spcPts val="0"/>
              </a:spcAft>
              <a:buNone/>
              <a:defRPr sz="933" b="1" cap="all"/>
            </a:lvl1pPr>
            <a:lvl2pPr marL="158747" indent="-158747">
              <a:lnSpc>
                <a:spcPct val="120000"/>
              </a:lnSpc>
              <a:spcBef>
                <a:spcPts val="0"/>
              </a:spcBef>
              <a:spcAft>
                <a:spcPts val="0"/>
              </a:spcAft>
              <a:buFont typeface="Arial"/>
              <a:buChar char="•"/>
              <a:defRPr sz="933"/>
            </a:lvl2pPr>
            <a:lvl3pPr marL="387341" indent="-152396">
              <a:lnSpc>
                <a:spcPct val="120000"/>
              </a:lnSpc>
              <a:spcBef>
                <a:spcPts val="0"/>
              </a:spcBef>
              <a:spcAft>
                <a:spcPts val="0"/>
              </a:spcAft>
              <a:buFont typeface="Lucida Grande"/>
              <a:buChar char="–"/>
              <a:defRPr sz="933"/>
            </a:lvl3pPr>
            <a:lvl4pPr marL="613818" indent="-152396">
              <a:lnSpc>
                <a:spcPct val="120000"/>
              </a:lnSpc>
              <a:spcBef>
                <a:spcPts val="0"/>
              </a:spcBef>
              <a:spcAft>
                <a:spcPts val="0"/>
              </a:spcAft>
              <a:defRPr sz="933"/>
            </a:lvl4pPr>
            <a:lvl5pPr marL="840296" indent="-152396">
              <a:lnSpc>
                <a:spcPct val="120000"/>
              </a:lnSpc>
              <a:spcBef>
                <a:spcPts val="0"/>
              </a:spcBef>
              <a:spcAft>
                <a:spcPts val="0"/>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1" name="Content Placeholder 3"/>
          <p:cNvSpPr>
            <a:spLocks noGrp="1"/>
          </p:cNvSpPr>
          <p:nvPr>
            <p:ph sz="quarter" idx="28" hasCustomPrompt="1"/>
          </p:nvPr>
        </p:nvSpPr>
        <p:spPr>
          <a:xfrm>
            <a:off x="2946400" y="1275932"/>
            <a:ext cx="8432800" cy="4893221"/>
          </a:xfrm>
          <a:prstGeom prst="rect">
            <a:avLst/>
          </a:prstGeom>
        </p:spPr>
        <p:txBody>
          <a:bodyPr vert="horz"/>
          <a:lstStyle>
            <a:lvl1pPr marL="0" indent="0">
              <a:lnSpc>
                <a:spcPct val="120000"/>
              </a:lnSpc>
              <a:spcBef>
                <a:spcPts val="0"/>
              </a:spcBef>
              <a:spcAft>
                <a:spcPts val="533"/>
              </a:spcAft>
              <a:buNone/>
              <a:defRPr sz="1000" b="0"/>
            </a:lvl1pPr>
            <a:lvl2pPr marL="158747" indent="-158747">
              <a:lnSpc>
                <a:spcPct val="120000"/>
              </a:lnSpc>
              <a:spcBef>
                <a:spcPts val="0"/>
              </a:spcBef>
              <a:spcAft>
                <a:spcPts val="533"/>
              </a:spcAft>
              <a:buFont typeface="Arial"/>
              <a:buChar char="•"/>
              <a:defRPr sz="1000"/>
            </a:lvl2pPr>
            <a:lvl3pPr marL="387341" indent="-152396">
              <a:lnSpc>
                <a:spcPct val="120000"/>
              </a:lnSpc>
              <a:spcBef>
                <a:spcPts val="0"/>
              </a:spcBef>
              <a:spcAft>
                <a:spcPts val="533"/>
              </a:spcAft>
              <a:buFont typeface="Lucida Grande"/>
              <a:buChar char="–"/>
              <a:defRPr sz="1000"/>
            </a:lvl3pPr>
            <a:lvl4pPr marL="613818" indent="-152396">
              <a:lnSpc>
                <a:spcPct val="120000"/>
              </a:lnSpc>
              <a:spcBef>
                <a:spcPts val="0"/>
              </a:spcBef>
              <a:spcAft>
                <a:spcPts val="533"/>
              </a:spcAft>
              <a:defRPr sz="1000"/>
            </a:lvl4pPr>
            <a:lvl5pPr marL="840296" indent="-152396">
              <a:lnSpc>
                <a:spcPct val="120000"/>
              </a:lnSpc>
              <a:spcBef>
                <a:spcPts val="0"/>
              </a:spcBef>
              <a:spcAft>
                <a:spcPts val="533"/>
              </a:spcAft>
              <a:buFont typeface="Lucida Grande"/>
              <a:buChar char="–"/>
              <a:defRPr sz="1000"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cxnSp>
        <p:nvCxnSpPr>
          <p:cNvPr id="3" name="Straight Connector 2"/>
          <p:cNvCxnSpPr/>
          <p:nvPr userDrawn="1"/>
        </p:nvCxnSpPr>
        <p:spPr>
          <a:xfrm>
            <a:off x="812800" y="898820"/>
            <a:ext cx="105664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5" name="Picture Placeholder 4"/>
          <p:cNvSpPr>
            <a:spLocks noGrp="1"/>
          </p:cNvSpPr>
          <p:nvPr>
            <p:ph type="pic" sz="quarter" idx="29" hasCustomPrompt="1"/>
          </p:nvPr>
        </p:nvSpPr>
        <p:spPr>
          <a:xfrm>
            <a:off x="812800" y="1280160"/>
            <a:ext cx="1524000" cy="1524000"/>
          </a:xfrm>
          <a:prstGeom prst="rect">
            <a:avLst/>
          </a:prstGeom>
        </p:spPr>
        <p:txBody>
          <a:bodyPr vert="horz" anchor="ctr"/>
          <a:lstStyle>
            <a:lvl1pPr marL="0" indent="0" algn="ctr">
              <a:buNone/>
              <a:defRPr sz="1600" baseline="0"/>
            </a:lvl1pPr>
          </a:lstStyle>
          <a:p>
            <a:r>
              <a:rPr lang="en-US"/>
              <a:t>Bio picture</a:t>
            </a:r>
          </a:p>
        </p:txBody>
      </p:sp>
      <p:sp>
        <p:nvSpPr>
          <p:cNvPr id="6" name="TextBox 5"/>
          <p:cNvSpPr txBox="1"/>
          <p:nvPr userDrawn="1"/>
        </p:nvSpPr>
        <p:spPr>
          <a:xfrm>
            <a:off x="812803"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pic>
        <p:nvPicPr>
          <p:cNvPr id="10"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Tree>
    <p:extLst>
      <p:ext uri="{BB962C8B-B14F-4D97-AF65-F5344CB8AC3E}">
        <p14:creationId xmlns:p14="http://schemas.microsoft.com/office/powerpoint/2010/main" val="45880180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io without photo">
    <p:spTree>
      <p:nvGrpSpPr>
        <p:cNvPr id="1" name=""/>
        <p:cNvGrpSpPr/>
        <p:nvPr/>
      </p:nvGrpSpPr>
      <p:grpSpPr>
        <a:xfrm>
          <a:off x="0" y="0"/>
          <a:ext cx="0" cy="0"/>
          <a:chOff x="0" y="0"/>
          <a:chExt cx="0" cy="0"/>
        </a:xfrm>
      </p:grpSpPr>
      <p:sp>
        <p:nvSpPr>
          <p:cNvPr id="8" name="Text Placeholder 22"/>
          <p:cNvSpPr>
            <a:spLocks noGrp="1"/>
          </p:cNvSpPr>
          <p:nvPr>
            <p:ph type="body" sz="quarter" idx="13" hasCustomPrompt="1"/>
          </p:nvPr>
        </p:nvSpPr>
        <p:spPr>
          <a:xfrm>
            <a:off x="812800" y="435524"/>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Bio Name</a:t>
            </a:r>
          </a:p>
        </p:txBody>
      </p:sp>
      <p:sp>
        <p:nvSpPr>
          <p:cNvPr id="15" name="Text Placeholder 22"/>
          <p:cNvSpPr>
            <a:spLocks noGrp="1"/>
          </p:cNvSpPr>
          <p:nvPr>
            <p:ph type="body" sz="quarter" idx="19" hasCustomPrompt="1"/>
          </p:nvPr>
        </p:nvSpPr>
        <p:spPr>
          <a:xfrm>
            <a:off x="812800" y="928110"/>
            <a:ext cx="10566400" cy="246221"/>
          </a:xfrm>
          <a:prstGeom prst="rect">
            <a:avLst/>
          </a:prstGeom>
        </p:spPr>
        <p:txBody>
          <a:bodyPr wrap="square" tIns="0" bIns="0">
            <a:spAutoFit/>
          </a:bodyPr>
          <a:lstStyle>
            <a:lvl1pPr marL="0" indent="0" algn="l">
              <a:lnSpc>
                <a:spcPct val="100000"/>
              </a:lnSpc>
              <a:spcBef>
                <a:spcPts val="0"/>
              </a:spcBef>
              <a:buNone/>
              <a:defRPr sz="1600" b="1" i="0" cap="all">
                <a:solidFill>
                  <a:schemeClr val="accent6"/>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TITLE</a:t>
            </a:r>
          </a:p>
        </p:txBody>
      </p:sp>
      <p:sp>
        <p:nvSpPr>
          <p:cNvPr id="13" name="Content Placeholder 3"/>
          <p:cNvSpPr>
            <a:spLocks noGrp="1"/>
          </p:cNvSpPr>
          <p:nvPr>
            <p:ph sz="quarter" idx="20" hasCustomPrompt="1"/>
          </p:nvPr>
        </p:nvSpPr>
        <p:spPr>
          <a:xfrm>
            <a:off x="812800" y="1292866"/>
            <a:ext cx="2032000" cy="4879337"/>
          </a:xfrm>
          <a:prstGeom prst="rect">
            <a:avLst/>
          </a:prstGeom>
        </p:spPr>
        <p:txBody>
          <a:bodyPr vert="horz"/>
          <a:lstStyle>
            <a:lvl1pPr marL="0" indent="0">
              <a:lnSpc>
                <a:spcPct val="120000"/>
              </a:lnSpc>
              <a:spcBef>
                <a:spcPts val="800"/>
              </a:spcBef>
              <a:spcAft>
                <a:spcPts val="0"/>
              </a:spcAft>
              <a:buNone/>
              <a:defRPr sz="933" b="1" cap="all"/>
            </a:lvl1pPr>
            <a:lvl2pPr marL="158747" indent="-158747">
              <a:lnSpc>
                <a:spcPct val="120000"/>
              </a:lnSpc>
              <a:spcBef>
                <a:spcPts val="0"/>
              </a:spcBef>
              <a:spcAft>
                <a:spcPts val="0"/>
              </a:spcAft>
              <a:buFont typeface="Arial"/>
              <a:buChar char="•"/>
              <a:defRPr sz="933"/>
            </a:lvl2pPr>
            <a:lvl3pPr marL="387341" indent="-152396">
              <a:lnSpc>
                <a:spcPct val="120000"/>
              </a:lnSpc>
              <a:spcBef>
                <a:spcPts val="0"/>
              </a:spcBef>
              <a:spcAft>
                <a:spcPts val="0"/>
              </a:spcAft>
              <a:buFont typeface="Lucida Grande"/>
              <a:buChar char="–"/>
              <a:defRPr sz="933"/>
            </a:lvl3pPr>
            <a:lvl4pPr marL="613818" indent="-152396">
              <a:lnSpc>
                <a:spcPct val="120000"/>
              </a:lnSpc>
              <a:spcBef>
                <a:spcPts val="0"/>
              </a:spcBef>
              <a:spcAft>
                <a:spcPts val="0"/>
              </a:spcAft>
              <a:defRPr sz="933"/>
            </a:lvl4pPr>
            <a:lvl5pPr marL="840296" indent="-152396">
              <a:lnSpc>
                <a:spcPct val="120000"/>
              </a:lnSpc>
              <a:spcBef>
                <a:spcPts val="0"/>
              </a:spcBef>
              <a:spcAft>
                <a:spcPts val="0"/>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1" name="Content Placeholder 3"/>
          <p:cNvSpPr>
            <a:spLocks noGrp="1"/>
          </p:cNvSpPr>
          <p:nvPr>
            <p:ph sz="quarter" idx="28" hasCustomPrompt="1"/>
          </p:nvPr>
        </p:nvSpPr>
        <p:spPr>
          <a:xfrm>
            <a:off x="2946400" y="1275932"/>
            <a:ext cx="8432800" cy="4896271"/>
          </a:xfrm>
          <a:prstGeom prst="rect">
            <a:avLst/>
          </a:prstGeom>
        </p:spPr>
        <p:txBody>
          <a:bodyPr vert="horz"/>
          <a:lstStyle>
            <a:lvl1pPr marL="0" indent="0">
              <a:lnSpc>
                <a:spcPct val="120000"/>
              </a:lnSpc>
              <a:spcBef>
                <a:spcPts val="0"/>
              </a:spcBef>
              <a:spcAft>
                <a:spcPts val="533"/>
              </a:spcAft>
              <a:buNone/>
              <a:defRPr sz="1000" b="0"/>
            </a:lvl1pPr>
            <a:lvl2pPr marL="158747" indent="-158747">
              <a:lnSpc>
                <a:spcPct val="120000"/>
              </a:lnSpc>
              <a:spcBef>
                <a:spcPts val="0"/>
              </a:spcBef>
              <a:spcAft>
                <a:spcPts val="533"/>
              </a:spcAft>
              <a:buFont typeface="Arial"/>
              <a:buChar char="•"/>
              <a:defRPr sz="1000"/>
            </a:lvl2pPr>
            <a:lvl3pPr marL="387341" indent="-152396">
              <a:lnSpc>
                <a:spcPct val="120000"/>
              </a:lnSpc>
              <a:spcBef>
                <a:spcPts val="0"/>
              </a:spcBef>
              <a:spcAft>
                <a:spcPts val="533"/>
              </a:spcAft>
              <a:buFont typeface="Lucida Grande"/>
              <a:buChar char="–"/>
              <a:defRPr sz="1000"/>
            </a:lvl3pPr>
            <a:lvl4pPr marL="613818" indent="-152396">
              <a:lnSpc>
                <a:spcPct val="120000"/>
              </a:lnSpc>
              <a:spcBef>
                <a:spcPts val="0"/>
              </a:spcBef>
              <a:spcAft>
                <a:spcPts val="533"/>
              </a:spcAft>
              <a:defRPr sz="1000"/>
            </a:lvl4pPr>
            <a:lvl5pPr marL="840296" indent="-152396">
              <a:lnSpc>
                <a:spcPct val="120000"/>
              </a:lnSpc>
              <a:spcBef>
                <a:spcPts val="0"/>
              </a:spcBef>
              <a:spcAft>
                <a:spcPts val="533"/>
              </a:spcAft>
              <a:buFont typeface="Lucida Grande"/>
              <a:buChar char="–"/>
              <a:defRPr sz="1000"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cxnSp>
        <p:nvCxnSpPr>
          <p:cNvPr id="3" name="Straight Connector 2"/>
          <p:cNvCxnSpPr/>
          <p:nvPr userDrawn="1"/>
        </p:nvCxnSpPr>
        <p:spPr>
          <a:xfrm>
            <a:off x="812800" y="898820"/>
            <a:ext cx="105664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userDrawn="1"/>
        </p:nvSpPr>
        <p:spPr>
          <a:xfrm>
            <a:off x="812803"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pic>
        <p:nvPicPr>
          <p:cNvPr id="10" name="Picture Placeholder 11"/>
          <p:cNvPicPr>
            <a:picLocks noChangeAspect="1"/>
          </p:cNvPicPr>
          <p:nvPr userDrawn="1"/>
        </p:nvPicPr>
        <p:blipFill rotWithShape="1">
          <a:blip r:embed="rId2" cstate="print">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Tree>
    <p:extLst>
      <p:ext uri="{BB962C8B-B14F-4D97-AF65-F5344CB8AC3E}">
        <p14:creationId xmlns:p14="http://schemas.microsoft.com/office/powerpoint/2010/main" val="192821323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a:t>Click to edit Master title style</a:t>
            </a:r>
          </a:p>
        </p:txBody>
      </p:sp>
      <p:sp>
        <p:nvSpPr>
          <p:cNvPr id="3" name="2 Marcador de contenido"/>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pPr>
              <a:defRPr/>
            </a:pPr>
            <a:r>
              <a:rPr lang="en-US"/>
              <a:t>| </a:t>
            </a:r>
            <a:fld id="{A1E05332-54C3-48A0-89AF-A7F15008F0F8}"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38314190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2BAD8253-BDA0-4C26-8779-B4C77D14081E}"/>
              </a:ext>
            </a:extLst>
          </p:cNvPr>
          <p:cNvSpPr>
            <a:spLocks noChangeArrowheads="1"/>
          </p:cNvSpPr>
          <p:nvPr/>
        </p:nvSpPr>
        <p:spPr bwMode="auto">
          <a:xfrm>
            <a:off x="10761134" y="0"/>
            <a:ext cx="1439333" cy="6872288"/>
          </a:xfrm>
          <a:prstGeom prst="rect">
            <a:avLst/>
          </a:prstGeom>
          <a:solidFill>
            <a:srgbClr val="FBB03F"/>
          </a:solidFill>
          <a:ln w="9525">
            <a:noFill/>
            <a:miter lim="800000"/>
            <a:headEnd/>
            <a:tailEnd/>
          </a:ln>
          <a:effectLst/>
        </p:spPr>
        <p:txBody>
          <a:bodyPr wrap="none" anchor="ctr"/>
          <a:lstStyle/>
          <a:p>
            <a:pPr>
              <a:defRPr/>
            </a:pPr>
            <a:endParaRPr lang="en-US" sz="1600">
              <a:solidFill>
                <a:srgbClr val="002D62"/>
              </a:solidFill>
              <a:latin typeface="Arial" charset="0"/>
              <a:cs typeface="Arial" charset="0"/>
            </a:endParaRPr>
          </a:p>
        </p:txBody>
      </p:sp>
      <p:pic>
        <p:nvPicPr>
          <p:cNvPr id="5" name="Picture 16" descr="Logo - pelotas blancas">
            <a:extLst>
              <a:ext uri="{FF2B5EF4-FFF2-40B4-BE49-F238E27FC236}">
                <a16:creationId xmlns:a16="http://schemas.microsoft.com/office/drawing/2014/main" id="{1A7EA0B8-93FE-4F21-8836-4A66A41FC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2502" y="260350"/>
            <a:ext cx="886884" cy="985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29 Imagen" descr="AZUL.wmf">
            <a:extLst>
              <a:ext uri="{FF2B5EF4-FFF2-40B4-BE49-F238E27FC236}">
                <a16:creationId xmlns:a16="http://schemas.microsoft.com/office/drawing/2014/main" id="{EAE80292-9881-4659-952B-4AFAB00B5AA7}"/>
              </a:ext>
            </a:extLst>
          </p:cNvPr>
          <p:cNvPicPr>
            <a:picLocks noChangeAspect="1"/>
          </p:cNvPicPr>
          <p:nvPr/>
        </p:nvPicPr>
        <p:blipFill>
          <a:blip r:embed="rId3">
            <a:extLst>
              <a:ext uri="{28A0092B-C50C-407E-A947-70E740481C1C}">
                <a14:useLocalDpi xmlns:a14="http://schemas.microsoft.com/office/drawing/2010/main" val="0"/>
              </a:ext>
            </a:extLst>
          </a:blip>
          <a:srcRect r="-5476"/>
          <a:stretch>
            <a:fillRect/>
          </a:stretch>
        </p:blipFill>
        <p:spPr bwMode="auto">
          <a:xfrm>
            <a:off x="336553" y="6021388"/>
            <a:ext cx="31877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012" name="Rectangle 3"/>
          <p:cNvSpPr>
            <a:spLocks noGrp="1" noChangeArrowheads="1"/>
          </p:cNvSpPr>
          <p:nvPr>
            <p:ph type="subTitle" idx="1"/>
          </p:nvPr>
        </p:nvSpPr>
        <p:spPr>
          <a:xfrm>
            <a:off x="334435" y="1601790"/>
            <a:ext cx="9505951" cy="3482975"/>
          </a:xfrm>
        </p:spPr>
        <p:txBody>
          <a:bodyPr/>
          <a:lstStyle>
            <a:lvl1pPr marL="0" indent="0">
              <a:buFontTx/>
              <a:buNone/>
              <a:defRPr/>
            </a:lvl1pPr>
          </a:lstStyle>
          <a:p>
            <a:r>
              <a:rPr lang="en-US"/>
              <a:t>Click to edit Master subtitle style</a:t>
            </a:r>
          </a:p>
        </p:txBody>
      </p:sp>
      <p:sp>
        <p:nvSpPr>
          <p:cNvPr id="171013" name="Rectangle 2"/>
          <p:cNvSpPr>
            <a:spLocks noGrp="1" noChangeArrowheads="1"/>
          </p:cNvSpPr>
          <p:nvPr>
            <p:ph type="ctrTitle"/>
          </p:nvPr>
        </p:nvSpPr>
        <p:spPr>
          <a:xfrm>
            <a:off x="334435" y="476251"/>
            <a:ext cx="9505951" cy="1081088"/>
          </a:xfrm>
        </p:spPr>
        <p:txBody>
          <a:bodyPr/>
          <a:lstStyle>
            <a:lvl1pPr>
              <a:defRPr/>
            </a:lvl1pPr>
          </a:lstStyle>
          <a:p>
            <a:r>
              <a:rPr lang="en-US"/>
              <a:t>CLICK TO EDIT MASTER TITLE STYLE</a:t>
            </a:r>
          </a:p>
        </p:txBody>
      </p:sp>
    </p:spTree>
    <p:extLst>
      <p:ext uri="{BB962C8B-B14F-4D97-AF65-F5344CB8AC3E}">
        <p14:creationId xmlns:p14="http://schemas.microsoft.com/office/powerpoint/2010/main" val="3018528672"/>
      </p:ext>
    </p:extLst>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6">
            <a:extLst>
              <a:ext uri="{FF2B5EF4-FFF2-40B4-BE49-F238E27FC236}">
                <a16:creationId xmlns:a16="http://schemas.microsoft.com/office/drawing/2014/main" id="{FF017EF4-C8B8-4B3F-9922-E98DE02FE9A9}"/>
              </a:ext>
            </a:extLst>
          </p:cNvPr>
          <p:cNvSpPr>
            <a:spLocks noGrp="1" noChangeArrowheads="1"/>
          </p:cNvSpPr>
          <p:nvPr>
            <p:ph type="sldNum" sz="quarter" idx="10"/>
          </p:nvPr>
        </p:nvSpPr>
        <p:spPr>
          <a:ln/>
        </p:spPr>
        <p:txBody>
          <a:bodyPr/>
          <a:lstStyle>
            <a:lvl1pPr>
              <a:defRPr/>
            </a:lvl1pPr>
          </a:lstStyle>
          <a:p>
            <a:r>
              <a:rPr lang="en-US" altLang="es-AR"/>
              <a:t>| </a:t>
            </a:r>
            <a:fld id="{FCA1AC68-6BFC-40CE-8F86-7B3A5CA48FFE}" type="slidenum">
              <a:rPr lang="en-US" altLang="es-AR">
                <a:solidFill>
                  <a:srgbClr val="B2B2B2"/>
                </a:solidFill>
              </a:rPr>
              <a:pPr/>
              <a:t>‹#›</a:t>
            </a:fld>
            <a:endParaRPr lang="en-US" altLang="es-AR">
              <a:solidFill>
                <a:srgbClr val="B2B2B2"/>
              </a:solidFill>
            </a:endParaRPr>
          </a:p>
        </p:txBody>
      </p:sp>
    </p:spTree>
    <p:extLst>
      <p:ext uri="{BB962C8B-B14F-4D97-AF65-F5344CB8AC3E}">
        <p14:creationId xmlns:p14="http://schemas.microsoft.com/office/powerpoint/2010/main" val="410086225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es-ES"/>
              <a:t>Haga clic para modificar el estilo de texto del patrón</a:t>
            </a:r>
          </a:p>
        </p:txBody>
      </p:sp>
      <p:sp>
        <p:nvSpPr>
          <p:cNvPr id="4" name="Rectangle 6">
            <a:extLst>
              <a:ext uri="{FF2B5EF4-FFF2-40B4-BE49-F238E27FC236}">
                <a16:creationId xmlns:a16="http://schemas.microsoft.com/office/drawing/2014/main" id="{A61AF094-A086-4E25-B188-FB54A152B9A0}"/>
              </a:ext>
            </a:extLst>
          </p:cNvPr>
          <p:cNvSpPr>
            <a:spLocks noGrp="1" noChangeArrowheads="1"/>
          </p:cNvSpPr>
          <p:nvPr>
            <p:ph type="sldNum" sz="quarter" idx="10"/>
          </p:nvPr>
        </p:nvSpPr>
        <p:spPr>
          <a:ln/>
        </p:spPr>
        <p:txBody>
          <a:bodyPr/>
          <a:lstStyle>
            <a:lvl1pPr>
              <a:defRPr/>
            </a:lvl1pPr>
          </a:lstStyle>
          <a:p>
            <a:r>
              <a:rPr lang="en-US" altLang="es-AR"/>
              <a:t>| </a:t>
            </a:r>
            <a:fld id="{186304CC-F75B-4759-841F-EFC9029F479E}" type="slidenum">
              <a:rPr lang="en-US" altLang="es-AR">
                <a:solidFill>
                  <a:srgbClr val="B2B2B2"/>
                </a:solidFill>
              </a:rPr>
              <a:pPr/>
              <a:t>‹#›</a:t>
            </a:fld>
            <a:endParaRPr lang="en-US" altLang="es-AR">
              <a:solidFill>
                <a:srgbClr val="B2B2B2"/>
              </a:solidFill>
            </a:endParaRPr>
          </a:p>
        </p:txBody>
      </p:sp>
    </p:spTree>
    <p:extLst>
      <p:ext uri="{BB962C8B-B14F-4D97-AF65-F5344CB8AC3E}">
        <p14:creationId xmlns:p14="http://schemas.microsoft.com/office/powerpoint/2010/main" val="349891140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372536" y="1125537"/>
            <a:ext cx="559223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6167969" y="1125537"/>
            <a:ext cx="559223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Rectangle 6">
            <a:extLst>
              <a:ext uri="{FF2B5EF4-FFF2-40B4-BE49-F238E27FC236}">
                <a16:creationId xmlns:a16="http://schemas.microsoft.com/office/drawing/2014/main" id="{02C618B2-6050-41C4-B0B0-9D5A7692FCC5}"/>
              </a:ext>
            </a:extLst>
          </p:cNvPr>
          <p:cNvSpPr>
            <a:spLocks noGrp="1" noChangeArrowheads="1"/>
          </p:cNvSpPr>
          <p:nvPr>
            <p:ph type="sldNum" sz="quarter" idx="10"/>
          </p:nvPr>
        </p:nvSpPr>
        <p:spPr>
          <a:ln/>
        </p:spPr>
        <p:txBody>
          <a:bodyPr/>
          <a:lstStyle>
            <a:lvl1pPr>
              <a:defRPr/>
            </a:lvl1pPr>
          </a:lstStyle>
          <a:p>
            <a:r>
              <a:rPr lang="en-US" altLang="es-AR"/>
              <a:t>| </a:t>
            </a:r>
            <a:fld id="{D93A2248-18E1-4016-AD6D-F3EB01616738}" type="slidenum">
              <a:rPr lang="en-US" altLang="es-AR">
                <a:solidFill>
                  <a:srgbClr val="B2B2B2"/>
                </a:solidFill>
              </a:rPr>
              <a:pPr/>
              <a:t>‹#›</a:t>
            </a:fld>
            <a:endParaRPr lang="en-US" altLang="es-AR">
              <a:solidFill>
                <a:srgbClr val="B2B2B2"/>
              </a:solidFill>
            </a:endParaRPr>
          </a:p>
        </p:txBody>
      </p:sp>
    </p:spTree>
    <p:extLst>
      <p:ext uri="{BB962C8B-B14F-4D97-AF65-F5344CB8AC3E}">
        <p14:creationId xmlns:p14="http://schemas.microsoft.com/office/powerpoint/2010/main" val="116992575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4639"/>
            <a:ext cx="10972800" cy="1143000"/>
          </a:xfrm>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609600" y="1535113"/>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6193369" y="1535113"/>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Rectangle 6">
            <a:extLst>
              <a:ext uri="{FF2B5EF4-FFF2-40B4-BE49-F238E27FC236}">
                <a16:creationId xmlns:a16="http://schemas.microsoft.com/office/drawing/2014/main" id="{60660E4C-FE4A-46AA-967D-AC58C47098BC}"/>
              </a:ext>
            </a:extLst>
          </p:cNvPr>
          <p:cNvSpPr>
            <a:spLocks noGrp="1" noChangeArrowheads="1"/>
          </p:cNvSpPr>
          <p:nvPr>
            <p:ph type="sldNum" sz="quarter" idx="10"/>
          </p:nvPr>
        </p:nvSpPr>
        <p:spPr>
          <a:ln/>
        </p:spPr>
        <p:txBody>
          <a:bodyPr/>
          <a:lstStyle>
            <a:lvl1pPr>
              <a:defRPr/>
            </a:lvl1pPr>
          </a:lstStyle>
          <a:p>
            <a:r>
              <a:rPr lang="en-US" altLang="es-AR"/>
              <a:t>| </a:t>
            </a:r>
            <a:fld id="{E221211E-2A50-415A-980E-5B0226074B93}" type="slidenum">
              <a:rPr lang="en-US" altLang="es-AR">
                <a:solidFill>
                  <a:srgbClr val="B2B2B2"/>
                </a:solidFill>
              </a:rPr>
              <a:pPr/>
              <a:t>‹#›</a:t>
            </a:fld>
            <a:endParaRPr lang="en-US" altLang="es-AR">
              <a:solidFill>
                <a:srgbClr val="B2B2B2"/>
              </a:solidFill>
            </a:endParaRPr>
          </a:p>
        </p:txBody>
      </p:sp>
    </p:spTree>
    <p:extLst>
      <p:ext uri="{BB962C8B-B14F-4D97-AF65-F5344CB8AC3E}">
        <p14:creationId xmlns:p14="http://schemas.microsoft.com/office/powerpoint/2010/main" val="428362051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Rectangle 6">
            <a:extLst>
              <a:ext uri="{FF2B5EF4-FFF2-40B4-BE49-F238E27FC236}">
                <a16:creationId xmlns:a16="http://schemas.microsoft.com/office/drawing/2014/main" id="{94F793FE-0C0F-4447-80E1-9FE140992A4E}"/>
              </a:ext>
            </a:extLst>
          </p:cNvPr>
          <p:cNvSpPr>
            <a:spLocks noGrp="1" noChangeArrowheads="1"/>
          </p:cNvSpPr>
          <p:nvPr>
            <p:ph type="sldNum" sz="quarter" idx="10"/>
          </p:nvPr>
        </p:nvSpPr>
        <p:spPr>
          <a:ln/>
        </p:spPr>
        <p:txBody>
          <a:bodyPr/>
          <a:lstStyle>
            <a:lvl1pPr>
              <a:defRPr/>
            </a:lvl1pPr>
          </a:lstStyle>
          <a:p>
            <a:r>
              <a:rPr lang="en-US" altLang="es-AR"/>
              <a:t>| </a:t>
            </a:r>
            <a:fld id="{61AD1894-AFDA-4917-B1DE-C4CE0849DAEE}" type="slidenum">
              <a:rPr lang="en-US" altLang="es-AR">
                <a:solidFill>
                  <a:srgbClr val="B2B2B2"/>
                </a:solidFill>
              </a:rPr>
              <a:pPr/>
              <a:t>‹#›</a:t>
            </a:fld>
            <a:endParaRPr lang="en-US" altLang="es-AR">
              <a:solidFill>
                <a:srgbClr val="B2B2B2"/>
              </a:solidFill>
            </a:endParaRPr>
          </a:p>
        </p:txBody>
      </p:sp>
    </p:spTree>
    <p:extLst>
      <p:ext uri="{BB962C8B-B14F-4D97-AF65-F5344CB8AC3E}">
        <p14:creationId xmlns:p14="http://schemas.microsoft.com/office/powerpoint/2010/main" val="326433501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20C71931-0FBF-4C54-AB4B-17CCCC23F2DB}"/>
              </a:ext>
            </a:extLst>
          </p:cNvPr>
          <p:cNvSpPr>
            <a:spLocks noGrp="1" noChangeArrowheads="1"/>
          </p:cNvSpPr>
          <p:nvPr>
            <p:ph type="sldNum" sz="quarter" idx="10"/>
          </p:nvPr>
        </p:nvSpPr>
        <p:spPr>
          <a:ln/>
        </p:spPr>
        <p:txBody>
          <a:bodyPr/>
          <a:lstStyle>
            <a:lvl1pPr>
              <a:defRPr/>
            </a:lvl1pPr>
          </a:lstStyle>
          <a:p>
            <a:r>
              <a:rPr lang="en-US" altLang="es-AR"/>
              <a:t>| </a:t>
            </a:r>
            <a:fld id="{9E481933-BE29-47E4-901E-1E908284F458}" type="slidenum">
              <a:rPr lang="en-US" altLang="es-AR">
                <a:solidFill>
                  <a:srgbClr val="B2B2B2"/>
                </a:solidFill>
              </a:rPr>
              <a:pPr/>
              <a:t>‹#›</a:t>
            </a:fld>
            <a:endParaRPr lang="en-US" altLang="es-AR">
              <a:solidFill>
                <a:srgbClr val="B2B2B2"/>
              </a:solidFill>
            </a:endParaRPr>
          </a:p>
        </p:txBody>
      </p:sp>
    </p:spTree>
    <p:extLst>
      <p:ext uri="{BB962C8B-B14F-4D97-AF65-F5344CB8AC3E}">
        <p14:creationId xmlns:p14="http://schemas.microsoft.com/office/powerpoint/2010/main" val="244710451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2" y="273049"/>
            <a:ext cx="4011084" cy="1162051"/>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s-ES"/>
              <a:t>Haga clic para modificar el estilo de texto del patrón</a:t>
            </a:r>
          </a:p>
        </p:txBody>
      </p:sp>
      <p:sp>
        <p:nvSpPr>
          <p:cNvPr id="5" name="Rectangle 6">
            <a:extLst>
              <a:ext uri="{FF2B5EF4-FFF2-40B4-BE49-F238E27FC236}">
                <a16:creationId xmlns:a16="http://schemas.microsoft.com/office/drawing/2014/main" id="{AAA07634-AC8B-44CD-BA1C-C65A130DCE70}"/>
              </a:ext>
            </a:extLst>
          </p:cNvPr>
          <p:cNvSpPr>
            <a:spLocks noGrp="1" noChangeArrowheads="1"/>
          </p:cNvSpPr>
          <p:nvPr>
            <p:ph type="sldNum" sz="quarter" idx="10"/>
          </p:nvPr>
        </p:nvSpPr>
        <p:spPr>
          <a:ln/>
        </p:spPr>
        <p:txBody>
          <a:bodyPr/>
          <a:lstStyle>
            <a:lvl1pPr>
              <a:defRPr/>
            </a:lvl1pPr>
          </a:lstStyle>
          <a:p>
            <a:r>
              <a:rPr lang="en-US" altLang="es-AR"/>
              <a:t>| </a:t>
            </a:r>
            <a:fld id="{9D91C7A3-C3DB-465C-8FBE-977B8788AF3A}" type="slidenum">
              <a:rPr lang="en-US" altLang="es-AR">
                <a:solidFill>
                  <a:srgbClr val="B2B2B2"/>
                </a:solidFill>
              </a:rPr>
              <a:pPr/>
              <a:t>‹#›</a:t>
            </a:fld>
            <a:endParaRPr lang="en-US" altLang="es-AR">
              <a:solidFill>
                <a:srgbClr val="B2B2B2"/>
              </a:solidFill>
            </a:endParaRPr>
          </a:p>
        </p:txBody>
      </p:sp>
    </p:spTree>
    <p:extLst>
      <p:ext uri="{BB962C8B-B14F-4D97-AF65-F5344CB8AC3E}">
        <p14:creationId xmlns:p14="http://schemas.microsoft.com/office/powerpoint/2010/main" val="142919025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9"/>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es-AR" noProof="0"/>
          </a:p>
        </p:txBody>
      </p:sp>
      <p:sp>
        <p:nvSpPr>
          <p:cNvPr id="4" name="3 Marcador de texto"/>
          <p:cNvSpPr>
            <a:spLocks noGrp="1"/>
          </p:cNvSpPr>
          <p:nvPr>
            <p:ph type="body" sz="half" idx="2"/>
          </p:nvPr>
        </p:nvSpPr>
        <p:spPr>
          <a:xfrm>
            <a:off x="2389717" y="5367338"/>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s-ES"/>
              <a:t>Haga clic para modificar el estilo de texto del patrón</a:t>
            </a:r>
          </a:p>
        </p:txBody>
      </p:sp>
      <p:sp>
        <p:nvSpPr>
          <p:cNvPr id="5" name="Rectangle 6">
            <a:extLst>
              <a:ext uri="{FF2B5EF4-FFF2-40B4-BE49-F238E27FC236}">
                <a16:creationId xmlns:a16="http://schemas.microsoft.com/office/drawing/2014/main" id="{5415AAA0-5788-4059-93D5-8CB05EE92571}"/>
              </a:ext>
            </a:extLst>
          </p:cNvPr>
          <p:cNvSpPr>
            <a:spLocks noGrp="1" noChangeArrowheads="1"/>
          </p:cNvSpPr>
          <p:nvPr>
            <p:ph type="sldNum" sz="quarter" idx="10"/>
          </p:nvPr>
        </p:nvSpPr>
        <p:spPr>
          <a:ln/>
        </p:spPr>
        <p:txBody>
          <a:bodyPr/>
          <a:lstStyle>
            <a:lvl1pPr>
              <a:defRPr/>
            </a:lvl1pPr>
          </a:lstStyle>
          <a:p>
            <a:r>
              <a:rPr lang="en-US" altLang="es-AR"/>
              <a:t>| </a:t>
            </a:r>
            <a:fld id="{33260019-C1D9-42AF-9877-91BC1D6981A7}" type="slidenum">
              <a:rPr lang="en-US" altLang="es-AR">
                <a:solidFill>
                  <a:srgbClr val="B2B2B2"/>
                </a:solidFill>
              </a:rPr>
              <a:pPr/>
              <a:t>‹#›</a:t>
            </a:fld>
            <a:endParaRPr lang="en-US" altLang="es-AR">
              <a:solidFill>
                <a:srgbClr val="B2B2B2"/>
              </a:solidFill>
            </a:endParaRPr>
          </a:p>
        </p:txBody>
      </p:sp>
    </p:spTree>
    <p:extLst>
      <p:ext uri="{BB962C8B-B14F-4D97-AF65-F5344CB8AC3E}">
        <p14:creationId xmlns:p14="http://schemas.microsoft.com/office/powerpoint/2010/main" val="227471521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6">
            <a:extLst>
              <a:ext uri="{FF2B5EF4-FFF2-40B4-BE49-F238E27FC236}">
                <a16:creationId xmlns:a16="http://schemas.microsoft.com/office/drawing/2014/main" id="{86215118-D4BD-4038-B022-CA67C51BF727}"/>
              </a:ext>
            </a:extLst>
          </p:cNvPr>
          <p:cNvSpPr>
            <a:spLocks noGrp="1" noChangeArrowheads="1"/>
          </p:cNvSpPr>
          <p:nvPr>
            <p:ph type="sldNum" sz="quarter" idx="10"/>
          </p:nvPr>
        </p:nvSpPr>
        <p:spPr>
          <a:ln/>
        </p:spPr>
        <p:txBody>
          <a:bodyPr/>
          <a:lstStyle>
            <a:lvl1pPr>
              <a:defRPr/>
            </a:lvl1pPr>
          </a:lstStyle>
          <a:p>
            <a:r>
              <a:rPr lang="en-US" altLang="es-AR"/>
              <a:t>| </a:t>
            </a:r>
            <a:fld id="{E1692D8C-217B-4172-BBDC-F1CC3A087FCF}" type="slidenum">
              <a:rPr lang="en-US" altLang="es-AR">
                <a:solidFill>
                  <a:srgbClr val="B2B2B2"/>
                </a:solidFill>
              </a:rPr>
              <a:pPr/>
              <a:t>‹#›</a:t>
            </a:fld>
            <a:endParaRPr lang="en-US" altLang="es-AR">
              <a:solidFill>
                <a:srgbClr val="B2B2B2"/>
              </a:solidFill>
            </a:endParaRPr>
          </a:p>
        </p:txBody>
      </p:sp>
    </p:spTree>
    <p:extLst>
      <p:ext uri="{BB962C8B-B14F-4D97-AF65-F5344CB8AC3E}">
        <p14:creationId xmlns:p14="http://schemas.microsoft.com/office/powerpoint/2010/main" val="408582949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9059335" y="185737"/>
            <a:ext cx="2893484" cy="5465763"/>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372533" y="185737"/>
            <a:ext cx="8483600" cy="5465763"/>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6">
            <a:extLst>
              <a:ext uri="{FF2B5EF4-FFF2-40B4-BE49-F238E27FC236}">
                <a16:creationId xmlns:a16="http://schemas.microsoft.com/office/drawing/2014/main" id="{E0F9C3F1-668D-41F6-8519-31709EB4F9A6}"/>
              </a:ext>
            </a:extLst>
          </p:cNvPr>
          <p:cNvSpPr>
            <a:spLocks noGrp="1" noChangeArrowheads="1"/>
          </p:cNvSpPr>
          <p:nvPr>
            <p:ph type="sldNum" sz="quarter" idx="10"/>
          </p:nvPr>
        </p:nvSpPr>
        <p:spPr>
          <a:ln/>
        </p:spPr>
        <p:txBody>
          <a:bodyPr/>
          <a:lstStyle>
            <a:lvl1pPr>
              <a:defRPr/>
            </a:lvl1pPr>
          </a:lstStyle>
          <a:p>
            <a:r>
              <a:rPr lang="en-US" altLang="es-AR"/>
              <a:t>| </a:t>
            </a:r>
            <a:fld id="{DC105E95-7963-48C8-84FF-FE82B70D48F3}" type="slidenum">
              <a:rPr lang="en-US" altLang="es-AR">
                <a:solidFill>
                  <a:srgbClr val="B2B2B2"/>
                </a:solidFill>
              </a:rPr>
              <a:pPr/>
              <a:t>‹#›</a:t>
            </a:fld>
            <a:endParaRPr lang="en-US" altLang="es-AR">
              <a:solidFill>
                <a:srgbClr val="B2B2B2"/>
              </a:solidFill>
            </a:endParaRPr>
          </a:p>
        </p:txBody>
      </p:sp>
    </p:spTree>
    <p:extLst>
      <p:ext uri="{BB962C8B-B14F-4D97-AF65-F5344CB8AC3E}">
        <p14:creationId xmlns:p14="http://schemas.microsoft.com/office/powerpoint/2010/main" val="297694205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ustom Layou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877824"/>
            <a:ext cx="10972800" cy="2463800"/>
          </a:xfrm>
          <a:prstGeom prst="rect">
            <a:avLst/>
          </a:prstGeom>
        </p:spPr>
        <p:txBody>
          <a:bodyPr vert="horz" anchor="b" anchorCtr="0"/>
          <a:lstStyle>
            <a:lvl1pPr algn="ctr">
              <a:defRPr sz="4800" cap="all" spc="533">
                <a:solidFill>
                  <a:schemeClr val="bg1"/>
                </a:solidFill>
                <a:effectLst/>
              </a:defRPr>
            </a:lvl1pPr>
          </a:lstStyle>
          <a:p>
            <a:r>
              <a:rPr lang="en-US"/>
              <a:t>Click to edit Master title style</a:t>
            </a:r>
            <a:endParaRPr lang="es-ES_tradnl"/>
          </a:p>
        </p:txBody>
      </p:sp>
    </p:spTree>
    <p:extLst>
      <p:ext uri="{BB962C8B-B14F-4D97-AF65-F5344CB8AC3E}">
        <p14:creationId xmlns:p14="http://schemas.microsoft.com/office/powerpoint/2010/main" val="51881803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Section blank">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6" name="TextBox 5"/>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2019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0202028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ec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7" name="Content Placeholder 3"/>
          <p:cNvSpPr>
            <a:spLocks noGrp="1"/>
          </p:cNvSpPr>
          <p:nvPr>
            <p:ph sz="quarter" idx="10" hasCustomPrompt="1"/>
          </p:nvPr>
        </p:nvSpPr>
        <p:spPr>
          <a:xfrm>
            <a:off x="812800" y="1524000"/>
            <a:ext cx="10566400" cy="4669537"/>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9"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6" name="TextBox 5">
            <a:extLst>
              <a:ext uri="{FF2B5EF4-FFF2-40B4-BE49-F238E27FC236}">
                <a16:creationId xmlns:a16="http://schemas.microsoft.com/office/drawing/2014/main" id="{D621E45A-CED2-4828-8128-F2FE9B2D642A}"/>
              </a:ext>
            </a:extLst>
          </p:cNvPr>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2019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24859058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ec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0" name="Content Placeholder 3"/>
          <p:cNvSpPr>
            <a:spLocks noGrp="1"/>
          </p:cNvSpPr>
          <p:nvPr>
            <p:ph sz="quarter" idx="10" hasCustomPrompt="1"/>
          </p:nvPr>
        </p:nvSpPr>
        <p:spPr>
          <a:xfrm>
            <a:off x="812800" y="1524000"/>
            <a:ext cx="5201920" cy="4669537"/>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1" name="Content Placeholder 3"/>
          <p:cNvSpPr>
            <a:spLocks noGrp="1"/>
          </p:cNvSpPr>
          <p:nvPr>
            <p:ph sz="quarter" idx="13" hasCustomPrompt="1"/>
          </p:nvPr>
        </p:nvSpPr>
        <p:spPr>
          <a:xfrm>
            <a:off x="6177280" y="1524000"/>
            <a:ext cx="5201920" cy="4669537"/>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9"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7" name="TextBox 5">
            <a:extLst>
              <a:ext uri="{FF2B5EF4-FFF2-40B4-BE49-F238E27FC236}">
                <a16:creationId xmlns:a16="http://schemas.microsoft.com/office/drawing/2014/main" id="{0E92ABBC-9731-47E9-B213-430F8A25AB51}"/>
              </a:ext>
            </a:extLst>
          </p:cNvPr>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2019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62525015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ec_C3">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9" name="Content Placeholder 3"/>
          <p:cNvSpPr>
            <a:spLocks noGrp="1"/>
          </p:cNvSpPr>
          <p:nvPr>
            <p:ph sz="quarter" idx="10" hasCustomPrompt="1"/>
          </p:nvPr>
        </p:nvSpPr>
        <p:spPr>
          <a:xfrm>
            <a:off x="812800" y="1524000"/>
            <a:ext cx="3413760" cy="4669537"/>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Content Placeholder 3"/>
          <p:cNvSpPr>
            <a:spLocks noGrp="1"/>
          </p:cNvSpPr>
          <p:nvPr>
            <p:ph sz="quarter" idx="13" hasCustomPrompt="1"/>
          </p:nvPr>
        </p:nvSpPr>
        <p:spPr>
          <a:xfrm>
            <a:off x="4389120" y="1524000"/>
            <a:ext cx="3413760" cy="4669537"/>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0" name="Content Placeholder 3"/>
          <p:cNvSpPr>
            <a:spLocks noGrp="1"/>
          </p:cNvSpPr>
          <p:nvPr>
            <p:ph sz="quarter" idx="14" hasCustomPrompt="1"/>
          </p:nvPr>
        </p:nvSpPr>
        <p:spPr>
          <a:xfrm>
            <a:off x="7965440" y="1523999"/>
            <a:ext cx="3413760" cy="4666148"/>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3"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8" name="TextBox 5">
            <a:extLst>
              <a:ext uri="{FF2B5EF4-FFF2-40B4-BE49-F238E27FC236}">
                <a16:creationId xmlns:a16="http://schemas.microsoft.com/office/drawing/2014/main" id="{0AAC5426-A6DD-4E33-9600-9359D4044F92}"/>
              </a:ext>
            </a:extLst>
          </p:cNvPr>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2019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7353720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ec_C4">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3" name="Content Placeholder 3"/>
          <p:cNvSpPr>
            <a:spLocks noGrp="1"/>
          </p:cNvSpPr>
          <p:nvPr>
            <p:ph sz="quarter" idx="20" hasCustomPrompt="1"/>
          </p:nvPr>
        </p:nvSpPr>
        <p:spPr>
          <a:xfrm>
            <a:off x="812800" y="1523999"/>
            <a:ext cx="251968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1" name="Content Placeholder 3"/>
          <p:cNvSpPr>
            <a:spLocks noGrp="1"/>
          </p:cNvSpPr>
          <p:nvPr>
            <p:ph sz="quarter" idx="28" hasCustomPrompt="1"/>
          </p:nvPr>
        </p:nvSpPr>
        <p:spPr>
          <a:xfrm>
            <a:off x="3495040" y="1523999"/>
            <a:ext cx="251968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2" name="Content Placeholder 3"/>
          <p:cNvSpPr>
            <a:spLocks noGrp="1"/>
          </p:cNvSpPr>
          <p:nvPr>
            <p:ph sz="quarter" idx="29" hasCustomPrompt="1"/>
          </p:nvPr>
        </p:nvSpPr>
        <p:spPr>
          <a:xfrm>
            <a:off x="6177280" y="1523999"/>
            <a:ext cx="251968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3" name="Content Placeholder 3"/>
          <p:cNvSpPr>
            <a:spLocks noGrp="1"/>
          </p:cNvSpPr>
          <p:nvPr>
            <p:ph sz="quarter" idx="30" hasCustomPrompt="1"/>
          </p:nvPr>
        </p:nvSpPr>
        <p:spPr>
          <a:xfrm>
            <a:off x="8859520" y="1523999"/>
            <a:ext cx="251968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7"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9" name="TextBox 5">
            <a:extLst>
              <a:ext uri="{FF2B5EF4-FFF2-40B4-BE49-F238E27FC236}">
                <a16:creationId xmlns:a16="http://schemas.microsoft.com/office/drawing/2014/main" id="{9B9B1A33-80E7-4F33-87F2-CA275A0B5217}"/>
              </a:ext>
            </a:extLst>
          </p:cNvPr>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2019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05787407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ec_C5">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3" name="Content Placeholder 3"/>
          <p:cNvSpPr>
            <a:spLocks noGrp="1"/>
          </p:cNvSpPr>
          <p:nvPr>
            <p:ph sz="quarter" idx="20" hasCustomPrompt="1"/>
          </p:nvPr>
        </p:nvSpPr>
        <p:spPr>
          <a:xfrm>
            <a:off x="812800" y="1523999"/>
            <a:ext cx="203200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9" name="Content Placeholder 3"/>
          <p:cNvSpPr>
            <a:spLocks noGrp="1"/>
          </p:cNvSpPr>
          <p:nvPr>
            <p:ph sz="quarter" idx="30" hasCustomPrompt="1"/>
          </p:nvPr>
        </p:nvSpPr>
        <p:spPr>
          <a:xfrm>
            <a:off x="2946400" y="1523999"/>
            <a:ext cx="203200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0" name="Content Placeholder 3"/>
          <p:cNvSpPr>
            <a:spLocks noGrp="1"/>
          </p:cNvSpPr>
          <p:nvPr>
            <p:ph sz="quarter" idx="31" hasCustomPrompt="1"/>
          </p:nvPr>
        </p:nvSpPr>
        <p:spPr>
          <a:xfrm>
            <a:off x="5080000" y="1523999"/>
            <a:ext cx="203200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4" name="Content Placeholder 3"/>
          <p:cNvSpPr>
            <a:spLocks noGrp="1"/>
          </p:cNvSpPr>
          <p:nvPr>
            <p:ph sz="quarter" idx="32" hasCustomPrompt="1"/>
          </p:nvPr>
        </p:nvSpPr>
        <p:spPr>
          <a:xfrm>
            <a:off x="7213600" y="1523999"/>
            <a:ext cx="203200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5" name="Content Placeholder 3"/>
          <p:cNvSpPr>
            <a:spLocks noGrp="1"/>
          </p:cNvSpPr>
          <p:nvPr>
            <p:ph sz="quarter" idx="33" hasCustomPrompt="1"/>
          </p:nvPr>
        </p:nvSpPr>
        <p:spPr>
          <a:xfrm>
            <a:off x="9347200" y="1523999"/>
            <a:ext cx="2032000" cy="4670215"/>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21"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3" name="TextBox 22"/>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2019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87669985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Sec_C6">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523999"/>
            <a:ext cx="1625600" cy="467360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4" name="Content Placeholder 3"/>
          <p:cNvSpPr>
            <a:spLocks noGrp="1"/>
          </p:cNvSpPr>
          <p:nvPr>
            <p:ph sz="quarter" idx="23" hasCustomPrompt="1"/>
          </p:nvPr>
        </p:nvSpPr>
        <p:spPr>
          <a:xfrm>
            <a:off x="2600960" y="1523999"/>
            <a:ext cx="1625600" cy="467360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5" name="Content Placeholder 3"/>
          <p:cNvSpPr>
            <a:spLocks noGrp="1"/>
          </p:cNvSpPr>
          <p:nvPr>
            <p:ph sz="quarter" idx="24" hasCustomPrompt="1"/>
          </p:nvPr>
        </p:nvSpPr>
        <p:spPr>
          <a:xfrm>
            <a:off x="4389120" y="1523999"/>
            <a:ext cx="1625600" cy="467360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6" name="Content Placeholder 3"/>
          <p:cNvSpPr>
            <a:spLocks noGrp="1"/>
          </p:cNvSpPr>
          <p:nvPr>
            <p:ph sz="quarter" idx="25" hasCustomPrompt="1"/>
          </p:nvPr>
        </p:nvSpPr>
        <p:spPr>
          <a:xfrm>
            <a:off x="6177280" y="1523999"/>
            <a:ext cx="1625600" cy="467360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7" name="Content Placeholder 3"/>
          <p:cNvSpPr>
            <a:spLocks noGrp="1"/>
          </p:cNvSpPr>
          <p:nvPr>
            <p:ph sz="quarter" idx="26" hasCustomPrompt="1"/>
          </p:nvPr>
        </p:nvSpPr>
        <p:spPr>
          <a:xfrm>
            <a:off x="7965440" y="1523999"/>
            <a:ext cx="1625600" cy="467360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8" name="Content Placeholder 3"/>
          <p:cNvSpPr>
            <a:spLocks noGrp="1"/>
          </p:cNvSpPr>
          <p:nvPr>
            <p:ph sz="quarter" idx="27" hasCustomPrompt="1"/>
          </p:nvPr>
        </p:nvSpPr>
        <p:spPr>
          <a:xfrm>
            <a:off x="9759951" y="1523999"/>
            <a:ext cx="1625600" cy="467360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pic>
        <p:nvPicPr>
          <p:cNvPr id="17"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9" name="TextBox 18"/>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03798940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ec_H1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6" name="Text Placeholder 22"/>
          <p:cNvSpPr>
            <a:spLocks noGrp="1"/>
          </p:cNvSpPr>
          <p:nvPr>
            <p:ph type="body" sz="quarter" idx="12"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7" name="Content Placeholder 3"/>
          <p:cNvSpPr>
            <a:spLocks noGrp="1"/>
          </p:cNvSpPr>
          <p:nvPr>
            <p:ph sz="quarter" idx="10" hasCustomPrompt="1"/>
          </p:nvPr>
        </p:nvSpPr>
        <p:spPr>
          <a:xfrm>
            <a:off x="812800" y="1987296"/>
            <a:ext cx="10566400" cy="4206240"/>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9"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8" name="TextBox 7"/>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68298537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Sec_H1 Bold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6" name="Text Placeholder 22"/>
          <p:cNvSpPr>
            <a:spLocks noGrp="1"/>
          </p:cNvSpPr>
          <p:nvPr>
            <p:ph type="body" sz="quarter" idx="12"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 Bold</a:t>
            </a:r>
          </a:p>
        </p:txBody>
      </p:sp>
      <p:sp>
        <p:nvSpPr>
          <p:cNvPr id="8" name="Content Placeholder 3"/>
          <p:cNvSpPr>
            <a:spLocks noGrp="1"/>
          </p:cNvSpPr>
          <p:nvPr>
            <p:ph sz="quarter" idx="10" hasCustomPrompt="1"/>
          </p:nvPr>
        </p:nvSpPr>
        <p:spPr>
          <a:xfrm>
            <a:off x="812800" y="1987296"/>
            <a:ext cx="10566400" cy="4206240"/>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9"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7" name="TextBox 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11410272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_H1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6" name="Text Placeholder 22"/>
          <p:cNvSpPr>
            <a:spLocks noGrp="1"/>
          </p:cNvSpPr>
          <p:nvPr>
            <p:ph type="body" sz="quarter" idx="12"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0" name="Content Placeholder 3"/>
          <p:cNvSpPr>
            <a:spLocks noGrp="1"/>
          </p:cNvSpPr>
          <p:nvPr>
            <p:ph sz="quarter" idx="10" hasCustomPrompt="1"/>
          </p:nvPr>
        </p:nvSpPr>
        <p:spPr>
          <a:xfrm>
            <a:off x="812800" y="1987296"/>
            <a:ext cx="5201920" cy="4206240"/>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1" name="Content Placeholder 3"/>
          <p:cNvSpPr>
            <a:spLocks noGrp="1"/>
          </p:cNvSpPr>
          <p:nvPr>
            <p:ph sz="quarter" idx="13" hasCustomPrompt="1"/>
          </p:nvPr>
        </p:nvSpPr>
        <p:spPr>
          <a:xfrm>
            <a:off x="6177280" y="1987296"/>
            <a:ext cx="5201920" cy="4206240"/>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8" name="Text Placeholder 22"/>
          <p:cNvSpPr>
            <a:spLocks noGrp="1"/>
          </p:cNvSpPr>
          <p:nvPr>
            <p:ph type="body" sz="quarter" idx="14" hasCustomPrompt="1"/>
          </p:nvPr>
        </p:nvSpPr>
        <p:spPr>
          <a:xfrm>
            <a:off x="6177280" y="1523999"/>
            <a:ext cx="520192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pic>
        <p:nvPicPr>
          <p:cNvPr id="9"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2" name="TextBox 11"/>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66906052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ec_H1_C3">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6" name="Text Placeholder 22"/>
          <p:cNvSpPr>
            <a:spLocks noGrp="1"/>
          </p:cNvSpPr>
          <p:nvPr>
            <p:ph type="body" sz="quarter" idx="12"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9" name="Content Placeholder 3"/>
          <p:cNvSpPr>
            <a:spLocks noGrp="1"/>
          </p:cNvSpPr>
          <p:nvPr>
            <p:ph sz="quarter" idx="10" hasCustomPrompt="1"/>
          </p:nvPr>
        </p:nvSpPr>
        <p:spPr>
          <a:xfrm>
            <a:off x="812800" y="1987296"/>
            <a:ext cx="3413760" cy="4206240"/>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Content Placeholder 3"/>
          <p:cNvSpPr>
            <a:spLocks noGrp="1"/>
          </p:cNvSpPr>
          <p:nvPr>
            <p:ph sz="quarter" idx="13" hasCustomPrompt="1"/>
          </p:nvPr>
        </p:nvSpPr>
        <p:spPr>
          <a:xfrm>
            <a:off x="4389120" y="1987296"/>
            <a:ext cx="3413760" cy="4206240"/>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0" name="Content Placeholder 3"/>
          <p:cNvSpPr>
            <a:spLocks noGrp="1"/>
          </p:cNvSpPr>
          <p:nvPr>
            <p:ph sz="quarter" idx="14" hasCustomPrompt="1"/>
          </p:nvPr>
        </p:nvSpPr>
        <p:spPr>
          <a:xfrm>
            <a:off x="7965440" y="1987296"/>
            <a:ext cx="3413760" cy="4202851"/>
          </a:xfrm>
          <a:prstGeom prst="rect">
            <a:avLst/>
          </a:prstGeom>
        </p:spPr>
        <p:txBody>
          <a:bodyPr vert="horz"/>
          <a:lstStyle>
            <a:lvl1pPr marL="0" indent="0">
              <a:lnSpc>
                <a:spcPct val="120000"/>
              </a:lnSpc>
              <a:spcBef>
                <a:spcPts val="0"/>
              </a:spcBef>
              <a:spcAft>
                <a:spcPts val="533"/>
              </a:spcAft>
              <a:buNone/>
              <a:defRPr sz="1467" b="0" baseline="0"/>
            </a:lvl1pPr>
            <a:lvl2pPr marL="158747" indent="-158747">
              <a:lnSpc>
                <a:spcPct val="120000"/>
              </a:lnSpc>
              <a:spcBef>
                <a:spcPts val="0"/>
              </a:spcBef>
              <a:spcAft>
                <a:spcPts val="533"/>
              </a:spcAft>
              <a:buFont typeface="Arial"/>
              <a:buChar char="•"/>
              <a:defRPr sz="1467"/>
            </a:lvl2pPr>
            <a:lvl3pPr marL="387341" indent="-152396">
              <a:lnSpc>
                <a:spcPct val="120000"/>
              </a:lnSpc>
              <a:spcBef>
                <a:spcPts val="0"/>
              </a:spcBef>
              <a:spcAft>
                <a:spcPts val="533"/>
              </a:spcAft>
              <a:buFont typeface="Lucida Grande"/>
              <a:buChar char="–"/>
              <a:defRPr sz="1200"/>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1" name="Text Placeholder 22"/>
          <p:cNvSpPr>
            <a:spLocks noGrp="1"/>
          </p:cNvSpPr>
          <p:nvPr>
            <p:ph type="body" sz="quarter" idx="15" hasCustomPrompt="1"/>
          </p:nvPr>
        </p:nvSpPr>
        <p:spPr>
          <a:xfrm>
            <a:off x="4389120" y="1523999"/>
            <a:ext cx="699008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2" name="Text Placeholder 22"/>
          <p:cNvSpPr>
            <a:spLocks noGrp="1"/>
          </p:cNvSpPr>
          <p:nvPr>
            <p:ph type="body" sz="quarter" idx="16" hasCustomPrompt="1"/>
          </p:nvPr>
        </p:nvSpPr>
        <p:spPr>
          <a:xfrm>
            <a:off x="7965440" y="1523999"/>
            <a:ext cx="341376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pic>
        <p:nvPicPr>
          <p:cNvPr id="13"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4" name="TextBox 13"/>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12893409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Sec_H1_H2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2410627"/>
            <a:ext cx="10566400" cy="3779520"/>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pic>
        <p:nvPicPr>
          <p:cNvPr id="9"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0" name="TextBox 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405404443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Sec_H1_H2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2410629"/>
            <a:ext cx="5201920" cy="3779520"/>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2139696"/>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1" name="Text Placeholder 22"/>
          <p:cNvSpPr>
            <a:spLocks noGrp="1"/>
          </p:cNvSpPr>
          <p:nvPr>
            <p:ph type="body" sz="quarter" idx="15"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5" name="Content Placeholder 3"/>
          <p:cNvSpPr>
            <a:spLocks noGrp="1"/>
          </p:cNvSpPr>
          <p:nvPr>
            <p:ph sz="quarter" idx="16" hasCustomPrompt="1"/>
          </p:nvPr>
        </p:nvSpPr>
        <p:spPr>
          <a:xfrm>
            <a:off x="6177280" y="2410629"/>
            <a:ext cx="5201920" cy="3779520"/>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6" name="Text Placeholder 22"/>
          <p:cNvSpPr>
            <a:spLocks noGrp="1"/>
          </p:cNvSpPr>
          <p:nvPr>
            <p:ph type="body" sz="quarter" idx="17" hasCustomPrompt="1"/>
          </p:nvPr>
        </p:nvSpPr>
        <p:spPr>
          <a:xfrm>
            <a:off x="6177280" y="2139696"/>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0" name="Text Placeholder 22"/>
          <p:cNvSpPr>
            <a:spLocks noGrp="1"/>
          </p:cNvSpPr>
          <p:nvPr>
            <p:ph type="body" sz="quarter" idx="18" hasCustomPrompt="1"/>
          </p:nvPr>
        </p:nvSpPr>
        <p:spPr>
          <a:xfrm>
            <a:off x="6177280" y="1523999"/>
            <a:ext cx="520192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pic>
        <p:nvPicPr>
          <p:cNvPr id="12"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3" name="TextBox 12"/>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07652761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Sec_H1_H2_C3">
    <p:spTree>
      <p:nvGrpSpPr>
        <p:cNvPr id="1" name=""/>
        <p:cNvGrpSpPr/>
        <p:nvPr/>
      </p:nvGrpSpPr>
      <p:grpSpPr>
        <a:xfrm>
          <a:off x="0" y="0"/>
          <a:ext cx="0" cy="0"/>
          <a:chOff x="0" y="0"/>
          <a:chExt cx="0" cy="0"/>
        </a:xfrm>
      </p:grpSpPr>
      <p:sp>
        <p:nvSpPr>
          <p:cNvPr id="16" name="Content Placeholder 3"/>
          <p:cNvSpPr>
            <a:spLocks noGrp="1"/>
          </p:cNvSpPr>
          <p:nvPr>
            <p:ph sz="quarter" idx="18" hasCustomPrompt="1"/>
          </p:nvPr>
        </p:nvSpPr>
        <p:spPr>
          <a:xfrm>
            <a:off x="4389120" y="2410628"/>
            <a:ext cx="3413760" cy="3779520"/>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2410627"/>
            <a:ext cx="3413760" cy="3779520"/>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2139695"/>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3" name="Text Placeholder 22"/>
          <p:cNvSpPr>
            <a:spLocks noGrp="1"/>
          </p:cNvSpPr>
          <p:nvPr>
            <p:ph type="body" sz="quarter" idx="15" hasCustomPrompt="1"/>
          </p:nvPr>
        </p:nvSpPr>
        <p:spPr>
          <a:xfrm>
            <a:off x="4389120" y="2139695"/>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5" name="Text Placeholder 22"/>
          <p:cNvSpPr>
            <a:spLocks noGrp="1"/>
          </p:cNvSpPr>
          <p:nvPr>
            <p:ph type="body" sz="quarter" idx="17" hasCustomPrompt="1"/>
          </p:nvPr>
        </p:nvSpPr>
        <p:spPr>
          <a:xfrm>
            <a:off x="7965440" y="2139695"/>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8" name="Content Placeholder 3"/>
          <p:cNvSpPr>
            <a:spLocks noGrp="1"/>
          </p:cNvSpPr>
          <p:nvPr>
            <p:ph sz="quarter" idx="19" hasCustomPrompt="1"/>
          </p:nvPr>
        </p:nvSpPr>
        <p:spPr>
          <a:xfrm>
            <a:off x="7965440" y="2410628"/>
            <a:ext cx="3413760" cy="3779520"/>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9" name="Text Placeholder 22"/>
          <p:cNvSpPr>
            <a:spLocks noGrp="1"/>
          </p:cNvSpPr>
          <p:nvPr>
            <p:ph type="body" sz="quarter" idx="20" hasCustomPrompt="1"/>
          </p:nvPr>
        </p:nvSpPr>
        <p:spPr>
          <a:xfrm>
            <a:off x="4389120" y="1523999"/>
            <a:ext cx="699008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20" name="Text Placeholder 22"/>
          <p:cNvSpPr>
            <a:spLocks noGrp="1"/>
          </p:cNvSpPr>
          <p:nvPr>
            <p:ph type="body" sz="quarter" idx="21" hasCustomPrompt="1"/>
          </p:nvPr>
        </p:nvSpPr>
        <p:spPr>
          <a:xfrm>
            <a:off x="7965440" y="1523999"/>
            <a:ext cx="341376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pic>
        <p:nvPicPr>
          <p:cNvPr id="14"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7" name="TextBox 1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13624067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ec_H1_H2_H3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2" name="Text Placeholder 22"/>
          <p:cNvSpPr>
            <a:spLocks noGrp="1"/>
          </p:cNvSpPr>
          <p:nvPr>
            <p:ph type="body" sz="quarter" idx="19"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3" name="Content Placeholder 3"/>
          <p:cNvSpPr>
            <a:spLocks noGrp="1"/>
          </p:cNvSpPr>
          <p:nvPr>
            <p:ph sz="quarter" idx="20" hasCustomPrompt="1"/>
          </p:nvPr>
        </p:nvSpPr>
        <p:spPr>
          <a:xfrm>
            <a:off x="812800" y="2756070"/>
            <a:ext cx="10566400" cy="3434077"/>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Text Placeholder 22"/>
          <p:cNvSpPr>
            <a:spLocks noGrp="1"/>
          </p:cNvSpPr>
          <p:nvPr>
            <p:ph type="body" sz="quarter" idx="21" hasCustomPrompt="1"/>
          </p:nvPr>
        </p:nvSpPr>
        <p:spPr>
          <a:xfrm>
            <a:off x="812800" y="2570482"/>
            <a:ext cx="105664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pic>
        <p:nvPicPr>
          <p:cNvPr id="9"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0" name="TextBox 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74097287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ec_H1_H2_H3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2" name="Text Placeholder 22"/>
          <p:cNvSpPr>
            <a:spLocks noGrp="1"/>
          </p:cNvSpPr>
          <p:nvPr>
            <p:ph type="body" sz="quarter" idx="19"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3" name="Content Placeholder 3"/>
          <p:cNvSpPr>
            <a:spLocks noGrp="1"/>
          </p:cNvSpPr>
          <p:nvPr>
            <p:ph sz="quarter" idx="20" hasCustomPrompt="1"/>
          </p:nvPr>
        </p:nvSpPr>
        <p:spPr>
          <a:xfrm>
            <a:off x="812800" y="2756069"/>
            <a:ext cx="520192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Text Placeholder 22"/>
          <p:cNvSpPr>
            <a:spLocks noGrp="1"/>
          </p:cNvSpPr>
          <p:nvPr>
            <p:ph type="body" sz="quarter" idx="21" hasCustomPrompt="1"/>
          </p:nvPr>
        </p:nvSpPr>
        <p:spPr>
          <a:xfrm>
            <a:off x="812800" y="2570482"/>
            <a:ext cx="520192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23" hasCustomPrompt="1"/>
          </p:nvPr>
        </p:nvSpPr>
        <p:spPr>
          <a:xfrm>
            <a:off x="6177280" y="2570482"/>
            <a:ext cx="520192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1" name="Content Placeholder 3"/>
          <p:cNvSpPr>
            <a:spLocks noGrp="1"/>
          </p:cNvSpPr>
          <p:nvPr>
            <p:ph sz="quarter" idx="24" hasCustomPrompt="1"/>
          </p:nvPr>
        </p:nvSpPr>
        <p:spPr>
          <a:xfrm>
            <a:off x="6177280" y="2756069"/>
            <a:ext cx="520192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5" name="Text Placeholder 22"/>
          <p:cNvSpPr>
            <a:spLocks noGrp="1"/>
          </p:cNvSpPr>
          <p:nvPr>
            <p:ph type="body" sz="quarter" idx="25" hasCustomPrompt="1"/>
          </p:nvPr>
        </p:nvSpPr>
        <p:spPr>
          <a:xfrm>
            <a:off x="6177280" y="2139695"/>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6" name="Text Placeholder 22"/>
          <p:cNvSpPr>
            <a:spLocks noGrp="1"/>
          </p:cNvSpPr>
          <p:nvPr>
            <p:ph type="body" sz="quarter" idx="26" hasCustomPrompt="1"/>
          </p:nvPr>
        </p:nvSpPr>
        <p:spPr>
          <a:xfrm>
            <a:off x="6177280" y="1523999"/>
            <a:ext cx="520192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pic>
        <p:nvPicPr>
          <p:cNvPr id="17"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9" name="TextBox 18"/>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86145707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_H1_H2_H3_C3">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3" name="Content Placeholder 3"/>
          <p:cNvSpPr>
            <a:spLocks noGrp="1"/>
          </p:cNvSpPr>
          <p:nvPr>
            <p:ph sz="quarter" idx="20" hasCustomPrompt="1"/>
          </p:nvPr>
        </p:nvSpPr>
        <p:spPr>
          <a:xfrm>
            <a:off x="812800" y="2756069"/>
            <a:ext cx="341376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Text Placeholder 22"/>
          <p:cNvSpPr>
            <a:spLocks noGrp="1"/>
          </p:cNvSpPr>
          <p:nvPr>
            <p:ph type="body" sz="quarter" idx="21" hasCustomPrompt="1"/>
          </p:nvPr>
        </p:nvSpPr>
        <p:spPr>
          <a:xfrm>
            <a:off x="812800" y="2570482"/>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1" name="Text Placeholder 22"/>
          <p:cNvSpPr>
            <a:spLocks noGrp="1"/>
          </p:cNvSpPr>
          <p:nvPr>
            <p:ph type="body" sz="quarter" idx="23" hasCustomPrompt="1"/>
          </p:nvPr>
        </p:nvSpPr>
        <p:spPr>
          <a:xfrm>
            <a:off x="4389120" y="2570482"/>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6" name="Text Placeholder 22"/>
          <p:cNvSpPr>
            <a:spLocks noGrp="1"/>
          </p:cNvSpPr>
          <p:nvPr>
            <p:ph type="body" sz="quarter" idx="25" hasCustomPrompt="1"/>
          </p:nvPr>
        </p:nvSpPr>
        <p:spPr>
          <a:xfrm>
            <a:off x="7965440" y="2570482"/>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7" name="Text Placeholder 22"/>
          <p:cNvSpPr>
            <a:spLocks noGrp="1"/>
          </p:cNvSpPr>
          <p:nvPr>
            <p:ph type="body" sz="quarter" idx="19"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8" name="Content Placeholder 3"/>
          <p:cNvSpPr>
            <a:spLocks noGrp="1"/>
          </p:cNvSpPr>
          <p:nvPr>
            <p:ph sz="quarter" idx="26" hasCustomPrompt="1"/>
          </p:nvPr>
        </p:nvSpPr>
        <p:spPr>
          <a:xfrm>
            <a:off x="4389120" y="2756069"/>
            <a:ext cx="341376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9" name="Content Placeholder 3"/>
          <p:cNvSpPr>
            <a:spLocks noGrp="1"/>
          </p:cNvSpPr>
          <p:nvPr>
            <p:ph sz="quarter" idx="27" hasCustomPrompt="1"/>
          </p:nvPr>
        </p:nvSpPr>
        <p:spPr>
          <a:xfrm>
            <a:off x="7965440" y="2756069"/>
            <a:ext cx="341376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0" name="Text Placeholder 22"/>
          <p:cNvSpPr>
            <a:spLocks noGrp="1"/>
          </p:cNvSpPr>
          <p:nvPr>
            <p:ph type="body" sz="quarter" idx="28" hasCustomPrompt="1"/>
          </p:nvPr>
        </p:nvSpPr>
        <p:spPr>
          <a:xfrm>
            <a:off x="4389120" y="2139695"/>
            <a:ext cx="69900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1" name="Text Placeholder 22"/>
          <p:cNvSpPr>
            <a:spLocks noGrp="1"/>
          </p:cNvSpPr>
          <p:nvPr>
            <p:ph type="body" sz="quarter" idx="29" hasCustomPrompt="1"/>
          </p:nvPr>
        </p:nvSpPr>
        <p:spPr>
          <a:xfrm>
            <a:off x="7965440" y="2139695"/>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15"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2" name="TextBox 21"/>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83529220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ec_H1_H2_H3_C4">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3" name="Content Placeholder 3"/>
          <p:cNvSpPr>
            <a:spLocks noGrp="1"/>
          </p:cNvSpPr>
          <p:nvPr>
            <p:ph sz="quarter" idx="20" hasCustomPrompt="1"/>
          </p:nvPr>
        </p:nvSpPr>
        <p:spPr>
          <a:xfrm>
            <a:off x="812800" y="2756069"/>
            <a:ext cx="251968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Text Placeholder 22"/>
          <p:cNvSpPr>
            <a:spLocks noGrp="1"/>
          </p:cNvSpPr>
          <p:nvPr>
            <p:ph type="body" sz="quarter" idx="21" hasCustomPrompt="1"/>
          </p:nvPr>
        </p:nvSpPr>
        <p:spPr>
          <a:xfrm>
            <a:off x="812800" y="257048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23" hasCustomPrompt="1"/>
          </p:nvPr>
        </p:nvSpPr>
        <p:spPr>
          <a:xfrm>
            <a:off x="3495040" y="257048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Text Placeholder 22"/>
          <p:cNvSpPr>
            <a:spLocks noGrp="1"/>
          </p:cNvSpPr>
          <p:nvPr>
            <p:ph type="body" sz="quarter" idx="25" hasCustomPrompt="1"/>
          </p:nvPr>
        </p:nvSpPr>
        <p:spPr>
          <a:xfrm>
            <a:off x="6177280" y="257048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5" name="Text Placeholder 22"/>
          <p:cNvSpPr>
            <a:spLocks noGrp="1"/>
          </p:cNvSpPr>
          <p:nvPr>
            <p:ph type="body" sz="quarter" idx="27" hasCustomPrompt="1"/>
          </p:nvPr>
        </p:nvSpPr>
        <p:spPr>
          <a:xfrm>
            <a:off x="8859520" y="257048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5" name="Text Placeholder 22"/>
          <p:cNvSpPr>
            <a:spLocks noGrp="1"/>
          </p:cNvSpPr>
          <p:nvPr>
            <p:ph type="body" sz="quarter" idx="19"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1" name="Content Placeholder 3"/>
          <p:cNvSpPr>
            <a:spLocks noGrp="1"/>
          </p:cNvSpPr>
          <p:nvPr>
            <p:ph sz="quarter" idx="28" hasCustomPrompt="1"/>
          </p:nvPr>
        </p:nvSpPr>
        <p:spPr>
          <a:xfrm>
            <a:off x="3495040" y="2756069"/>
            <a:ext cx="251968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2" name="Content Placeholder 3"/>
          <p:cNvSpPr>
            <a:spLocks noGrp="1"/>
          </p:cNvSpPr>
          <p:nvPr>
            <p:ph sz="quarter" idx="29" hasCustomPrompt="1"/>
          </p:nvPr>
        </p:nvSpPr>
        <p:spPr>
          <a:xfrm>
            <a:off x="6177280" y="2756069"/>
            <a:ext cx="251968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3" name="Content Placeholder 3"/>
          <p:cNvSpPr>
            <a:spLocks noGrp="1"/>
          </p:cNvSpPr>
          <p:nvPr>
            <p:ph sz="quarter" idx="30" hasCustomPrompt="1"/>
          </p:nvPr>
        </p:nvSpPr>
        <p:spPr>
          <a:xfrm>
            <a:off x="8859520" y="2756069"/>
            <a:ext cx="251968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6" name="Text Placeholder 22"/>
          <p:cNvSpPr>
            <a:spLocks noGrp="1"/>
          </p:cNvSpPr>
          <p:nvPr>
            <p:ph type="body" sz="quarter" idx="31" hasCustomPrompt="1"/>
          </p:nvPr>
        </p:nvSpPr>
        <p:spPr>
          <a:xfrm>
            <a:off x="3495040" y="2139695"/>
            <a:ext cx="78841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7" name="Text Placeholder 22"/>
          <p:cNvSpPr>
            <a:spLocks noGrp="1"/>
          </p:cNvSpPr>
          <p:nvPr>
            <p:ph type="body" sz="quarter" idx="32" hasCustomPrompt="1"/>
          </p:nvPr>
        </p:nvSpPr>
        <p:spPr>
          <a:xfrm>
            <a:off x="6177280" y="2139695"/>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8" name="Text Placeholder 22"/>
          <p:cNvSpPr>
            <a:spLocks noGrp="1"/>
          </p:cNvSpPr>
          <p:nvPr>
            <p:ph type="body" sz="quarter" idx="33" hasCustomPrompt="1"/>
          </p:nvPr>
        </p:nvSpPr>
        <p:spPr>
          <a:xfrm>
            <a:off x="8859520" y="2139695"/>
            <a:ext cx="25196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17"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9" name="TextBox 18"/>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5863849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_H1_H2_H3_C5">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3" name="Content Placeholder 3"/>
          <p:cNvSpPr>
            <a:spLocks noGrp="1"/>
          </p:cNvSpPr>
          <p:nvPr>
            <p:ph sz="quarter" idx="20" hasCustomPrompt="1"/>
          </p:nvPr>
        </p:nvSpPr>
        <p:spPr>
          <a:xfrm>
            <a:off x="812800" y="2756069"/>
            <a:ext cx="20320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Text Placeholder 22"/>
          <p:cNvSpPr>
            <a:spLocks noGrp="1"/>
          </p:cNvSpPr>
          <p:nvPr>
            <p:ph type="body" sz="quarter" idx="21" hasCustomPrompt="1"/>
          </p:nvPr>
        </p:nvSpPr>
        <p:spPr>
          <a:xfrm>
            <a:off x="812800" y="257048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6" name="Text Placeholder 22"/>
          <p:cNvSpPr>
            <a:spLocks noGrp="1"/>
          </p:cNvSpPr>
          <p:nvPr>
            <p:ph type="body" sz="quarter" idx="23" hasCustomPrompt="1"/>
          </p:nvPr>
        </p:nvSpPr>
        <p:spPr>
          <a:xfrm>
            <a:off x="2946400" y="257048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2" name="Text Placeholder 22"/>
          <p:cNvSpPr>
            <a:spLocks noGrp="1"/>
          </p:cNvSpPr>
          <p:nvPr>
            <p:ph type="body" sz="quarter" idx="25" hasCustomPrompt="1"/>
          </p:nvPr>
        </p:nvSpPr>
        <p:spPr>
          <a:xfrm>
            <a:off x="5080000" y="257048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6" name="Text Placeholder 22"/>
          <p:cNvSpPr>
            <a:spLocks noGrp="1"/>
          </p:cNvSpPr>
          <p:nvPr>
            <p:ph type="body" sz="quarter" idx="27" hasCustomPrompt="1"/>
          </p:nvPr>
        </p:nvSpPr>
        <p:spPr>
          <a:xfrm>
            <a:off x="7213600" y="257048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9" hasCustomPrompt="1"/>
          </p:nvPr>
        </p:nvSpPr>
        <p:spPr>
          <a:xfrm>
            <a:off x="9347200" y="257048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7" name="Text Placeholder 22"/>
          <p:cNvSpPr>
            <a:spLocks noGrp="1"/>
          </p:cNvSpPr>
          <p:nvPr>
            <p:ph type="body" sz="quarter" idx="19"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9" name="Content Placeholder 3"/>
          <p:cNvSpPr>
            <a:spLocks noGrp="1"/>
          </p:cNvSpPr>
          <p:nvPr>
            <p:ph sz="quarter" idx="30" hasCustomPrompt="1"/>
          </p:nvPr>
        </p:nvSpPr>
        <p:spPr>
          <a:xfrm>
            <a:off x="2946400" y="2756069"/>
            <a:ext cx="20320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0" name="Content Placeholder 3"/>
          <p:cNvSpPr>
            <a:spLocks noGrp="1"/>
          </p:cNvSpPr>
          <p:nvPr>
            <p:ph sz="quarter" idx="31" hasCustomPrompt="1"/>
          </p:nvPr>
        </p:nvSpPr>
        <p:spPr>
          <a:xfrm>
            <a:off x="5080000" y="2756069"/>
            <a:ext cx="20320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4" name="Content Placeholder 3"/>
          <p:cNvSpPr>
            <a:spLocks noGrp="1"/>
          </p:cNvSpPr>
          <p:nvPr>
            <p:ph sz="quarter" idx="32" hasCustomPrompt="1"/>
          </p:nvPr>
        </p:nvSpPr>
        <p:spPr>
          <a:xfrm>
            <a:off x="7213600" y="2756069"/>
            <a:ext cx="20320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5" name="Content Placeholder 3"/>
          <p:cNvSpPr>
            <a:spLocks noGrp="1"/>
          </p:cNvSpPr>
          <p:nvPr>
            <p:ph sz="quarter" idx="33" hasCustomPrompt="1"/>
          </p:nvPr>
        </p:nvSpPr>
        <p:spPr>
          <a:xfrm>
            <a:off x="9347200" y="2756069"/>
            <a:ext cx="20320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9" name="Text Placeholder 22"/>
          <p:cNvSpPr>
            <a:spLocks noGrp="1"/>
          </p:cNvSpPr>
          <p:nvPr>
            <p:ph type="body" sz="quarter" idx="34" hasCustomPrompt="1"/>
          </p:nvPr>
        </p:nvSpPr>
        <p:spPr>
          <a:xfrm>
            <a:off x="2946400" y="2139695"/>
            <a:ext cx="84328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0" name="Text Placeholder 22"/>
          <p:cNvSpPr>
            <a:spLocks noGrp="1"/>
          </p:cNvSpPr>
          <p:nvPr>
            <p:ph type="body" sz="quarter" idx="35" hasCustomPrompt="1"/>
          </p:nvPr>
        </p:nvSpPr>
        <p:spPr>
          <a:xfrm>
            <a:off x="5080000" y="2139695"/>
            <a:ext cx="62992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1" name="Text Placeholder 22"/>
          <p:cNvSpPr>
            <a:spLocks noGrp="1"/>
          </p:cNvSpPr>
          <p:nvPr>
            <p:ph type="body" sz="quarter" idx="36" hasCustomPrompt="1"/>
          </p:nvPr>
        </p:nvSpPr>
        <p:spPr>
          <a:xfrm>
            <a:off x="7213600" y="2139695"/>
            <a:ext cx="41656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3" name="Text Placeholder 22"/>
          <p:cNvSpPr>
            <a:spLocks noGrp="1"/>
          </p:cNvSpPr>
          <p:nvPr>
            <p:ph type="body" sz="quarter" idx="37" hasCustomPrompt="1"/>
          </p:nvPr>
        </p:nvSpPr>
        <p:spPr>
          <a:xfrm>
            <a:off x="9347200" y="2139695"/>
            <a:ext cx="20320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21"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3" name="TextBox 22"/>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09425715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_H1_H2_H3_C6">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8" name="Text Placeholder 22"/>
          <p:cNvSpPr>
            <a:spLocks noGrp="1"/>
          </p:cNvSpPr>
          <p:nvPr>
            <p:ph type="body" sz="quarter" idx="13" hasCustomPrompt="1"/>
          </p:nvPr>
        </p:nvSpPr>
        <p:spPr>
          <a:xfrm>
            <a:off x="812800" y="1523999"/>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1</a:t>
            </a:r>
          </a:p>
        </p:txBody>
      </p:sp>
      <p:sp>
        <p:nvSpPr>
          <p:cNvPr id="13" name="Content Placeholder 3"/>
          <p:cNvSpPr>
            <a:spLocks noGrp="1"/>
          </p:cNvSpPr>
          <p:nvPr>
            <p:ph sz="quarter" idx="20" hasCustomPrompt="1"/>
          </p:nvPr>
        </p:nvSpPr>
        <p:spPr>
          <a:xfrm>
            <a:off x="812800" y="2756069"/>
            <a:ext cx="16256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50000"/>
              </a:lnSpc>
              <a:spcBef>
                <a:spcPts val="533"/>
              </a:spcBef>
              <a:defRPr sz="933"/>
            </a:lvl4pPr>
            <a:lvl5pPr marL="840296" indent="-152396">
              <a:lnSpc>
                <a:spcPct val="150000"/>
              </a:lnSpc>
              <a:spcBef>
                <a:spcPts val="533"/>
              </a:spcBef>
              <a:defRPr sz="933" baseline="0"/>
            </a:lvl5pPr>
          </a:lstStyle>
          <a:p>
            <a:pPr lvl="0"/>
            <a:r>
              <a:rPr lang="en-US"/>
              <a:t>Body text</a:t>
            </a:r>
          </a:p>
          <a:p>
            <a:pPr lvl="1"/>
            <a:r>
              <a:rPr lang="en-US"/>
              <a:t>First level</a:t>
            </a:r>
          </a:p>
          <a:p>
            <a:pPr lvl="2"/>
            <a:r>
              <a:rPr lang="en-US"/>
              <a:t>Second level</a:t>
            </a:r>
          </a:p>
        </p:txBody>
      </p:sp>
      <p:sp>
        <p:nvSpPr>
          <p:cNvPr id="14" name="Text Placeholder 22"/>
          <p:cNvSpPr>
            <a:spLocks noGrp="1"/>
          </p:cNvSpPr>
          <p:nvPr>
            <p:ph type="body" sz="quarter" idx="21" hasCustomPrompt="1"/>
          </p:nvPr>
        </p:nvSpPr>
        <p:spPr>
          <a:xfrm>
            <a:off x="812800" y="257048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23" hasCustomPrompt="1"/>
          </p:nvPr>
        </p:nvSpPr>
        <p:spPr>
          <a:xfrm>
            <a:off x="2600960" y="257048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Text Placeholder 22"/>
          <p:cNvSpPr>
            <a:spLocks noGrp="1"/>
          </p:cNvSpPr>
          <p:nvPr>
            <p:ph type="body" sz="quarter" idx="25" hasCustomPrompt="1"/>
          </p:nvPr>
        </p:nvSpPr>
        <p:spPr>
          <a:xfrm>
            <a:off x="4389120" y="257048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5" name="Text Placeholder 22"/>
          <p:cNvSpPr>
            <a:spLocks noGrp="1"/>
          </p:cNvSpPr>
          <p:nvPr>
            <p:ph type="body" sz="quarter" idx="27" hasCustomPrompt="1"/>
          </p:nvPr>
        </p:nvSpPr>
        <p:spPr>
          <a:xfrm>
            <a:off x="6177280" y="257048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30" name="Text Placeholder 22"/>
          <p:cNvSpPr>
            <a:spLocks noGrp="1"/>
          </p:cNvSpPr>
          <p:nvPr>
            <p:ph type="body" sz="quarter" idx="29" hasCustomPrompt="1"/>
          </p:nvPr>
        </p:nvSpPr>
        <p:spPr>
          <a:xfrm>
            <a:off x="7965440" y="257048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32" name="Text Placeholder 22"/>
          <p:cNvSpPr>
            <a:spLocks noGrp="1"/>
          </p:cNvSpPr>
          <p:nvPr>
            <p:ph type="body" sz="quarter" idx="31" hasCustomPrompt="1"/>
          </p:nvPr>
        </p:nvSpPr>
        <p:spPr>
          <a:xfrm>
            <a:off x="9753600" y="257048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1" name="Text Placeholder 22"/>
          <p:cNvSpPr>
            <a:spLocks noGrp="1"/>
          </p:cNvSpPr>
          <p:nvPr>
            <p:ph type="body" sz="quarter" idx="19" hasCustomPrompt="1"/>
          </p:nvPr>
        </p:nvSpPr>
        <p:spPr>
          <a:xfrm>
            <a:off x="812800" y="2139695"/>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3" name="Content Placeholder 3"/>
          <p:cNvSpPr>
            <a:spLocks noGrp="1"/>
          </p:cNvSpPr>
          <p:nvPr>
            <p:ph sz="quarter" idx="32" hasCustomPrompt="1"/>
          </p:nvPr>
        </p:nvSpPr>
        <p:spPr>
          <a:xfrm>
            <a:off x="2600960" y="2756069"/>
            <a:ext cx="16256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50000"/>
              </a:lnSpc>
              <a:spcBef>
                <a:spcPts val="533"/>
              </a:spcBef>
              <a:defRPr sz="933"/>
            </a:lvl4pPr>
            <a:lvl5pPr marL="840296" indent="-152396">
              <a:lnSpc>
                <a:spcPct val="150000"/>
              </a:lnSpc>
              <a:spcBef>
                <a:spcPts val="533"/>
              </a:spcBef>
              <a:defRPr sz="933" baseline="0"/>
            </a:lvl5pPr>
          </a:lstStyle>
          <a:p>
            <a:pPr lvl="0"/>
            <a:r>
              <a:rPr lang="en-US"/>
              <a:t>Body text</a:t>
            </a:r>
          </a:p>
          <a:p>
            <a:pPr lvl="1"/>
            <a:r>
              <a:rPr lang="en-US"/>
              <a:t>First level</a:t>
            </a:r>
          </a:p>
          <a:p>
            <a:pPr lvl="2"/>
            <a:r>
              <a:rPr lang="en-US"/>
              <a:t>Second level</a:t>
            </a:r>
          </a:p>
        </p:txBody>
      </p:sp>
      <p:sp>
        <p:nvSpPr>
          <p:cNvPr id="26" name="Content Placeholder 3"/>
          <p:cNvSpPr>
            <a:spLocks noGrp="1"/>
          </p:cNvSpPr>
          <p:nvPr>
            <p:ph sz="quarter" idx="33" hasCustomPrompt="1"/>
          </p:nvPr>
        </p:nvSpPr>
        <p:spPr>
          <a:xfrm>
            <a:off x="4389120" y="2756069"/>
            <a:ext cx="16256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50000"/>
              </a:lnSpc>
              <a:spcBef>
                <a:spcPts val="533"/>
              </a:spcBef>
              <a:defRPr sz="933"/>
            </a:lvl4pPr>
            <a:lvl5pPr marL="840296" indent="-152396">
              <a:lnSpc>
                <a:spcPct val="150000"/>
              </a:lnSpc>
              <a:spcBef>
                <a:spcPts val="533"/>
              </a:spcBef>
              <a:defRPr sz="933" baseline="0"/>
            </a:lvl5pPr>
          </a:lstStyle>
          <a:p>
            <a:pPr lvl="0"/>
            <a:r>
              <a:rPr lang="en-US"/>
              <a:t>Body text</a:t>
            </a:r>
          </a:p>
          <a:p>
            <a:pPr lvl="1"/>
            <a:r>
              <a:rPr lang="en-US"/>
              <a:t>First level</a:t>
            </a:r>
          </a:p>
          <a:p>
            <a:pPr lvl="2"/>
            <a:r>
              <a:rPr lang="en-US"/>
              <a:t>Second level</a:t>
            </a:r>
          </a:p>
        </p:txBody>
      </p:sp>
      <p:sp>
        <p:nvSpPr>
          <p:cNvPr id="27" name="Content Placeholder 3"/>
          <p:cNvSpPr>
            <a:spLocks noGrp="1"/>
          </p:cNvSpPr>
          <p:nvPr>
            <p:ph sz="quarter" idx="34" hasCustomPrompt="1"/>
          </p:nvPr>
        </p:nvSpPr>
        <p:spPr>
          <a:xfrm>
            <a:off x="6177280" y="2756069"/>
            <a:ext cx="16256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50000"/>
              </a:lnSpc>
              <a:spcBef>
                <a:spcPts val="533"/>
              </a:spcBef>
              <a:defRPr sz="933"/>
            </a:lvl4pPr>
            <a:lvl5pPr marL="840296" indent="-152396">
              <a:lnSpc>
                <a:spcPct val="150000"/>
              </a:lnSpc>
              <a:spcBef>
                <a:spcPts val="533"/>
              </a:spcBef>
              <a:defRPr sz="933" baseline="0"/>
            </a:lvl5pPr>
          </a:lstStyle>
          <a:p>
            <a:pPr lvl="0"/>
            <a:r>
              <a:rPr lang="en-US"/>
              <a:t>Body text</a:t>
            </a:r>
          </a:p>
          <a:p>
            <a:pPr lvl="1"/>
            <a:r>
              <a:rPr lang="en-US"/>
              <a:t>First level</a:t>
            </a:r>
          </a:p>
          <a:p>
            <a:pPr lvl="2"/>
            <a:r>
              <a:rPr lang="en-US"/>
              <a:t>Second level</a:t>
            </a:r>
          </a:p>
        </p:txBody>
      </p:sp>
      <p:sp>
        <p:nvSpPr>
          <p:cNvPr id="28" name="Content Placeholder 3"/>
          <p:cNvSpPr>
            <a:spLocks noGrp="1"/>
          </p:cNvSpPr>
          <p:nvPr>
            <p:ph sz="quarter" idx="35" hasCustomPrompt="1"/>
          </p:nvPr>
        </p:nvSpPr>
        <p:spPr>
          <a:xfrm>
            <a:off x="7965440" y="2756069"/>
            <a:ext cx="16256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50000"/>
              </a:lnSpc>
              <a:spcBef>
                <a:spcPts val="533"/>
              </a:spcBef>
              <a:defRPr sz="933"/>
            </a:lvl4pPr>
            <a:lvl5pPr marL="840296" indent="-152396">
              <a:lnSpc>
                <a:spcPct val="150000"/>
              </a:lnSpc>
              <a:spcBef>
                <a:spcPts val="533"/>
              </a:spcBef>
              <a:defRPr sz="933" baseline="0"/>
            </a:lvl5pPr>
          </a:lstStyle>
          <a:p>
            <a:pPr lvl="0"/>
            <a:r>
              <a:rPr lang="en-US"/>
              <a:t>Body text</a:t>
            </a:r>
          </a:p>
          <a:p>
            <a:pPr lvl="1"/>
            <a:r>
              <a:rPr lang="en-US"/>
              <a:t>First level</a:t>
            </a:r>
          </a:p>
          <a:p>
            <a:pPr lvl="2"/>
            <a:r>
              <a:rPr lang="en-US"/>
              <a:t>Second level</a:t>
            </a:r>
          </a:p>
        </p:txBody>
      </p:sp>
      <p:sp>
        <p:nvSpPr>
          <p:cNvPr id="33" name="Content Placeholder 3"/>
          <p:cNvSpPr>
            <a:spLocks noGrp="1"/>
          </p:cNvSpPr>
          <p:nvPr>
            <p:ph sz="quarter" idx="36" hasCustomPrompt="1"/>
          </p:nvPr>
        </p:nvSpPr>
        <p:spPr>
          <a:xfrm>
            <a:off x="9753600" y="2756069"/>
            <a:ext cx="1625600" cy="34381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50000"/>
              </a:lnSpc>
              <a:spcBef>
                <a:spcPts val="533"/>
              </a:spcBef>
              <a:defRPr sz="933"/>
            </a:lvl4pPr>
            <a:lvl5pPr marL="840296" indent="-152396">
              <a:lnSpc>
                <a:spcPct val="150000"/>
              </a:lnSpc>
              <a:spcBef>
                <a:spcPts val="533"/>
              </a:spcBef>
              <a:defRPr sz="933" baseline="0"/>
            </a:lvl5pPr>
          </a:lstStyle>
          <a:p>
            <a:pPr lvl="0"/>
            <a:r>
              <a:rPr lang="en-US"/>
              <a:t>Body text</a:t>
            </a:r>
          </a:p>
          <a:p>
            <a:pPr lvl="1"/>
            <a:r>
              <a:rPr lang="en-US"/>
              <a:t>First level</a:t>
            </a:r>
          </a:p>
          <a:p>
            <a:pPr lvl="2"/>
            <a:r>
              <a:rPr lang="en-US"/>
              <a:t>Second level</a:t>
            </a:r>
          </a:p>
        </p:txBody>
      </p:sp>
      <p:pic>
        <p:nvPicPr>
          <p:cNvPr id="19"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2" name="TextBox 21"/>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86891921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_H2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96533"/>
            <a:ext cx="1056640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8"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6" name="TextBox 5"/>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09032921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Sec_H2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96533"/>
            <a:ext cx="520192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25600"/>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1" name="Text Placeholder 22"/>
          <p:cNvSpPr>
            <a:spLocks noGrp="1"/>
          </p:cNvSpPr>
          <p:nvPr>
            <p:ph type="body" sz="quarter" idx="14" hasCustomPrompt="1"/>
          </p:nvPr>
        </p:nvSpPr>
        <p:spPr>
          <a:xfrm>
            <a:off x="6177280" y="1625600"/>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9" name="Content Placeholder 3"/>
          <p:cNvSpPr>
            <a:spLocks noGrp="1"/>
          </p:cNvSpPr>
          <p:nvPr>
            <p:ph sz="quarter" idx="15" hasCustomPrompt="1"/>
          </p:nvPr>
        </p:nvSpPr>
        <p:spPr>
          <a:xfrm>
            <a:off x="6177280" y="1896533"/>
            <a:ext cx="520192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0"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8" name="TextBox 7"/>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42551192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Sec_H2_C3">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96533"/>
            <a:ext cx="341376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25600"/>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5" name="Text Placeholder 22"/>
          <p:cNvSpPr>
            <a:spLocks noGrp="1"/>
          </p:cNvSpPr>
          <p:nvPr>
            <p:ph type="body" sz="quarter" idx="14" hasCustomPrompt="1"/>
          </p:nvPr>
        </p:nvSpPr>
        <p:spPr>
          <a:xfrm>
            <a:off x="4389120" y="1625600"/>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7" name="Text Placeholder 22"/>
          <p:cNvSpPr>
            <a:spLocks noGrp="1"/>
          </p:cNvSpPr>
          <p:nvPr>
            <p:ph type="body" sz="quarter" idx="16" hasCustomPrompt="1"/>
          </p:nvPr>
        </p:nvSpPr>
        <p:spPr>
          <a:xfrm>
            <a:off x="7965440" y="1625600"/>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2" name="Content Placeholder 3"/>
          <p:cNvSpPr>
            <a:spLocks noGrp="1"/>
          </p:cNvSpPr>
          <p:nvPr>
            <p:ph sz="quarter" idx="17" hasCustomPrompt="1"/>
          </p:nvPr>
        </p:nvSpPr>
        <p:spPr>
          <a:xfrm>
            <a:off x="4389120" y="1896533"/>
            <a:ext cx="341376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3" name="Content Placeholder 3"/>
          <p:cNvSpPr>
            <a:spLocks noGrp="1"/>
          </p:cNvSpPr>
          <p:nvPr>
            <p:ph sz="quarter" idx="18" hasCustomPrompt="1"/>
          </p:nvPr>
        </p:nvSpPr>
        <p:spPr>
          <a:xfrm>
            <a:off x="7965440" y="1896533"/>
            <a:ext cx="341376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0"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1" name="TextBox 10"/>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401724990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Sec_H2_C4">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96533"/>
            <a:ext cx="251968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25600"/>
            <a:ext cx="25196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2" name="Text Placeholder 22"/>
          <p:cNvSpPr>
            <a:spLocks noGrp="1"/>
          </p:cNvSpPr>
          <p:nvPr>
            <p:ph type="body" sz="quarter" idx="14" hasCustomPrompt="1"/>
          </p:nvPr>
        </p:nvSpPr>
        <p:spPr>
          <a:xfrm>
            <a:off x="3495040" y="1625600"/>
            <a:ext cx="25196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4" name="Text Placeholder 22"/>
          <p:cNvSpPr>
            <a:spLocks noGrp="1"/>
          </p:cNvSpPr>
          <p:nvPr>
            <p:ph type="body" sz="quarter" idx="16" hasCustomPrompt="1"/>
          </p:nvPr>
        </p:nvSpPr>
        <p:spPr>
          <a:xfrm>
            <a:off x="6168249" y="1625600"/>
            <a:ext cx="25196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1" name="Text Placeholder 22"/>
          <p:cNvSpPr>
            <a:spLocks noGrp="1"/>
          </p:cNvSpPr>
          <p:nvPr>
            <p:ph type="body" sz="quarter" idx="18" hasCustomPrompt="1"/>
          </p:nvPr>
        </p:nvSpPr>
        <p:spPr>
          <a:xfrm>
            <a:off x="8859520" y="1625600"/>
            <a:ext cx="25196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6" name="Content Placeholder 3"/>
          <p:cNvSpPr>
            <a:spLocks noGrp="1"/>
          </p:cNvSpPr>
          <p:nvPr>
            <p:ph sz="quarter" idx="19" hasCustomPrompt="1"/>
          </p:nvPr>
        </p:nvSpPr>
        <p:spPr>
          <a:xfrm>
            <a:off x="3495040" y="1896533"/>
            <a:ext cx="251968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7" name="Content Placeholder 3"/>
          <p:cNvSpPr>
            <a:spLocks noGrp="1"/>
          </p:cNvSpPr>
          <p:nvPr>
            <p:ph sz="quarter" idx="20" hasCustomPrompt="1"/>
          </p:nvPr>
        </p:nvSpPr>
        <p:spPr>
          <a:xfrm>
            <a:off x="6168249" y="1896533"/>
            <a:ext cx="251968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Content Placeholder 3"/>
          <p:cNvSpPr>
            <a:spLocks noGrp="1"/>
          </p:cNvSpPr>
          <p:nvPr>
            <p:ph sz="quarter" idx="21" hasCustomPrompt="1"/>
          </p:nvPr>
        </p:nvSpPr>
        <p:spPr>
          <a:xfrm>
            <a:off x="8859520" y="1896533"/>
            <a:ext cx="2519680" cy="4291584"/>
          </a:xfrm>
          <a:prstGeom prst="rect">
            <a:avLst/>
          </a:prstGeom>
        </p:spPr>
        <p:txBody>
          <a:bodyPr vert="horz"/>
          <a:lstStyle>
            <a:lvl1pPr marL="0" indent="0">
              <a:lnSpc>
                <a:spcPct val="120000"/>
              </a:lnSpc>
              <a:spcBef>
                <a:spcPts val="0"/>
              </a:spcBef>
              <a:spcAft>
                <a:spcPts val="533"/>
              </a:spcAft>
              <a:buNone/>
              <a:defRPr sz="1200" b="0"/>
            </a:lvl1pPr>
            <a:lvl2pPr marL="158747" indent="-158747">
              <a:lnSpc>
                <a:spcPct val="120000"/>
              </a:lnSpc>
              <a:spcBef>
                <a:spcPts val="0"/>
              </a:spcBef>
              <a:spcAft>
                <a:spcPts val="533"/>
              </a:spcAft>
              <a:buFont typeface="Arial"/>
              <a:buChar char="•"/>
              <a:defRPr sz="1200"/>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3"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5" name="TextBox 14"/>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2573486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Sec_H2_H3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4" name="Text Placeholder 22"/>
          <p:cNvSpPr>
            <a:spLocks noGrp="1"/>
          </p:cNvSpPr>
          <p:nvPr>
            <p:ph type="body" sz="quarter" idx="19"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5" name="Content Placeholder 3"/>
          <p:cNvSpPr>
            <a:spLocks noGrp="1"/>
          </p:cNvSpPr>
          <p:nvPr>
            <p:ph sz="quarter" idx="20" hasCustomPrompt="1"/>
          </p:nvPr>
        </p:nvSpPr>
        <p:spPr>
          <a:xfrm>
            <a:off x="812800" y="2241975"/>
            <a:ext cx="10566400" cy="3946143"/>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6" name="Text Placeholder 22"/>
          <p:cNvSpPr>
            <a:spLocks noGrp="1"/>
          </p:cNvSpPr>
          <p:nvPr>
            <p:ph type="body" sz="quarter" idx="21" hasCustomPrompt="1"/>
          </p:nvPr>
        </p:nvSpPr>
        <p:spPr>
          <a:xfrm>
            <a:off x="812800" y="2056388"/>
            <a:ext cx="105664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pic>
        <p:nvPicPr>
          <p:cNvPr id="8"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7" name="TextBox 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76880633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ec_H2_H3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5" name="Content Placeholder 3"/>
          <p:cNvSpPr>
            <a:spLocks noGrp="1"/>
          </p:cNvSpPr>
          <p:nvPr>
            <p:ph sz="quarter" idx="20" hasCustomPrompt="1"/>
          </p:nvPr>
        </p:nvSpPr>
        <p:spPr>
          <a:xfrm>
            <a:off x="812800" y="2241975"/>
            <a:ext cx="520192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6" name="Text Placeholder 22"/>
          <p:cNvSpPr>
            <a:spLocks noGrp="1"/>
          </p:cNvSpPr>
          <p:nvPr>
            <p:ph type="body" sz="quarter" idx="21" hasCustomPrompt="1"/>
          </p:nvPr>
        </p:nvSpPr>
        <p:spPr>
          <a:xfrm>
            <a:off x="812800" y="2056388"/>
            <a:ext cx="520192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3" hasCustomPrompt="1"/>
          </p:nvPr>
        </p:nvSpPr>
        <p:spPr>
          <a:xfrm>
            <a:off x="6177280" y="2056388"/>
            <a:ext cx="520192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9" name="Text Placeholder 22"/>
          <p:cNvSpPr>
            <a:spLocks noGrp="1"/>
          </p:cNvSpPr>
          <p:nvPr>
            <p:ph type="body" sz="quarter" idx="19"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1" name="Content Placeholder 3"/>
          <p:cNvSpPr>
            <a:spLocks noGrp="1"/>
          </p:cNvSpPr>
          <p:nvPr>
            <p:ph sz="quarter" idx="24" hasCustomPrompt="1"/>
          </p:nvPr>
        </p:nvSpPr>
        <p:spPr>
          <a:xfrm>
            <a:off x="6177280" y="2241975"/>
            <a:ext cx="520192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2" name="Text Placeholder 22"/>
          <p:cNvSpPr>
            <a:spLocks noGrp="1"/>
          </p:cNvSpPr>
          <p:nvPr>
            <p:ph type="body" sz="quarter" idx="25" hasCustomPrompt="1"/>
          </p:nvPr>
        </p:nvSpPr>
        <p:spPr>
          <a:xfrm>
            <a:off x="6177280" y="1625600"/>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13"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0" name="TextBox 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99376352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Sec_H2_H3_C3">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5" name="Content Placeholder 3"/>
          <p:cNvSpPr>
            <a:spLocks noGrp="1"/>
          </p:cNvSpPr>
          <p:nvPr>
            <p:ph sz="quarter" idx="20" hasCustomPrompt="1"/>
          </p:nvPr>
        </p:nvSpPr>
        <p:spPr>
          <a:xfrm>
            <a:off x="812800" y="2241975"/>
            <a:ext cx="341376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6" name="Text Placeholder 22"/>
          <p:cNvSpPr>
            <a:spLocks noGrp="1"/>
          </p:cNvSpPr>
          <p:nvPr>
            <p:ph type="body" sz="quarter" idx="21" hasCustomPrompt="1"/>
          </p:nvPr>
        </p:nvSpPr>
        <p:spPr>
          <a:xfrm>
            <a:off x="812800" y="2056388"/>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4" name="Text Placeholder 22"/>
          <p:cNvSpPr>
            <a:spLocks noGrp="1"/>
          </p:cNvSpPr>
          <p:nvPr>
            <p:ph type="body" sz="quarter" idx="23" hasCustomPrompt="1"/>
          </p:nvPr>
        </p:nvSpPr>
        <p:spPr>
          <a:xfrm>
            <a:off x="4389120" y="2056388"/>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6" name="Text Placeholder 22"/>
          <p:cNvSpPr>
            <a:spLocks noGrp="1"/>
          </p:cNvSpPr>
          <p:nvPr>
            <p:ph type="body" sz="quarter" idx="25" hasCustomPrompt="1"/>
          </p:nvPr>
        </p:nvSpPr>
        <p:spPr>
          <a:xfrm>
            <a:off x="7965440" y="2056388"/>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1" name="Text Placeholder 22"/>
          <p:cNvSpPr>
            <a:spLocks noGrp="1"/>
          </p:cNvSpPr>
          <p:nvPr>
            <p:ph type="body" sz="quarter" idx="19"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3" name="Content Placeholder 3"/>
          <p:cNvSpPr>
            <a:spLocks noGrp="1"/>
          </p:cNvSpPr>
          <p:nvPr>
            <p:ph sz="quarter" idx="26" hasCustomPrompt="1"/>
          </p:nvPr>
        </p:nvSpPr>
        <p:spPr>
          <a:xfrm>
            <a:off x="4389120" y="2241975"/>
            <a:ext cx="341376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Content Placeholder 3"/>
          <p:cNvSpPr>
            <a:spLocks noGrp="1"/>
          </p:cNvSpPr>
          <p:nvPr>
            <p:ph sz="quarter" idx="27" hasCustomPrompt="1"/>
          </p:nvPr>
        </p:nvSpPr>
        <p:spPr>
          <a:xfrm>
            <a:off x="7965440" y="2241975"/>
            <a:ext cx="341376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7" name="Text Placeholder 22"/>
          <p:cNvSpPr>
            <a:spLocks noGrp="1"/>
          </p:cNvSpPr>
          <p:nvPr>
            <p:ph type="body" sz="quarter" idx="28" hasCustomPrompt="1"/>
          </p:nvPr>
        </p:nvSpPr>
        <p:spPr>
          <a:xfrm>
            <a:off x="4389120" y="1625600"/>
            <a:ext cx="69900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8" name="Text Placeholder 22"/>
          <p:cNvSpPr>
            <a:spLocks noGrp="1"/>
          </p:cNvSpPr>
          <p:nvPr>
            <p:ph type="body" sz="quarter" idx="29" hasCustomPrompt="1"/>
          </p:nvPr>
        </p:nvSpPr>
        <p:spPr>
          <a:xfrm>
            <a:off x="7965440" y="1625600"/>
            <a:ext cx="34137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19"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0" name="TextBox 1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92611170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Sec_H2_H3_C4">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5" name="Content Placeholder 3"/>
          <p:cNvSpPr>
            <a:spLocks noGrp="1"/>
          </p:cNvSpPr>
          <p:nvPr>
            <p:ph sz="quarter" idx="20" hasCustomPrompt="1"/>
          </p:nvPr>
        </p:nvSpPr>
        <p:spPr>
          <a:xfrm>
            <a:off x="812800" y="2241975"/>
            <a:ext cx="251968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6" name="Text Placeholder 22"/>
          <p:cNvSpPr>
            <a:spLocks noGrp="1"/>
          </p:cNvSpPr>
          <p:nvPr>
            <p:ph type="body" sz="quarter" idx="21" hasCustomPrompt="1"/>
          </p:nvPr>
        </p:nvSpPr>
        <p:spPr>
          <a:xfrm>
            <a:off x="812800" y="2056388"/>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7" name="Text Placeholder 22"/>
          <p:cNvSpPr>
            <a:spLocks noGrp="1"/>
          </p:cNvSpPr>
          <p:nvPr>
            <p:ph type="body" sz="quarter" idx="13" hasCustomPrompt="1"/>
          </p:nvPr>
        </p:nvSpPr>
        <p:spPr>
          <a:xfrm>
            <a:off x="3495040" y="2056388"/>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14" hasCustomPrompt="1"/>
          </p:nvPr>
        </p:nvSpPr>
        <p:spPr>
          <a:xfrm>
            <a:off x="6177280" y="2056388"/>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5" hasCustomPrompt="1"/>
          </p:nvPr>
        </p:nvSpPr>
        <p:spPr>
          <a:xfrm>
            <a:off x="8859520" y="2056388"/>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3" name="Text Placeholder 22"/>
          <p:cNvSpPr>
            <a:spLocks noGrp="1"/>
          </p:cNvSpPr>
          <p:nvPr>
            <p:ph type="body" sz="quarter" idx="19"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3" name="Content Placeholder 3"/>
          <p:cNvSpPr>
            <a:spLocks noGrp="1"/>
          </p:cNvSpPr>
          <p:nvPr>
            <p:ph sz="quarter" idx="22" hasCustomPrompt="1"/>
          </p:nvPr>
        </p:nvSpPr>
        <p:spPr>
          <a:xfrm>
            <a:off x="3495040" y="2241975"/>
            <a:ext cx="251968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4" name="Content Placeholder 3"/>
          <p:cNvSpPr>
            <a:spLocks noGrp="1"/>
          </p:cNvSpPr>
          <p:nvPr>
            <p:ph sz="quarter" idx="23" hasCustomPrompt="1"/>
          </p:nvPr>
        </p:nvSpPr>
        <p:spPr>
          <a:xfrm>
            <a:off x="6177280" y="2241975"/>
            <a:ext cx="251968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5" name="Content Placeholder 3"/>
          <p:cNvSpPr>
            <a:spLocks noGrp="1"/>
          </p:cNvSpPr>
          <p:nvPr>
            <p:ph sz="quarter" idx="24" hasCustomPrompt="1"/>
          </p:nvPr>
        </p:nvSpPr>
        <p:spPr>
          <a:xfrm>
            <a:off x="8859520" y="2241975"/>
            <a:ext cx="251968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6" name="Text Placeholder 22"/>
          <p:cNvSpPr>
            <a:spLocks noGrp="1"/>
          </p:cNvSpPr>
          <p:nvPr>
            <p:ph type="body" sz="quarter" idx="25" hasCustomPrompt="1"/>
          </p:nvPr>
        </p:nvSpPr>
        <p:spPr>
          <a:xfrm>
            <a:off x="3495040" y="1625600"/>
            <a:ext cx="788416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7" name="Text Placeholder 22"/>
          <p:cNvSpPr>
            <a:spLocks noGrp="1"/>
          </p:cNvSpPr>
          <p:nvPr>
            <p:ph type="body" sz="quarter" idx="26" hasCustomPrompt="1"/>
          </p:nvPr>
        </p:nvSpPr>
        <p:spPr>
          <a:xfrm>
            <a:off x="6177280" y="1625600"/>
            <a:ext cx="520192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8" name="Text Placeholder 22"/>
          <p:cNvSpPr>
            <a:spLocks noGrp="1"/>
          </p:cNvSpPr>
          <p:nvPr>
            <p:ph type="body" sz="quarter" idx="27" hasCustomPrompt="1"/>
          </p:nvPr>
        </p:nvSpPr>
        <p:spPr>
          <a:xfrm>
            <a:off x="8859520" y="1625600"/>
            <a:ext cx="251968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20"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1" name="TextBox 20"/>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66049166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Sec_H2_H3_C5">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2240620"/>
            <a:ext cx="20320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7" name="Text Placeholder 22"/>
          <p:cNvSpPr>
            <a:spLocks noGrp="1"/>
          </p:cNvSpPr>
          <p:nvPr>
            <p:ph type="body" sz="quarter" idx="12" hasCustomPrompt="1"/>
          </p:nvPr>
        </p:nvSpPr>
        <p:spPr>
          <a:xfrm>
            <a:off x="812800" y="2055033"/>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2" name="Text Placeholder 22"/>
          <p:cNvSpPr>
            <a:spLocks noGrp="1"/>
          </p:cNvSpPr>
          <p:nvPr>
            <p:ph type="body" sz="quarter" idx="14" hasCustomPrompt="1"/>
          </p:nvPr>
        </p:nvSpPr>
        <p:spPr>
          <a:xfrm>
            <a:off x="2946400" y="2055033"/>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4" name="Text Placeholder 22"/>
          <p:cNvSpPr>
            <a:spLocks noGrp="1"/>
          </p:cNvSpPr>
          <p:nvPr>
            <p:ph type="body" sz="quarter" idx="16" hasCustomPrompt="1"/>
          </p:nvPr>
        </p:nvSpPr>
        <p:spPr>
          <a:xfrm>
            <a:off x="5080000" y="2055033"/>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6" name="Text Placeholder 22"/>
          <p:cNvSpPr>
            <a:spLocks noGrp="1"/>
          </p:cNvSpPr>
          <p:nvPr>
            <p:ph type="body" sz="quarter" idx="18" hasCustomPrompt="1"/>
          </p:nvPr>
        </p:nvSpPr>
        <p:spPr>
          <a:xfrm>
            <a:off x="7213600" y="2055033"/>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0" hasCustomPrompt="1"/>
          </p:nvPr>
        </p:nvSpPr>
        <p:spPr>
          <a:xfrm>
            <a:off x="9347200" y="2055033"/>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5" name="Text Placeholder 22"/>
          <p:cNvSpPr>
            <a:spLocks noGrp="1"/>
          </p:cNvSpPr>
          <p:nvPr>
            <p:ph type="body" sz="quarter" idx="21"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7" name="Content Placeholder 3"/>
          <p:cNvSpPr>
            <a:spLocks noGrp="1"/>
          </p:cNvSpPr>
          <p:nvPr>
            <p:ph sz="quarter" idx="22" hasCustomPrompt="1"/>
          </p:nvPr>
        </p:nvSpPr>
        <p:spPr>
          <a:xfrm>
            <a:off x="2946400" y="2240620"/>
            <a:ext cx="20320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18" name="Content Placeholder 3"/>
          <p:cNvSpPr>
            <a:spLocks noGrp="1"/>
          </p:cNvSpPr>
          <p:nvPr>
            <p:ph sz="quarter" idx="23" hasCustomPrompt="1"/>
          </p:nvPr>
        </p:nvSpPr>
        <p:spPr>
          <a:xfrm>
            <a:off x="5080000" y="2240620"/>
            <a:ext cx="20320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19" name="Content Placeholder 3"/>
          <p:cNvSpPr>
            <a:spLocks noGrp="1"/>
          </p:cNvSpPr>
          <p:nvPr>
            <p:ph sz="quarter" idx="24" hasCustomPrompt="1"/>
          </p:nvPr>
        </p:nvSpPr>
        <p:spPr>
          <a:xfrm>
            <a:off x="7213600" y="2240620"/>
            <a:ext cx="20320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20" name="Content Placeholder 3"/>
          <p:cNvSpPr>
            <a:spLocks noGrp="1"/>
          </p:cNvSpPr>
          <p:nvPr>
            <p:ph sz="quarter" idx="25" hasCustomPrompt="1"/>
          </p:nvPr>
        </p:nvSpPr>
        <p:spPr>
          <a:xfrm>
            <a:off x="9347200" y="2240620"/>
            <a:ext cx="20320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29" name="Text Placeholder 22"/>
          <p:cNvSpPr>
            <a:spLocks noGrp="1"/>
          </p:cNvSpPr>
          <p:nvPr>
            <p:ph type="body" sz="quarter" idx="26" hasCustomPrompt="1"/>
          </p:nvPr>
        </p:nvSpPr>
        <p:spPr>
          <a:xfrm>
            <a:off x="2946400" y="1625600"/>
            <a:ext cx="84328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0" name="Text Placeholder 22"/>
          <p:cNvSpPr>
            <a:spLocks noGrp="1"/>
          </p:cNvSpPr>
          <p:nvPr>
            <p:ph type="body" sz="quarter" idx="27" hasCustomPrompt="1"/>
          </p:nvPr>
        </p:nvSpPr>
        <p:spPr>
          <a:xfrm>
            <a:off x="5080000" y="1625600"/>
            <a:ext cx="62992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2" name="Text Placeholder 22"/>
          <p:cNvSpPr>
            <a:spLocks noGrp="1"/>
          </p:cNvSpPr>
          <p:nvPr>
            <p:ph type="body" sz="quarter" idx="28" hasCustomPrompt="1"/>
          </p:nvPr>
        </p:nvSpPr>
        <p:spPr>
          <a:xfrm>
            <a:off x="7213600" y="1625600"/>
            <a:ext cx="41656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3" name="Text Placeholder 22"/>
          <p:cNvSpPr>
            <a:spLocks noGrp="1"/>
          </p:cNvSpPr>
          <p:nvPr>
            <p:ph type="body" sz="quarter" idx="29" hasCustomPrompt="1"/>
          </p:nvPr>
        </p:nvSpPr>
        <p:spPr>
          <a:xfrm>
            <a:off x="9347200" y="1625600"/>
            <a:ext cx="20320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21"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3" name="TextBox 22"/>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33651839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ec_H2_H3_C6">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2241975"/>
            <a:ext cx="16256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7" name="Text Placeholder 22"/>
          <p:cNvSpPr>
            <a:spLocks noGrp="1"/>
          </p:cNvSpPr>
          <p:nvPr>
            <p:ph type="body" sz="quarter" idx="12" hasCustomPrompt="1"/>
          </p:nvPr>
        </p:nvSpPr>
        <p:spPr>
          <a:xfrm>
            <a:off x="812800" y="2056388"/>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4" name="Text Placeholder 22"/>
          <p:cNvSpPr>
            <a:spLocks noGrp="1"/>
          </p:cNvSpPr>
          <p:nvPr>
            <p:ph type="body" sz="quarter" idx="14" hasCustomPrompt="1"/>
          </p:nvPr>
        </p:nvSpPr>
        <p:spPr>
          <a:xfrm>
            <a:off x="2600960" y="2056388"/>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6" name="Text Placeholder 22"/>
          <p:cNvSpPr>
            <a:spLocks noGrp="1"/>
          </p:cNvSpPr>
          <p:nvPr>
            <p:ph type="body" sz="quarter" idx="16" hasCustomPrompt="1"/>
          </p:nvPr>
        </p:nvSpPr>
        <p:spPr>
          <a:xfrm>
            <a:off x="4389120" y="2056388"/>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18" hasCustomPrompt="1"/>
          </p:nvPr>
        </p:nvSpPr>
        <p:spPr>
          <a:xfrm>
            <a:off x="6177280" y="2056388"/>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Text Placeholder 22"/>
          <p:cNvSpPr>
            <a:spLocks noGrp="1"/>
          </p:cNvSpPr>
          <p:nvPr>
            <p:ph type="body" sz="quarter" idx="20" hasCustomPrompt="1"/>
          </p:nvPr>
        </p:nvSpPr>
        <p:spPr>
          <a:xfrm>
            <a:off x="7965440" y="2056388"/>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2" name="Text Placeholder 22"/>
          <p:cNvSpPr>
            <a:spLocks noGrp="1"/>
          </p:cNvSpPr>
          <p:nvPr>
            <p:ph type="body" sz="quarter" idx="22" hasCustomPrompt="1"/>
          </p:nvPr>
        </p:nvSpPr>
        <p:spPr>
          <a:xfrm>
            <a:off x="9753600" y="2056388"/>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3" name="Text Placeholder 22"/>
          <p:cNvSpPr>
            <a:spLocks noGrp="1"/>
          </p:cNvSpPr>
          <p:nvPr>
            <p:ph type="body" sz="quarter" idx="23"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5" name="Content Placeholder 3"/>
          <p:cNvSpPr>
            <a:spLocks noGrp="1"/>
          </p:cNvSpPr>
          <p:nvPr>
            <p:ph sz="quarter" idx="24" hasCustomPrompt="1"/>
          </p:nvPr>
        </p:nvSpPr>
        <p:spPr>
          <a:xfrm>
            <a:off x="2600960" y="2241975"/>
            <a:ext cx="16256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6" name="Content Placeholder 3"/>
          <p:cNvSpPr>
            <a:spLocks noGrp="1"/>
          </p:cNvSpPr>
          <p:nvPr>
            <p:ph sz="quarter" idx="25" hasCustomPrompt="1"/>
          </p:nvPr>
        </p:nvSpPr>
        <p:spPr>
          <a:xfrm>
            <a:off x="4389120" y="2241975"/>
            <a:ext cx="16256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7" name="Content Placeholder 3"/>
          <p:cNvSpPr>
            <a:spLocks noGrp="1"/>
          </p:cNvSpPr>
          <p:nvPr>
            <p:ph sz="quarter" idx="26" hasCustomPrompt="1"/>
          </p:nvPr>
        </p:nvSpPr>
        <p:spPr>
          <a:xfrm>
            <a:off x="6171259" y="2241975"/>
            <a:ext cx="16256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8" name="Content Placeholder 3"/>
          <p:cNvSpPr>
            <a:spLocks noGrp="1"/>
          </p:cNvSpPr>
          <p:nvPr>
            <p:ph sz="quarter" idx="27" hasCustomPrompt="1"/>
          </p:nvPr>
        </p:nvSpPr>
        <p:spPr>
          <a:xfrm>
            <a:off x="7980491" y="2241975"/>
            <a:ext cx="16256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9" name="Content Placeholder 3"/>
          <p:cNvSpPr>
            <a:spLocks noGrp="1"/>
          </p:cNvSpPr>
          <p:nvPr>
            <p:ph sz="quarter" idx="28" hasCustomPrompt="1"/>
          </p:nvPr>
        </p:nvSpPr>
        <p:spPr>
          <a:xfrm>
            <a:off x="9762960" y="2241975"/>
            <a:ext cx="1625600" cy="3950208"/>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30" name="Text Placeholder 22"/>
          <p:cNvSpPr>
            <a:spLocks noGrp="1"/>
          </p:cNvSpPr>
          <p:nvPr>
            <p:ph type="body" sz="quarter" idx="29" hasCustomPrompt="1"/>
          </p:nvPr>
        </p:nvSpPr>
        <p:spPr>
          <a:xfrm>
            <a:off x="4307841" y="1625600"/>
            <a:ext cx="3489019"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31" name="Text Placeholder 22"/>
          <p:cNvSpPr>
            <a:spLocks noGrp="1"/>
          </p:cNvSpPr>
          <p:nvPr>
            <p:ph type="body" sz="quarter" idx="30" hasCustomPrompt="1"/>
          </p:nvPr>
        </p:nvSpPr>
        <p:spPr>
          <a:xfrm>
            <a:off x="7899543" y="1625600"/>
            <a:ext cx="3489019"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19"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1" name="TextBox 20"/>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94449728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ec_H3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45059"/>
            <a:ext cx="105664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59472"/>
            <a:ext cx="105664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pic>
        <p:nvPicPr>
          <p:cNvPr id="8"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6" name="TextBox 5"/>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74711303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Sec_H3_C2">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45059"/>
            <a:ext cx="520192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59472"/>
            <a:ext cx="520192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4" name="Text Placeholder 22"/>
          <p:cNvSpPr>
            <a:spLocks noGrp="1"/>
          </p:cNvSpPr>
          <p:nvPr>
            <p:ph type="body" sz="quarter" idx="14" hasCustomPrompt="1"/>
          </p:nvPr>
        </p:nvSpPr>
        <p:spPr>
          <a:xfrm>
            <a:off x="6177280" y="1659472"/>
            <a:ext cx="520192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9" name="Content Placeholder 3"/>
          <p:cNvSpPr>
            <a:spLocks noGrp="1"/>
          </p:cNvSpPr>
          <p:nvPr>
            <p:ph sz="quarter" idx="15" hasCustomPrompt="1"/>
          </p:nvPr>
        </p:nvSpPr>
        <p:spPr>
          <a:xfrm>
            <a:off x="6177280" y="1845059"/>
            <a:ext cx="520192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0"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8" name="TextBox 7"/>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38102882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Sec_H3_C3">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45059"/>
            <a:ext cx="341376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59472"/>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3" name="Text Placeholder 22"/>
          <p:cNvSpPr>
            <a:spLocks noGrp="1"/>
          </p:cNvSpPr>
          <p:nvPr>
            <p:ph type="body" sz="quarter" idx="14" hasCustomPrompt="1"/>
          </p:nvPr>
        </p:nvSpPr>
        <p:spPr>
          <a:xfrm>
            <a:off x="4389120" y="1659472"/>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5" name="Text Placeholder 22"/>
          <p:cNvSpPr>
            <a:spLocks noGrp="1"/>
          </p:cNvSpPr>
          <p:nvPr>
            <p:ph type="body" sz="quarter" idx="16" hasCustomPrompt="1"/>
          </p:nvPr>
        </p:nvSpPr>
        <p:spPr>
          <a:xfrm>
            <a:off x="7965440" y="1659472"/>
            <a:ext cx="341376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1" name="Content Placeholder 3"/>
          <p:cNvSpPr>
            <a:spLocks noGrp="1"/>
          </p:cNvSpPr>
          <p:nvPr>
            <p:ph sz="quarter" idx="17" hasCustomPrompt="1"/>
          </p:nvPr>
        </p:nvSpPr>
        <p:spPr>
          <a:xfrm>
            <a:off x="4389120" y="1845059"/>
            <a:ext cx="341376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6" name="Content Placeholder 3"/>
          <p:cNvSpPr>
            <a:spLocks noGrp="1"/>
          </p:cNvSpPr>
          <p:nvPr>
            <p:ph sz="quarter" idx="18" hasCustomPrompt="1"/>
          </p:nvPr>
        </p:nvSpPr>
        <p:spPr>
          <a:xfrm>
            <a:off x="7965440" y="1845059"/>
            <a:ext cx="341376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2"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0" name="TextBox 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82500844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Sec_H3_C4">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45059"/>
            <a:ext cx="251968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5947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7" name="Text Placeholder 22"/>
          <p:cNvSpPr>
            <a:spLocks noGrp="1"/>
          </p:cNvSpPr>
          <p:nvPr>
            <p:ph type="body" sz="quarter" idx="13" hasCustomPrompt="1"/>
          </p:nvPr>
        </p:nvSpPr>
        <p:spPr>
          <a:xfrm>
            <a:off x="3495040" y="165947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14" hasCustomPrompt="1"/>
          </p:nvPr>
        </p:nvSpPr>
        <p:spPr>
          <a:xfrm>
            <a:off x="6177280" y="165947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5" hasCustomPrompt="1"/>
          </p:nvPr>
        </p:nvSpPr>
        <p:spPr>
          <a:xfrm>
            <a:off x="8859520" y="1659472"/>
            <a:ext cx="251968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3" name="Content Placeholder 3"/>
          <p:cNvSpPr>
            <a:spLocks noGrp="1"/>
          </p:cNvSpPr>
          <p:nvPr>
            <p:ph sz="quarter" idx="16" hasCustomPrompt="1"/>
          </p:nvPr>
        </p:nvSpPr>
        <p:spPr>
          <a:xfrm>
            <a:off x="3495040" y="1845059"/>
            <a:ext cx="251968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4" name="Content Placeholder 3"/>
          <p:cNvSpPr>
            <a:spLocks noGrp="1"/>
          </p:cNvSpPr>
          <p:nvPr>
            <p:ph sz="quarter" idx="17" hasCustomPrompt="1"/>
          </p:nvPr>
        </p:nvSpPr>
        <p:spPr>
          <a:xfrm>
            <a:off x="6177280" y="1845059"/>
            <a:ext cx="251968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5" name="Content Placeholder 3"/>
          <p:cNvSpPr>
            <a:spLocks noGrp="1"/>
          </p:cNvSpPr>
          <p:nvPr>
            <p:ph sz="quarter" idx="18" hasCustomPrompt="1"/>
          </p:nvPr>
        </p:nvSpPr>
        <p:spPr>
          <a:xfrm>
            <a:off x="8859520" y="1845059"/>
            <a:ext cx="251968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6"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2" name="TextBox 11"/>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207016163"/>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_H3_C5">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45059"/>
            <a:ext cx="20320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7" name="Text Placeholder 22"/>
          <p:cNvSpPr>
            <a:spLocks noGrp="1"/>
          </p:cNvSpPr>
          <p:nvPr>
            <p:ph type="body" sz="quarter" idx="12" hasCustomPrompt="1"/>
          </p:nvPr>
        </p:nvSpPr>
        <p:spPr>
          <a:xfrm>
            <a:off x="812800" y="165947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2" name="Text Placeholder 22"/>
          <p:cNvSpPr>
            <a:spLocks noGrp="1"/>
          </p:cNvSpPr>
          <p:nvPr>
            <p:ph type="body" sz="quarter" idx="14" hasCustomPrompt="1"/>
          </p:nvPr>
        </p:nvSpPr>
        <p:spPr>
          <a:xfrm>
            <a:off x="2946400" y="165947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4" name="Text Placeholder 22"/>
          <p:cNvSpPr>
            <a:spLocks noGrp="1"/>
          </p:cNvSpPr>
          <p:nvPr>
            <p:ph type="body" sz="quarter" idx="16" hasCustomPrompt="1"/>
          </p:nvPr>
        </p:nvSpPr>
        <p:spPr>
          <a:xfrm>
            <a:off x="5080000" y="165947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6" name="Text Placeholder 22"/>
          <p:cNvSpPr>
            <a:spLocks noGrp="1"/>
          </p:cNvSpPr>
          <p:nvPr>
            <p:ph type="body" sz="quarter" idx="18" hasCustomPrompt="1"/>
          </p:nvPr>
        </p:nvSpPr>
        <p:spPr>
          <a:xfrm>
            <a:off x="7213600" y="165947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0" hasCustomPrompt="1"/>
          </p:nvPr>
        </p:nvSpPr>
        <p:spPr>
          <a:xfrm>
            <a:off x="9347200" y="1659472"/>
            <a:ext cx="20320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5" name="Content Placeholder 3"/>
          <p:cNvSpPr>
            <a:spLocks noGrp="1"/>
          </p:cNvSpPr>
          <p:nvPr>
            <p:ph sz="quarter" idx="21" hasCustomPrompt="1"/>
          </p:nvPr>
        </p:nvSpPr>
        <p:spPr>
          <a:xfrm>
            <a:off x="2946400" y="1845059"/>
            <a:ext cx="20320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16" name="Content Placeholder 3"/>
          <p:cNvSpPr>
            <a:spLocks noGrp="1"/>
          </p:cNvSpPr>
          <p:nvPr>
            <p:ph sz="quarter" idx="22" hasCustomPrompt="1"/>
          </p:nvPr>
        </p:nvSpPr>
        <p:spPr>
          <a:xfrm>
            <a:off x="5080000" y="1845059"/>
            <a:ext cx="20320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17" name="Content Placeholder 3"/>
          <p:cNvSpPr>
            <a:spLocks noGrp="1"/>
          </p:cNvSpPr>
          <p:nvPr>
            <p:ph sz="quarter" idx="23" hasCustomPrompt="1"/>
          </p:nvPr>
        </p:nvSpPr>
        <p:spPr>
          <a:xfrm>
            <a:off x="7213600" y="1845059"/>
            <a:ext cx="20320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18" name="Content Placeholder 3"/>
          <p:cNvSpPr>
            <a:spLocks noGrp="1"/>
          </p:cNvSpPr>
          <p:nvPr>
            <p:ph sz="quarter" idx="24" hasCustomPrompt="1"/>
          </p:nvPr>
        </p:nvSpPr>
        <p:spPr>
          <a:xfrm>
            <a:off x="9347200" y="1845059"/>
            <a:ext cx="20320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pic>
        <p:nvPicPr>
          <p:cNvPr id="19"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4" name="TextBox 13"/>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323035462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ec_H3_C6">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45059"/>
            <a:ext cx="16256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7" name="Text Placeholder 22"/>
          <p:cNvSpPr>
            <a:spLocks noGrp="1"/>
          </p:cNvSpPr>
          <p:nvPr>
            <p:ph type="body" sz="quarter" idx="12" hasCustomPrompt="1"/>
          </p:nvPr>
        </p:nvSpPr>
        <p:spPr>
          <a:xfrm>
            <a:off x="812800" y="165947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4" name="Text Placeholder 22"/>
          <p:cNvSpPr>
            <a:spLocks noGrp="1"/>
          </p:cNvSpPr>
          <p:nvPr>
            <p:ph type="body" sz="quarter" idx="14" hasCustomPrompt="1"/>
          </p:nvPr>
        </p:nvSpPr>
        <p:spPr>
          <a:xfrm>
            <a:off x="2600960" y="165947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6" name="Text Placeholder 22"/>
          <p:cNvSpPr>
            <a:spLocks noGrp="1"/>
          </p:cNvSpPr>
          <p:nvPr>
            <p:ph type="body" sz="quarter" idx="16" hasCustomPrompt="1"/>
          </p:nvPr>
        </p:nvSpPr>
        <p:spPr>
          <a:xfrm>
            <a:off x="4389120" y="165947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8" name="Text Placeholder 22"/>
          <p:cNvSpPr>
            <a:spLocks noGrp="1"/>
          </p:cNvSpPr>
          <p:nvPr>
            <p:ph type="body" sz="quarter" idx="18" hasCustomPrompt="1"/>
          </p:nvPr>
        </p:nvSpPr>
        <p:spPr>
          <a:xfrm>
            <a:off x="6177280" y="165947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Text Placeholder 22"/>
          <p:cNvSpPr>
            <a:spLocks noGrp="1"/>
          </p:cNvSpPr>
          <p:nvPr>
            <p:ph type="body" sz="quarter" idx="20" hasCustomPrompt="1"/>
          </p:nvPr>
        </p:nvSpPr>
        <p:spPr>
          <a:xfrm>
            <a:off x="7965440" y="165947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2" name="Text Placeholder 22"/>
          <p:cNvSpPr>
            <a:spLocks noGrp="1"/>
          </p:cNvSpPr>
          <p:nvPr>
            <p:ph type="body" sz="quarter" idx="22" hasCustomPrompt="1"/>
          </p:nvPr>
        </p:nvSpPr>
        <p:spPr>
          <a:xfrm>
            <a:off x="9753600" y="1659472"/>
            <a:ext cx="1625600" cy="184665"/>
          </a:xfrm>
          <a:prstGeom prst="rect">
            <a:avLst/>
          </a:prstGeom>
        </p:spPr>
        <p:txBody>
          <a:bodyPr wrap="square" tIns="0" bIns="0">
            <a:spAutoFit/>
          </a:bodyPr>
          <a:lstStyle>
            <a:lvl1pPr marL="0" indent="0" algn="l">
              <a:lnSpc>
                <a:spcPct val="100000"/>
              </a:lnSpc>
              <a:spcBef>
                <a:spcPts val="0"/>
              </a:spcBef>
              <a:buNone/>
              <a:defRPr sz="12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4" name="Content Placeholder 3"/>
          <p:cNvSpPr>
            <a:spLocks noGrp="1"/>
          </p:cNvSpPr>
          <p:nvPr>
            <p:ph sz="quarter" idx="23" hasCustomPrompt="1"/>
          </p:nvPr>
        </p:nvSpPr>
        <p:spPr>
          <a:xfrm>
            <a:off x="2600960" y="1845059"/>
            <a:ext cx="16256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5" name="Content Placeholder 3"/>
          <p:cNvSpPr>
            <a:spLocks noGrp="1"/>
          </p:cNvSpPr>
          <p:nvPr>
            <p:ph sz="quarter" idx="24" hasCustomPrompt="1"/>
          </p:nvPr>
        </p:nvSpPr>
        <p:spPr>
          <a:xfrm>
            <a:off x="4389120" y="1845059"/>
            <a:ext cx="16256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6" name="Content Placeholder 3"/>
          <p:cNvSpPr>
            <a:spLocks noGrp="1"/>
          </p:cNvSpPr>
          <p:nvPr>
            <p:ph sz="quarter" idx="25" hasCustomPrompt="1"/>
          </p:nvPr>
        </p:nvSpPr>
        <p:spPr>
          <a:xfrm>
            <a:off x="6177280" y="1845059"/>
            <a:ext cx="16256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7" name="Content Placeholder 3"/>
          <p:cNvSpPr>
            <a:spLocks noGrp="1"/>
          </p:cNvSpPr>
          <p:nvPr>
            <p:ph sz="quarter" idx="26" hasCustomPrompt="1"/>
          </p:nvPr>
        </p:nvSpPr>
        <p:spPr>
          <a:xfrm>
            <a:off x="7965440" y="1845059"/>
            <a:ext cx="16256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sp>
        <p:nvSpPr>
          <p:cNvPr id="28" name="Content Placeholder 3"/>
          <p:cNvSpPr>
            <a:spLocks noGrp="1"/>
          </p:cNvSpPr>
          <p:nvPr>
            <p:ph sz="quarter" idx="27" hasCustomPrompt="1"/>
          </p:nvPr>
        </p:nvSpPr>
        <p:spPr>
          <a:xfrm>
            <a:off x="9759951" y="1845059"/>
            <a:ext cx="1625600" cy="4352544"/>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p:txBody>
      </p:sp>
      <p:pic>
        <p:nvPicPr>
          <p:cNvPr id="17"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9" name="TextBox 18"/>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6246972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Slide 2_Blue">
    <p:bg>
      <p:bgPr>
        <a:solidFill>
          <a:srgbClr val="005BB3"/>
        </a:solidFill>
        <a:effectLst/>
      </p:bgPr>
    </p:bg>
    <p:spTree>
      <p:nvGrpSpPr>
        <p:cNvPr id="1" name=""/>
        <p:cNvGrpSpPr/>
        <p:nvPr/>
      </p:nvGrpSpPr>
      <p:grpSpPr>
        <a:xfrm>
          <a:off x="0" y="0"/>
          <a:ext cx="0" cy="0"/>
          <a:chOff x="0" y="0"/>
          <a:chExt cx="0" cy="0"/>
        </a:xfrm>
      </p:grpSpPr>
      <p:pic>
        <p:nvPicPr>
          <p:cNvPr id="7" name="Picture Placeholder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8128" y="6241764"/>
            <a:ext cx="1211072" cy="349504"/>
          </a:xfrm>
          <a:prstGeom prst="rect">
            <a:avLst/>
          </a:prstGeom>
        </p:spPr>
      </p:pic>
      <p:sp>
        <p:nvSpPr>
          <p:cNvPr id="8"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rgbClr val="FFFFFF"/>
                </a:solidFill>
                <a:latin typeface="Century Gothic"/>
                <a:ea typeface="Century Gothic"/>
                <a:cs typeface="Century Gothic"/>
              </a:defRPr>
            </a:lvl1pPr>
          </a:lstStyle>
          <a:p>
            <a:r>
              <a:rPr lang="en-US"/>
              <a:t>Click to add title</a:t>
            </a:r>
          </a:p>
        </p:txBody>
      </p:sp>
    </p:spTree>
    <p:extLst>
      <p:ext uri="{BB962C8B-B14F-4D97-AF65-F5344CB8AC3E}">
        <p14:creationId xmlns:p14="http://schemas.microsoft.com/office/powerpoint/2010/main" val="428611874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Slide_Purple">
    <p:bg>
      <p:bgPr>
        <a:solidFill>
          <a:schemeClr val="accent2"/>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812800" y="2944453"/>
            <a:ext cx="10566400" cy="533480"/>
          </a:xfrm>
          <a:prstGeom prst="rect">
            <a:avLst/>
          </a:prstGeom>
        </p:spPr>
        <p:txBody>
          <a:bodyPr wrap="square" tIns="0" bIns="0" anchor="b" anchorCtr="1">
            <a:spAutoFit/>
          </a:bodyPr>
          <a:lstStyle>
            <a:lvl1pPr algn="ctr">
              <a:lnSpc>
                <a:spcPct val="100000"/>
              </a:lnSpc>
              <a:defRPr sz="3467" b="0" i="0" cap="all" spc="533" baseline="0">
                <a:solidFill>
                  <a:schemeClr val="bg1"/>
                </a:solidFill>
                <a:latin typeface="Century Gothic"/>
                <a:ea typeface="Century Gothic"/>
                <a:cs typeface="Century Gothic"/>
              </a:defRPr>
            </a:lvl1pPr>
          </a:lstStyle>
          <a:p>
            <a:endParaRPr lang="en-US"/>
          </a:p>
        </p:txBody>
      </p:sp>
      <p:pic>
        <p:nvPicPr>
          <p:cNvPr id="6" name="Picture Placeholder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490464" y="3864864"/>
            <a:ext cx="1211072" cy="349504"/>
          </a:xfrm>
          <a:prstGeom prst="rect">
            <a:avLst/>
          </a:prstGeom>
        </p:spPr>
      </p:pic>
    </p:spTree>
    <p:extLst>
      <p:ext uri="{BB962C8B-B14F-4D97-AF65-F5344CB8AC3E}">
        <p14:creationId xmlns:p14="http://schemas.microsoft.com/office/powerpoint/2010/main" val="387397776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Slide 2_Purple">
    <p:bg>
      <p:bgPr>
        <a:solidFill>
          <a:srgbClr val="8C42BD"/>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rgbClr val="FFFFFF"/>
                </a:solidFill>
                <a:latin typeface="Century Gothic"/>
                <a:ea typeface="Century Gothic"/>
                <a:cs typeface="Century Gothic"/>
              </a:defRPr>
            </a:lvl1pPr>
          </a:lstStyle>
          <a:p>
            <a:r>
              <a:rPr lang="en-US"/>
              <a:t>Click to add title</a:t>
            </a:r>
          </a:p>
        </p:txBody>
      </p:sp>
      <p:pic>
        <p:nvPicPr>
          <p:cNvPr id="4" name="Picture Placeholder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8128" y="6241764"/>
            <a:ext cx="1211072" cy="349504"/>
          </a:xfrm>
          <a:prstGeom prst="rect">
            <a:avLst/>
          </a:prstGeom>
        </p:spPr>
      </p:pic>
    </p:spTree>
    <p:extLst>
      <p:ext uri="{BB962C8B-B14F-4D97-AF65-F5344CB8AC3E}">
        <p14:creationId xmlns:p14="http://schemas.microsoft.com/office/powerpoint/2010/main" val="51463526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0" y="0"/>
            <a:ext cx="12192000" cy="1584960"/>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Banner image</a:t>
            </a:r>
          </a:p>
        </p:txBody>
      </p:sp>
      <p:sp>
        <p:nvSpPr>
          <p:cNvPr id="2" name="Rectangle 1"/>
          <p:cNvSpPr/>
          <p:nvPr userDrawn="1"/>
        </p:nvSpPr>
        <p:spPr>
          <a:xfrm>
            <a:off x="0" y="0"/>
            <a:ext cx="12192000" cy="1584960"/>
          </a:xfrm>
          <a:prstGeom prst="rect">
            <a:avLst/>
          </a:prstGeom>
          <a:solidFill>
            <a:srgbClr val="8C4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 name="Text Placeholder 2"/>
          <p:cNvSpPr>
            <a:spLocks noGrp="1"/>
          </p:cNvSpPr>
          <p:nvPr>
            <p:ph type="body" sz="quarter" idx="31" hasCustomPrompt="1"/>
          </p:nvPr>
        </p:nvSpPr>
        <p:spPr>
          <a:xfrm>
            <a:off x="812800" y="934721"/>
            <a:ext cx="10566400" cy="379656"/>
          </a:xfrm>
          <a:prstGeom prst="rect">
            <a:avLst/>
          </a:prstGeom>
        </p:spPr>
        <p:txBody>
          <a:bodyPr wrap="square" anchor="t" anchorCtr="0">
            <a:spAutoFit/>
          </a:bodyPr>
          <a:lstStyle>
            <a:lvl1pPr marL="0" indent="0" algn="ctr">
              <a:lnSpc>
                <a:spcPct val="100000"/>
              </a:lnSpc>
              <a:spcBef>
                <a:spcPts val="0"/>
              </a:spcBef>
              <a:spcAft>
                <a:spcPts val="0"/>
              </a:spcAft>
              <a:buNone/>
              <a:defRPr sz="1867" b="0" i="0" baseline="0">
                <a:solidFill>
                  <a:schemeClr val="bg1"/>
                </a:solidFill>
                <a:latin typeface="Century Gothic"/>
                <a:ea typeface="Century Gothic"/>
                <a:cs typeface="Century Gothic"/>
              </a:defRPr>
            </a:lvl1pPr>
          </a:lstStyle>
          <a:p>
            <a:pPr lvl="0"/>
            <a:r>
              <a:rPr lang="en-US"/>
              <a:t>Case study headline</a:t>
            </a:r>
          </a:p>
        </p:txBody>
      </p:sp>
      <p:pic>
        <p:nvPicPr>
          <p:cNvPr id="11"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3" name="TextBox 12"/>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
        <p:nvSpPr>
          <p:cNvPr id="36" name="Content Placeholder 3"/>
          <p:cNvSpPr>
            <a:spLocks noGrp="1"/>
          </p:cNvSpPr>
          <p:nvPr>
            <p:ph sz="quarter" idx="10" hasCustomPrompt="1"/>
          </p:nvPr>
        </p:nvSpPr>
        <p:spPr>
          <a:xfrm>
            <a:off x="812800" y="1877568"/>
            <a:ext cx="2032000" cy="4294635"/>
          </a:xfrm>
          <a:prstGeom prst="rect">
            <a:avLst/>
          </a:prstGeom>
        </p:spPr>
        <p:txBody>
          <a:bodyPr vert="horz"/>
          <a:lstStyle>
            <a:lvl1pPr marL="0" indent="0">
              <a:lnSpc>
                <a:spcPct val="110000"/>
              </a:lnSpc>
              <a:spcBef>
                <a:spcPts val="0"/>
              </a:spcBef>
              <a:spcAft>
                <a:spcPts val="400"/>
              </a:spcAft>
              <a:buNone/>
              <a:defRPr sz="767" b="0"/>
            </a:lvl1pPr>
            <a:lvl2pPr marL="78315" indent="-78315">
              <a:lnSpc>
                <a:spcPct val="110000"/>
              </a:lnSpc>
              <a:spcBef>
                <a:spcPts val="0"/>
              </a:spcBef>
              <a:spcAft>
                <a:spcPts val="400"/>
              </a:spcAft>
              <a:buFont typeface="Arial"/>
              <a:buChar char="•"/>
              <a:defRPr sz="767"/>
            </a:lvl2pPr>
            <a:lvl3pPr marL="226478" indent="-69849">
              <a:lnSpc>
                <a:spcPct val="110000"/>
              </a:lnSpc>
              <a:spcBef>
                <a:spcPts val="0"/>
              </a:spcBef>
              <a:spcAft>
                <a:spcPts val="400"/>
              </a:spcAft>
              <a:buFont typeface="Lucida Grande"/>
              <a:buChar char="–"/>
              <a:defRPr sz="767"/>
            </a:lvl3pPr>
            <a:lvl4pPr marL="383108" indent="-67732">
              <a:lnSpc>
                <a:spcPct val="110000"/>
              </a:lnSpc>
              <a:spcBef>
                <a:spcPts val="0"/>
              </a:spcBef>
              <a:spcAft>
                <a:spcPts val="400"/>
              </a:spcAft>
              <a:defRPr sz="767"/>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37" name="Text Placeholder 22"/>
          <p:cNvSpPr>
            <a:spLocks noGrp="1"/>
          </p:cNvSpPr>
          <p:nvPr>
            <p:ph type="body" sz="quarter" idx="12" hasCustomPrompt="1"/>
          </p:nvPr>
        </p:nvSpPr>
        <p:spPr>
          <a:xfrm>
            <a:off x="812800" y="1743456"/>
            <a:ext cx="2032000" cy="143629"/>
          </a:xfrm>
          <a:prstGeom prst="rect">
            <a:avLst/>
          </a:prstGeom>
        </p:spPr>
        <p:txBody>
          <a:bodyPr wrap="square" tIns="0" bIns="0">
            <a:spAutoFit/>
          </a:bodyPr>
          <a:lstStyle>
            <a:lvl1pPr marL="0" indent="0" algn="l">
              <a:lnSpc>
                <a:spcPct val="100000"/>
              </a:lnSpc>
              <a:spcBef>
                <a:spcPts val="0"/>
              </a:spcBef>
              <a:buNone/>
              <a:defRPr sz="933"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a:t>
            </a:r>
          </a:p>
        </p:txBody>
      </p:sp>
      <p:sp>
        <p:nvSpPr>
          <p:cNvPr id="38" name="Text Placeholder 22"/>
          <p:cNvSpPr>
            <a:spLocks noGrp="1"/>
          </p:cNvSpPr>
          <p:nvPr>
            <p:ph type="body" sz="quarter" idx="14" hasCustomPrompt="1"/>
          </p:nvPr>
        </p:nvSpPr>
        <p:spPr>
          <a:xfrm>
            <a:off x="2946400" y="1743456"/>
            <a:ext cx="2032000" cy="143629"/>
          </a:xfrm>
          <a:prstGeom prst="rect">
            <a:avLst/>
          </a:prstGeom>
        </p:spPr>
        <p:txBody>
          <a:bodyPr wrap="square" tIns="0" bIns="0">
            <a:spAutoFit/>
          </a:bodyPr>
          <a:lstStyle>
            <a:lvl1pPr marL="0" indent="0" algn="l">
              <a:lnSpc>
                <a:spcPct val="100000"/>
              </a:lnSpc>
              <a:spcBef>
                <a:spcPts val="0"/>
              </a:spcBef>
              <a:buNone/>
              <a:defRPr sz="933"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a:t>
            </a:r>
          </a:p>
        </p:txBody>
      </p:sp>
      <p:sp>
        <p:nvSpPr>
          <p:cNvPr id="40" name="Text Placeholder 22"/>
          <p:cNvSpPr>
            <a:spLocks noGrp="1"/>
          </p:cNvSpPr>
          <p:nvPr>
            <p:ph type="body" sz="quarter" idx="32" hasCustomPrompt="1"/>
          </p:nvPr>
        </p:nvSpPr>
        <p:spPr>
          <a:xfrm>
            <a:off x="7213600" y="1743456"/>
            <a:ext cx="2032000" cy="143629"/>
          </a:xfrm>
          <a:prstGeom prst="rect">
            <a:avLst/>
          </a:prstGeom>
        </p:spPr>
        <p:txBody>
          <a:bodyPr wrap="square" tIns="0" bIns="0">
            <a:spAutoFit/>
          </a:bodyPr>
          <a:lstStyle>
            <a:lvl1pPr marL="0" indent="0" algn="l">
              <a:lnSpc>
                <a:spcPct val="100000"/>
              </a:lnSpc>
              <a:spcBef>
                <a:spcPts val="0"/>
              </a:spcBef>
              <a:buNone/>
              <a:defRPr sz="933"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a:t>
            </a:r>
          </a:p>
        </p:txBody>
      </p:sp>
      <p:sp>
        <p:nvSpPr>
          <p:cNvPr id="45" name="Content Placeholder 3"/>
          <p:cNvSpPr>
            <a:spLocks noGrp="1"/>
          </p:cNvSpPr>
          <p:nvPr>
            <p:ph sz="quarter" idx="24" hasCustomPrompt="1"/>
          </p:nvPr>
        </p:nvSpPr>
        <p:spPr>
          <a:xfrm>
            <a:off x="9347200" y="1743456"/>
            <a:ext cx="2032000" cy="4428744"/>
          </a:xfrm>
          <a:prstGeom prst="rect">
            <a:avLst/>
          </a:prstGeom>
        </p:spPr>
        <p:txBody>
          <a:bodyPr vert="horz" tIns="0"/>
          <a:lstStyle>
            <a:lvl1pPr marL="0" indent="0">
              <a:lnSpc>
                <a:spcPct val="100000"/>
              </a:lnSpc>
              <a:spcBef>
                <a:spcPts val="0"/>
              </a:spcBef>
              <a:spcAft>
                <a:spcPts val="400"/>
              </a:spcAft>
              <a:buNone/>
              <a:defRPr sz="933" b="0" i="1">
                <a:solidFill>
                  <a:schemeClr val="accent2"/>
                </a:solidFill>
              </a:defRPr>
            </a:lvl1pPr>
            <a:lvl2pPr marL="158747" indent="-158747">
              <a:lnSpc>
                <a:spcPct val="100000"/>
              </a:lnSpc>
              <a:spcBef>
                <a:spcPts val="0"/>
              </a:spcBef>
              <a:spcAft>
                <a:spcPts val="533"/>
              </a:spcAft>
              <a:buFont typeface="Arial"/>
              <a:buChar char="•"/>
              <a:defRPr sz="933">
                <a:solidFill>
                  <a:schemeClr val="accent2"/>
                </a:solidFill>
              </a:defRPr>
            </a:lvl2pPr>
            <a:lvl3pPr marL="387341" indent="-152396">
              <a:lnSpc>
                <a:spcPct val="100000"/>
              </a:lnSpc>
              <a:spcBef>
                <a:spcPts val="0"/>
              </a:spcBef>
              <a:spcAft>
                <a:spcPts val="533"/>
              </a:spcAft>
              <a:buFont typeface="Lucida Grande"/>
              <a:buChar char="–"/>
              <a:defRPr sz="933">
                <a:solidFill>
                  <a:schemeClr val="accent2"/>
                </a:solidFill>
              </a:defRPr>
            </a:lvl3pPr>
            <a:lvl4pPr marL="613818" indent="-152396">
              <a:lnSpc>
                <a:spcPct val="100000"/>
              </a:lnSpc>
              <a:spcBef>
                <a:spcPts val="0"/>
              </a:spcBef>
              <a:spcAft>
                <a:spcPts val="533"/>
              </a:spcAft>
              <a:defRPr sz="933">
                <a:solidFill>
                  <a:schemeClr val="accent2"/>
                </a:solidFill>
              </a:defRPr>
            </a:lvl4pPr>
            <a:lvl5pPr marL="840296" indent="-152396">
              <a:lnSpc>
                <a:spcPts val="1333"/>
              </a:lnSpc>
              <a:spcBef>
                <a:spcPts val="533"/>
              </a:spcBef>
              <a:defRPr sz="933" baseline="0"/>
            </a:lvl5pPr>
          </a:lstStyle>
          <a:p>
            <a:pPr lvl="0"/>
            <a:r>
              <a:rPr lang="en-US"/>
              <a:t>Statistics and quotes go here</a:t>
            </a:r>
          </a:p>
        </p:txBody>
      </p:sp>
      <p:sp>
        <p:nvSpPr>
          <p:cNvPr id="6" name="Picture Placeholder 5"/>
          <p:cNvSpPr>
            <a:spLocks noGrp="1"/>
          </p:cNvSpPr>
          <p:nvPr>
            <p:ph type="pic" sz="quarter" idx="34" hasCustomPrompt="1"/>
          </p:nvPr>
        </p:nvSpPr>
        <p:spPr>
          <a:xfrm>
            <a:off x="5063744" y="447040"/>
            <a:ext cx="487680" cy="487680"/>
          </a:xfrm>
          <a:prstGeom prst="rect">
            <a:avLst/>
          </a:prstGeom>
        </p:spPr>
        <p:txBody>
          <a:bodyPr vert="horz" anchor="ctr"/>
          <a:lstStyle>
            <a:lvl1pPr marL="0" indent="0" algn="r">
              <a:buNone/>
              <a:defRPr sz="800" baseline="0"/>
            </a:lvl1pPr>
          </a:lstStyle>
          <a:p>
            <a:r>
              <a:rPr lang="en-US"/>
              <a:t>icon</a:t>
            </a:r>
          </a:p>
        </p:txBody>
      </p:sp>
      <p:sp>
        <p:nvSpPr>
          <p:cNvPr id="8" name="Text Placeholder 7"/>
          <p:cNvSpPr>
            <a:spLocks noGrp="1"/>
          </p:cNvSpPr>
          <p:nvPr>
            <p:ph type="body" sz="quarter" idx="35" hasCustomPrompt="1"/>
          </p:nvPr>
        </p:nvSpPr>
        <p:spPr>
          <a:xfrm>
            <a:off x="5551424" y="447040"/>
            <a:ext cx="3419856" cy="487680"/>
          </a:xfrm>
          <a:prstGeom prst="rect">
            <a:avLst/>
          </a:prstGeom>
        </p:spPr>
        <p:txBody>
          <a:bodyPr vert="horz" anchor="ctr"/>
          <a:lstStyle>
            <a:lvl1pPr marL="0" indent="0">
              <a:buNone/>
              <a:defRPr sz="933" b="1" kern="0" cap="all" spc="400">
                <a:solidFill>
                  <a:srgbClr val="FFFFFF"/>
                </a:solidFill>
              </a:defRPr>
            </a:lvl1pPr>
            <a:lvl2pPr marL="457189" indent="0">
              <a:buNone/>
              <a:defRPr sz="1200"/>
            </a:lvl2pPr>
            <a:lvl3pPr marL="914377" indent="0">
              <a:buNone/>
              <a:defRPr sz="1200"/>
            </a:lvl3pPr>
            <a:lvl4pPr marL="1371566" indent="0">
              <a:buNone/>
              <a:defRPr sz="1200"/>
            </a:lvl4pPr>
            <a:lvl5pPr marL="1828754" indent="0">
              <a:buNone/>
              <a:defRPr sz="1200"/>
            </a:lvl5pPr>
          </a:lstStyle>
          <a:p>
            <a:pPr lvl="0"/>
            <a:r>
              <a:rPr lang="en-US"/>
              <a:t>Market sector</a:t>
            </a:r>
          </a:p>
        </p:txBody>
      </p:sp>
      <p:sp>
        <p:nvSpPr>
          <p:cNvPr id="22" name="Text Placeholder 22"/>
          <p:cNvSpPr>
            <a:spLocks noGrp="1"/>
          </p:cNvSpPr>
          <p:nvPr>
            <p:ph type="body" sz="quarter" idx="39" hasCustomPrompt="1"/>
          </p:nvPr>
        </p:nvSpPr>
        <p:spPr>
          <a:xfrm>
            <a:off x="5063744" y="1743456"/>
            <a:ext cx="2032000" cy="143629"/>
          </a:xfrm>
          <a:prstGeom prst="rect">
            <a:avLst/>
          </a:prstGeom>
        </p:spPr>
        <p:txBody>
          <a:bodyPr wrap="square" tIns="0" bIns="0">
            <a:spAutoFit/>
          </a:bodyPr>
          <a:lstStyle>
            <a:lvl1pPr marL="0" indent="0" algn="l">
              <a:lnSpc>
                <a:spcPct val="100000"/>
              </a:lnSpc>
              <a:spcBef>
                <a:spcPts val="0"/>
              </a:spcBef>
              <a:buNone/>
              <a:defRPr sz="933"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a:t>
            </a:r>
          </a:p>
        </p:txBody>
      </p:sp>
      <p:sp>
        <p:nvSpPr>
          <p:cNvPr id="24" name="Content Placeholder 3"/>
          <p:cNvSpPr>
            <a:spLocks noGrp="1"/>
          </p:cNvSpPr>
          <p:nvPr>
            <p:ph sz="quarter" idx="40" hasCustomPrompt="1"/>
          </p:nvPr>
        </p:nvSpPr>
        <p:spPr>
          <a:xfrm>
            <a:off x="2946400" y="1877568"/>
            <a:ext cx="2032000" cy="4294635"/>
          </a:xfrm>
          <a:prstGeom prst="rect">
            <a:avLst/>
          </a:prstGeom>
        </p:spPr>
        <p:txBody>
          <a:bodyPr vert="horz"/>
          <a:lstStyle>
            <a:lvl1pPr marL="0" indent="0">
              <a:lnSpc>
                <a:spcPct val="110000"/>
              </a:lnSpc>
              <a:spcBef>
                <a:spcPts val="0"/>
              </a:spcBef>
              <a:spcAft>
                <a:spcPts val="400"/>
              </a:spcAft>
              <a:buNone/>
              <a:defRPr sz="767" b="0"/>
            </a:lvl1pPr>
            <a:lvl2pPr marL="78315" indent="-78315">
              <a:lnSpc>
                <a:spcPct val="110000"/>
              </a:lnSpc>
              <a:spcBef>
                <a:spcPts val="0"/>
              </a:spcBef>
              <a:spcAft>
                <a:spcPts val="400"/>
              </a:spcAft>
              <a:buFont typeface="Arial"/>
              <a:buChar char="•"/>
              <a:defRPr sz="767"/>
            </a:lvl2pPr>
            <a:lvl3pPr marL="226478" indent="-69849">
              <a:lnSpc>
                <a:spcPct val="110000"/>
              </a:lnSpc>
              <a:spcBef>
                <a:spcPts val="0"/>
              </a:spcBef>
              <a:spcAft>
                <a:spcPts val="400"/>
              </a:spcAft>
              <a:buFont typeface="Lucida Grande"/>
              <a:buChar char="–"/>
              <a:defRPr sz="767"/>
            </a:lvl3pPr>
            <a:lvl4pPr marL="383108" indent="-67732">
              <a:lnSpc>
                <a:spcPct val="110000"/>
              </a:lnSpc>
              <a:spcBef>
                <a:spcPts val="0"/>
              </a:spcBef>
              <a:spcAft>
                <a:spcPts val="400"/>
              </a:spcAft>
              <a:defRPr sz="767"/>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25" name="Content Placeholder 3"/>
          <p:cNvSpPr>
            <a:spLocks noGrp="1"/>
          </p:cNvSpPr>
          <p:nvPr>
            <p:ph sz="quarter" idx="41" hasCustomPrompt="1"/>
          </p:nvPr>
        </p:nvSpPr>
        <p:spPr>
          <a:xfrm>
            <a:off x="5063744" y="1877568"/>
            <a:ext cx="2032000" cy="4294635"/>
          </a:xfrm>
          <a:prstGeom prst="rect">
            <a:avLst/>
          </a:prstGeom>
        </p:spPr>
        <p:txBody>
          <a:bodyPr vert="horz"/>
          <a:lstStyle>
            <a:lvl1pPr marL="0" indent="0">
              <a:lnSpc>
                <a:spcPct val="110000"/>
              </a:lnSpc>
              <a:spcBef>
                <a:spcPts val="0"/>
              </a:spcBef>
              <a:spcAft>
                <a:spcPts val="400"/>
              </a:spcAft>
              <a:buNone/>
              <a:defRPr sz="767" b="0"/>
            </a:lvl1pPr>
            <a:lvl2pPr marL="78315" indent="-78315">
              <a:lnSpc>
                <a:spcPct val="110000"/>
              </a:lnSpc>
              <a:spcBef>
                <a:spcPts val="0"/>
              </a:spcBef>
              <a:spcAft>
                <a:spcPts val="400"/>
              </a:spcAft>
              <a:buFont typeface="Arial"/>
              <a:buChar char="•"/>
              <a:defRPr sz="767"/>
            </a:lvl2pPr>
            <a:lvl3pPr marL="226478" indent="-69849">
              <a:lnSpc>
                <a:spcPct val="110000"/>
              </a:lnSpc>
              <a:spcBef>
                <a:spcPts val="0"/>
              </a:spcBef>
              <a:spcAft>
                <a:spcPts val="400"/>
              </a:spcAft>
              <a:buFont typeface="Lucida Grande"/>
              <a:buChar char="–"/>
              <a:defRPr sz="767"/>
            </a:lvl3pPr>
            <a:lvl4pPr marL="383108" indent="-67732">
              <a:lnSpc>
                <a:spcPct val="110000"/>
              </a:lnSpc>
              <a:spcBef>
                <a:spcPts val="0"/>
              </a:spcBef>
              <a:spcAft>
                <a:spcPts val="400"/>
              </a:spcAft>
              <a:defRPr sz="767"/>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
        <p:nvSpPr>
          <p:cNvPr id="26" name="Content Placeholder 3"/>
          <p:cNvSpPr>
            <a:spLocks noGrp="1"/>
          </p:cNvSpPr>
          <p:nvPr>
            <p:ph sz="quarter" idx="42" hasCustomPrompt="1"/>
          </p:nvPr>
        </p:nvSpPr>
        <p:spPr>
          <a:xfrm>
            <a:off x="7213600" y="1877568"/>
            <a:ext cx="2032000" cy="4294635"/>
          </a:xfrm>
          <a:prstGeom prst="rect">
            <a:avLst/>
          </a:prstGeom>
        </p:spPr>
        <p:txBody>
          <a:bodyPr vert="horz"/>
          <a:lstStyle>
            <a:lvl1pPr marL="0" indent="0">
              <a:lnSpc>
                <a:spcPct val="110000"/>
              </a:lnSpc>
              <a:spcBef>
                <a:spcPts val="0"/>
              </a:spcBef>
              <a:spcAft>
                <a:spcPts val="400"/>
              </a:spcAft>
              <a:buNone/>
              <a:defRPr sz="767" b="0"/>
            </a:lvl1pPr>
            <a:lvl2pPr marL="78315" indent="-78315">
              <a:lnSpc>
                <a:spcPct val="110000"/>
              </a:lnSpc>
              <a:spcBef>
                <a:spcPts val="0"/>
              </a:spcBef>
              <a:spcAft>
                <a:spcPts val="400"/>
              </a:spcAft>
              <a:buFont typeface="Arial"/>
              <a:buChar char="•"/>
              <a:defRPr sz="767"/>
            </a:lvl2pPr>
            <a:lvl3pPr marL="226478" indent="-69849">
              <a:lnSpc>
                <a:spcPct val="110000"/>
              </a:lnSpc>
              <a:spcBef>
                <a:spcPts val="0"/>
              </a:spcBef>
              <a:spcAft>
                <a:spcPts val="400"/>
              </a:spcAft>
              <a:buFont typeface="Lucida Grande"/>
              <a:buChar char="–"/>
              <a:defRPr sz="767"/>
            </a:lvl3pPr>
            <a:lvl4pPr marL="383108" indent="-67732">
              <a:lnSpc>
                <a:spcPct val="110000"/>
              </a:lnSpc>
              <a:spcBef>
                <a:spcPts val="0"/>
              </a:spcBef>
              <a:spcAft>
                <a:spcPts val="400"/>
              </a:spcAft>
              <a:defRPr sz="767"/>
            </a:lvl4pPr>
            <a:lvl5pPr marL="840296" indent="-152396">
              <a:lnSpc>
                <a:spcPts val="1333"/>
              </a:lnSpc>
              <a:spcBef>
                <a:spcPts val="533"/>
              </a:spcBef>
              <a:defRPr sz="933" baseline="0"/>
            </a:lvl5pPr>
          </a:lstStyle>
          <a:p>
            <a:pPr lvl="0"/>
            <a:r>
              <a:rPr lang="en-US"/>
              <a:t>Body text</a:t>
            </a:r>
          </a:p>
          <a:p>
            <a:pPr lvl="1"/>
            <a:r>
              <a:rPr lang="en-US"/>
              <a:t>First level</a:t>
            </a:r>
          </a:p>
          <a:p>
            <a:pPr lvl="2"/>
            <a:r>
              <a:rPr lang="en-US"/>
              <a:t>Second level</a:t>
            </a:r>
          </a:p>
          <a:p>
            <a:pPr lvl="3"/>
            <a:r>
              <a:rPr lang="en-US"/>
              <a:t>Third level</a:t>
            </a:r>
          </a:p>
        </p:txBody>
      </p:sp>
    </p:spTree>
    <p:extLst>
      <p:ext uri="{BB962C8B-B14F-4D97-AF65-F5344CB8AC3E}">
        <p14:creationId xmlns:p14="http://schemas.microsoft.com/office/powerpoint/2010/main" val="2286771629"/>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Slide_Yellow">
    <p:bg>
      <p:bgPr>
        <a:solidFill>
          <a:schemeClr val="accent3"/>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812800" y="2944453"/>
            <a:ext cx="10566400" cy="533480"/>
          </a:xfrm>
          <a:prstGeom prst="rect">
            <a:avLst/>
          </a:prstGeom>
        </p:spPr>
        <p:txBody>
          <a:bodyPr wrap="square" tIns="0" bIns="0" anchor="b" anchorCtr="1">
            <a:spAutoFit/>
          </a:bodyPr>
          <a:lstStyle>
            <a:lvl1pPr algn="ctr">
              <a:lnSpc>
                <a:spcPct val="100000"/>
              </a:lnSpc>
              <a:defRPr sz="3467" b="0" i="0" cap="all" spc="533" baseline="0">
                <a:solidFill>
                  <a:schemeClr val="bg1"/>
                </a:solidFill>
                <a:latin typeface="Century Gothic"/>
                <a:ea typeface="Century Gothic"/>
                <a:cs typeface="Century Gothic"/>
              </a:defRPr>
            </a:lvl1pPr>
          </a:lstStyle>
          <a:p>
            <a:endParaRPr lang="en-US"/>
          </a:p>
        </p:txBody>
      </p:sp>
      <p:pic>
        <p:nvPicPr>
          <p:cNvPr id="5" name="Picture Placeholder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490464" y="3864864"/>
            <a:ext cx="1211072" cy="349504"/>
          </a:xfrm>
          <a:prstGeom prst="rect">
            <a:avLst/>
          </a:prstGeom>
        </p:spPr>
      </p:pic>
    </p:spTree>
    <p:extLst>
      <p:ext uri="{BB962C8B-B14F-4D97-AF65-F5344CB8AC3E}">
        <p14:creationId xmlns:p14="http://schemas.microsoft.com/office/powerpoint/2010/main" val="91301151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Slide 2_Yellow">
    <p:bg>
      <p:bgPr>
        <a:solidFill>
          <a:srgbClr val="FBB03F"/>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rgbClr val="FFFFFF"/>
                </a:solidFill>
                <a:latin typeface="Century Gothic"/>
                <a:ea typeface="Century Gothic"/>
                <a:cs typeface="Century Gothic"/>
              </a:defRPr>
            </a:lvl1pPr>
          </a:lstStyle>
          <a:p>
            <a:r>
              <a:rPr lang="en-US"/>
              <a:t>Click to add title</a:t>
            </a:r>
          </a:p>
        </p:txBody>
      </p:sp>
      <p:pic>
        <p:nvPicPr>
          <p:cNvPr id="4" name="Picture Placeholder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8128" y="6241764"/>
            <a:ext cx="1211072" cy="349504"/>
          </a:xfrm>
          <a:prstGeom prst="rect">
            <a:avLst/>
          </a:prstGeom>
        </p:spPr>
      </p:pic>
    </p:spTree>
    <p:extLst>
      <p:ext uri="{BB962C8B-B14F-4D97-AF65-F5344CB8AC3E}">
        <p14:creationId xmlns:p14="http://schemas.microsoft.com/office/powerpoint/2010/main" val="178261685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Slide_Red">
    <p:bg>
      <p:bgPr>
        <a:solidFill>
          <a:schemeClr val="accent4"/>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812800" y="2944453"/>
            <a:ext cx="10566400" cy="533480"/>
          </a:xfrm>
          <a:prstGeom prst="rect">
            <a:avLst/>
          </a:prstGeom>
        </p:spPr>
        <p:txBody>
          <a:bodyPr wrap="square" tIns="0" bIns="0" anchor="b" anchorCtr="1">
            <a:spAutoFit/>
          </a:bodyPr>
          <a:lstStyle>
            <a:lvl1pPr algn="ctr">
              <a:lnSpc>
                <a:spcPct val="100000"/>
              </a:lnSpc>
              <a:defRPr sz="3467" b="0" i="0" cap="all" spc="533" baseline="0">
                <a:solidFill>
                  <a:schemeClr val="bg1"/>
                </a:solidFill>
                <a:latin typeface="Century Gothic"/>
                <a:ea typeface="Century Gothic"/>
                <a:cs typeface="Century Gothic"/>
              </a:defRPr>
            </a:lvl1pPr>
          </a:lstStyle>
          <a:p>
            <a:endParaRPr lang="en-US"/>
          </a:p>
        </p:txBody>
      </p:sp>
      <p:pic>
        <p:nvPicPr>
          <p:cNvPr id="5" name="Picture Placeholder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490464" y="3864864"/>
            <a:ext cx="1211072" cy="349504"/>
          </a:xfrm>
          <a:prstGeom prst="rect">
            <a:avLst/>
          </a:prstGeom>
        </p:spPr>
      </p:pic>
    </p:spTree>
    <p:extLst>
      <p:ext uri="{BB962C8B-B14F-4D97-AF65-F5344CB8AC3E}">
        <p14:creationId xmlns:p14="http://schemas.microsoft.com/office/powerpoint/2010/main" val="209448972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Slide 2_Red">
    <p:bg>
      <p:bgPr>
        <a:solidFill>
          <a:srgbClr val="C00000"/>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rgbClr val="FFFFFF"/>
                </a:solidFill>
                <a:latin typeface="Century Gothic"/>
                <a:ea typeface="Century Gothic"/>
                <a:cs typeface="Century Gothic"/>
              </a:defRPr>
            </a:lvl1pPr>
          </a:lstStyle>
          <a:p>
            <a:r>
              <a:rPr lang="en-US"/>
              <a:t>Click to add title</a:t>
            </a:r>
          </a:p>
        </p:txBody>
      </p:sp>
      <p:pic>
        <p:nvPicPr>
          <p:cNvPr id="4" name="Picture Placeholder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8128" y="6241764"/>
            <a:ext cx="1211072" cy="349504"/>
          </a:xfrm>
          <a:prstGeom prst="rect">
            <a:avLst/>
          </a:prstGeom>
        </p:spPr>
      </p:pic>
    </p:spTree>
    <p:extLst>
      <p:ext uri="{BB962C8B-B14F-4D97-AF65-F5344CB8AC3E}">
        <p14:creationId xmlns:p14="http://schemas.microsoft.com/office/powerpoint/2010/main" val="351567957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Slide_Green">
    <p:bg>
      <p:bgPr>
        <a:solidFill>
          <a:schemeClr val="accent5"/>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812800" y="2944453"/>
            <a:ext cx="10566400" cy="533480"/>
          </a:xfrm>
          <a:prstGeom prst="rect">
            <a:avLst/>
          </a:prstGeom>
        </p:spPr>
        <p:txBody>
          <a:bodyPr wrap="square" tIns="0" bIns="0" anchor="b" anchorCtr="1">
            <a:spAutoFit/>
          </a:bodyPr>
          <a:lstStyle>
            <a:lvl1pPr algn="ctr">
              <a:lnSpc>
                <a:spcPct val="100000"/>
              </a:lnSpc>
              <a:defRPr sz="3467" b="0" i="0" cap="all" spc="533" baseline="0">
                <a:solidFill>
                  <a:schemeClr val="bg1"/>
                </a:solidFill>
                <a:latin typeface="Century Gothic"/>
                <a:ea typeface="Century Gothic"/>
                <a:cs typeface="Century Gothic"/>
              </a:defRPr>
            </a:lvl1pPr>
          </a:lstStyle>
          <a:p>
            <a:endParaRPr lang="en-US"/>
          </a:p>
        </p:txBody>
      </p:sp>
      <p:pic>
        <p:nvPicPr>
          <p:cNvPr id="5" name="Picture Placeholder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490464" y="3864864"/>
            <a:ext cx="1211072" cy="349504"/>
          </a:xfrm>
          <a:prstGeom prst="rect">
            <a:avLst/>
          </a:prstGeom>
        </p:spPr>
      </p:pic>
    </p:spTree>
    <p:extLst>
      <p:ext uri="{BB962C8B-B14F-4D97-AF65-F5344CB8AC3E}">
        <p14:creationId xmlns:p14="http://schemas.microsoft.com/office/powerpoint/2010/main" val="118278514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Slide 2_Green">
    <p:bg>
      <p:bgPr>
        <a:solidFill>
          <a:srgbClr val="32A063"/>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rgbClr val="FFFFFF"/>
                </a:solidFill>
                <a:latin typeface="Century Gothic"/>
                <a:ea typeface="Century Gothic"/>
                <a:cs typeface="Century Gothic"/>
              </a:defRPr>
            </a:lvl1pPr>
          </a:lstStyle>
          <a:p>
            <a:r>
              <a:rPr lang="en-US"/>
              <a:t>Click to add title</a:t>
            </a:r>
          </a:p>
        </p:txBody>
      </p:sp>
      <p:pic>
        <p:nvPicPr>
          <p:cNvPr id="5" name="Picture Placeholder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8128" y="6241764"/>
            <a:ext cx="1211072" cy="349504"/>
          </a:xfrm>
          <a:prstGeom prst="rect">
            <a:avLst/>
          </a:prstGeom>
        </p:spPr>
      </p:pic>
    </p:spTree>
    <p:extLst>
      <p:ext uri="{BB962C8B-B14F-4D97-AF65-F5344CB8AC3E}">
        <p14:creationId xmlns:p14="http://schemas.microsoft.com/office/powerpoint/2010/main" val="74608875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2 text with half page image_Plain">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2" y="0"/>
            <a:ext cx="5281087" cy="6858000"/>
          </a:xfrm>
          <a:prstGeom prst="rect">
            <a:avLst/>
          </a:prstGeom>
          <a:noFill/>
        </p:spPr>
        <p:txBody>
          <a:bodyPr/>
          <a:lstStyle>
            <a:lvl1pPr algn="ctr">
              <a:defRPr sz="1600"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½ page image</a:t>
            </a:r>
          </a:p>
        </p:txBody>
      </p:sp>
      <p:sp>
        <p:nvSpPr>
          <p:cNvPr id="12" name="Content Placeholder 3"/>
          <p:cNvSpPr>
            <a:spLocks noGrp="1"/>
          </p:cNvSpPr>
          <p:nvPr>
            <p:ph sz="quarter" idx="15" hasCustomPrompt="1"/>
          </p:nvPr>
        </p:nvSpPr>
        <p:spPr>
          <a:xfrm>
            <a:off x="617728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3" name="Text Placeholder 22"/>
          <p:cNvSpPr>
            <a:spLocks noGrp="1"/>
          </p:cNvSpPr>
          <p:nvPr>
            <p:ph type="body" sz="quarter" idx="16" hasCustomPrompt="1"/>
          </p:nvPr>
        </p:nvSpPr>
        <p:spPr>
          <a:xfrm>
            <a:off x="617728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tx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5" name="Text Placeholder 22"/>
          <p:cNvSpPr>
            <a:spLocks noGrp="1"/>
          </p:cNvSpPr>
          <p:nvPr>
            <p:ph type="body" sz="quarter" idx="19" hasCustomPrompt="1"/>
          </p:nvPr>
        </p:nvSpPr>
        <p:spPr>
          <a:xfrm>
            <a:off x="885952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tx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1" name="Content Placeholder 3"/>
          <p:cNvSpPr>
            <a:spLocks noGrp="1"/>
          </p:cNvSpPr>
          <p:nvPr>
            <p:ph sz="quarter" idx="20" hasCustomPrompt="1"/>
          </p:nvPr>
        </p:nvSpPr>
        <p:spPr>
          <a:xfrm>
            <a:off x="617728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2" name="Text Placeholder 22"/>
          <p:cNvSpPr>
            <a:spLocks noGrp="1"/>
          </p:cNvSpPr>
          <p:nvPr>
            <p:ph type="body" sz="quarter" idx="21" hasCustomPrompt="1"/>
          </p:nvPr>
        </p:nvSpPr>
        <p:spPr>
          <a:xfrm>
            <a:off x="617728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tx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4" name="Text Placeholder 22"/>
          <p:cNvSpPr>
            <a:spLocks noGrp="1"/>
          </p:cNvSpPr>
          <p:nvPr>
            <p:ph type="body" sz="quarter" idx="23" hasCustomPrompt="1"/>
          </p:nvPr>
        </p:nvSpPr>
        <p:spPr>
          <a:xfrm>
            <a:off x="885952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tx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6" name="Content Placeholder 3"/>
          <p:cNvSpPr>
            <a:spLocks noGrp="1"/>
          </p:cNvSpPr>
          <p:nvPr>
            <p:ph sz="quarter" idx="24" hasCustomPrompt="1"/>
          </p:nvPr>
        </p:nvSpPr>
        <p:spPr>
          <a:xfrm>
            <a:off x="885952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Content Placeholder 3"/>
          <p:cNvSpPr>
            <a:spLocks noGrp="1"/>
          </p:cNvSpPr>
          <p:nvPr>
            <p:ph sz="quarter" idx="25" hasCustomPrompt="1"/>
          </p:nvPr>
        </p:nvSpPr>
        <p:spPr>
          <a:xfrm>
            <a:off x="885952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pic>
        <p:nvPicPr>
          <p:cNvPr id="14"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9" name="TextBox 18"/>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90733870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Blue C2 text with half page image_Blue">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2" y="1487424"/>
            <a:ext cx="5281087" cy="5370576"/>
          </a:xfrm>
          <a:prstGeom prst="rect">
            <a:avLst/>
          </a:prstGeom>
          <a:noFill/>
        </p:spPr>
        <p:txBody>
          <a:bodyPr/>
          <a:lstStyle>
            <a:lvl1pPr algn="ctr">
              <a:defRPr sz="1600"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½ page image</a:t>
            </a:r>
          </a:p>
        </p:txBody>
      </p:sp>
      <p:sp>
        <p:nvSpPr>
          <p:cNvPr id="3" name="Rectangle 2"/>
          <p:cNvSpPr/>
          <p:nvPr userDrawn="1"/>
        </p:nvSpPr>
        <p:spPr>
          <a:xfrm>
            <a:off x="0" y="0"/>
            <a:ext cx="5283200" cy="148742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6" name="Content Placeholder 3"/>
          <p:cNvSpPr>
            <a:spLocks noGrp="1"/>
          </p:cNvSpPr>
          <p:nvPr>
            <p:ph sz="quarter" idx="15" hasCustomPrompt="1"/>
          </p:nvPr>
        </p:nvSpPr>
        <p:spPr>
          <a:xfrm>
            <a:off x="617728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Text Placeholder 22"/>
          <p:cNvSpPr>
            <a:spLocks noGrp="1"/>
          </p:cNvSpPr>
          <p:nvPr>
            <p:ph type="body" sz="quarter" idx="16" hasCustomPrompt="1"/>
          </p:nvPr>
        </p:nvSpPr>
        <p:spPr>
          <a:xfrm>
            <a:off x="617728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9" hasCustomPrompt="1"/>
          </p:nvPr>
        </p:nvSpPr>
        <p:spPr>
          <a:xfrm>
            <a:off x="885952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Content Placeholder 3"/>
          <p:cNvSpPr>
            <a:spLocks noGrp="1"/>
          </p:cNvSpPr>
          <p:nvPr>
            <p:ph sz="quarter" idx="20" hasCustomPrompt="1"/>
          </p:nvPr>
        </p:nvSpPr>
        <p:spPr>
          <a:xfrm>
            <a:off x="617728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7" name="Text Placeholder 22"/>
          <p:cNvSpPr>
            <a:spLocks noGrp="1"/>
          </p:cNvSpPr>
          <p:nvPr>
            <p:ph type="body" sz="quarter" idx="21" hasCustomPrompt="1"/>
          </p:nvPr>
        </p:nvSpPr>
        <p:spPr>
          <a:xfrm>
            <a:off x="617728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3" hasCustomPrompt="1"/>
          </p:nvPr>
        </p:nvSpPr>
        <p:spPr>
          <a:xfrm>
            <a:off x="885952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1"/>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9" name="Content Placeholder 3"/>
          <p:cNvSpPr>
            <a:spLocks noGrp="1"/>
          </p:cNvSpPr>
          <p:nvPr>
            <p:ph sz="quarter" idx="26" hasCustomPrompt="1"/>
          </p:nvPr>
        </p:nvSpPr>
        <p:spPr>
          <a:xfrm>
            <a:off x="885952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0" name="Content Placeholder 3"/>
          <p:cNvSpPr>
            <a:spLocks noGrp="1"/>
          </p:cNvSpPr>
          <p:nvPr>
            <p:ph sz="quarter" idx="27" hasCustomPrompt="1"/>
          </p:nvPr>
        </p:nvSpPr>
        <p:spPr>
          <a:xfrm>
            <a:off x="885952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 name="Title 1"/>
          <p:cNvSpPr>
            <a:spLocks noGrp="1"/>
          </p:cNvSpPr>
          <p:nvPr>
            <p:ph type="title" hasCustomPrompt="1"/>
          </p:nvPr>
        </p:nvSpPr>
        <p:spPr>
          <a:xfrm>
            <a:off x="-2113" y="816357"/>
            <a:ext cx="5283199" cy="671067"/>
          </a:xfrm>
          <a:prstGeom prst="rect">
            <a:avLst/>
          </a:prstGeom>
        </p:spPr>
        <p:txBody>
          <a:bodyPr vert="horz" lIns="365760"/>
          <a:lstStyle>
            <a:lvl1pPr>
              <a:defRPr sz="2667" b="1">
                <a:solidFill>
                  <a:srgbClr val="FFFFFF"/>
                </a:solidFill>
              </a:defRPr>
            </a:lvl1pPr>
          </a:lstStyle>
          <a:p>
            <a:r>
              <a:rPr lang="en-US"/>
              <a:t>Title</a:t>
            </a:r>
          </a:p>
        </p:txBody>
      </p:sp>
      <p:sp>
        <p:nvSpPr>
          <p:cNvPr id="33" name="Text Placeholder 11"/>
          <p:cNvSpPr>
            <a:spLocks noGrp="1"/>
          </p:cNvSpPr>
          <p:nvPr>
            <p:ph type="body" sz="quarter" idx="25"/>
          </p:nvPr>
        </p:nvSpPr>
        <p:spPr>
          <a:xfrm>
            <a:off x="-2113" y="237067"/>
            <a:ext cx="5283200" cy="558800"/>
          </a:xfrm>
          <a:prstGeom prst="rect">
            <a:avLst/>
          </a:prstGeom>
        </p:spPr>
        <p:txBody>
          <a:bodyPr lIns="365760" anchor="b" anchorCtr="0"/>
          <a:lstStyle>
            <a:lvl1pPr marL="0" indent="0">
              <a:buNone/>
              <a:defRPr sz="1600" cap="all">
                <a:solidFill>
                  <a:schemeClr val="bg1"/>
                </a:solidFill>
              </a:defRPr>
            </a:lvl1pPr>
          </a:lstStyle>
          <a:p>
            <a:endParaRPr lang="en-US"/>
          </a:p>
        </p:txBody>
      </p:sp>
      <p:pic>
        <p:nvPicPr>
          <p:cNvPr id="15"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7" name="TextBox 1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28165681"/>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Purple_C2 text with half page image_Blue">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2" y="1487424"/>
            <a:ext cx="5281087" cy="5370576"/>
          </a:xfrm>
          <a:prstGeom prst="rect">
            <a:avLst/>
          </a:prstGeom>
          <a:noFill/>
        </p:spPr>
        <p:txBody>
          <a:bodyPr/>
          <a:lstStyle>
            <a:lvl1pPr algn="ctr">
              <a:defRPr sz="1600"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½ page image</a:t>
            </a:r>
          </a:p>
        </p:txBody>
      </p:sp>
      <p:sp>
        <p:nvSpPr>
          <p:cNvPr id="16" name="Content Placeholder 3"/>
          <p:cNvSpPr>
            <a:spLocks noGrp="1"/>
          </p:cNvSpPr>
          <p:nvPr>
            <p:ph sz="quarter" idx="15" hasCustomPrompt="1"/>
          </p:nvPr>
        </p:nvSpPr>
        <p:spPr>
          <a:xfrm>
            <a:off x="617728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Text Placeholder 22"/>
          <p:cNvSpPr>
            <a:spLocks noGrp="1"/>
          </p:cNvSpPr>
          <p:nvPr>
            <p:ph type="body" sz="quarter" idx="16" hasCustomPrompt="1"/>
          </p:nvPr>
        </p:nvSpPr>
        <p:spPr>
          <a:xfrm>
            <a:off x="617728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2"/>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9" hasCustomPrompt="1"/>
          </p:nvPr>
        </p:nvSpPr>
        <p:spPr>
          <a:xfrm>
            <a:off x="885952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2"/>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Content Placeholder 3"/>
          <p:cNvSpPr>
            <a:spLocks noGrp="1"/>
          </p:cNvSpPr>
          <p:nvPr>
            <p:ph sz="quarter" idx="20" hasCustomPrompt="1"/>
          </p:nvPr>
        </p:nvSpPr>
        <p:spPr>
          <a:xfrm>
            <a:off x="617728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7" name="Text Placeholder 22"/>
          <p:cNvSpPr>
            <a:spLocks noGrp="1"/>
          </p:cNvSpPr>
          <p:nvPr>
            <p:ph type="body" sz="quarter" idx="21" hasCustomPrompt="1"/>
          </p:nvPr>
        </p:nvSpPr>
        <p:spPr>
          <a:xfrm>
            <a:off x="617728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2"/>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3" hasCustomPrompt="1"/>
          </p:nvPr>
        </p:nvSpPr>
        <p:spPr>
          <a:xfrm>
            <a:off x="885952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2"/>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9" name="Content Placeholder 3"/>
          <p:cNvSpPr>
            <a:spLocks noGrp="1"/>
          </p:cNvSpPr>
          <p:nvPr>
            <p:ph sz="quarter" idx="26" hasCustomPrompt="1"/>
          </p:nvPr>
        </p:nvSpPr>
        <p:spPr>
          <a:xfrm>
            <a:off x="885952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0" name="Content Placeholder 3"/>
          <p:cNvSpPr>
            <a:spLocks noGrp="1"/>
          </p:cNvSpPr>
          <p:nvPr>
            <p:ph sz="quarter" idx="27" hasCustomPrompt="1"/>
          </p:nvPr>
        </p:nvSpPr>
        <p:spPr>
          <a:xfrm>
            <a:off x="885952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2" name="Rectangle 31"/>
          <p:cNvSpPr/>
          <p:nvPr userDrawn="1"/>
        </p:nvSpPr>
        <p:spPr>
          <a:xfrm>
            <a:off x="0" y="0"/>
            <a:ext cx="5283200" cy="1487424"/>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itle 1"/>
          <p:cNvSpPr>
            <a:spLocks noGrp="1"/>
          </p:cNvSpPr>
          <p:nvPr>
            <p:ph type="title" hasCustomPrompt="1"/>
          </p:nvPr>
        </p:nvSpPr>
        <p:spPr>
          <a:xfrm>
            <a:off x="-2113" y="816357"/>
            <a:ext cx="5283199" cy="671067"/>
          </a:xfrm>
          <a:prstGeom prst="rect">
            <a:avLst/>
          </a:prstGeom>
        </p:spPr>
        <p:txBody>
          <a:bodyPr vert="horz" lIns="365760"/>
          <a:lstStyle>
            <a:lvl1pPr>
              <a:defRPr sz="2667" b="1">
                <a:solidFill>
                  <a:srgbClr val="FFFFFF"/>
                </a:solidFill>
              </a:defRPr>
            </a:lvl1pPr>
          </a:lstStyle>
          <a:p>
            <a:r>
              <a:rPr lang="en-US"/>
              <a:t>Title</a:t>
            </a:r>
          </a:p>
        </p:txBody>
      </p:sp>
      <p:sp>
        <p:nvSpPr>
          <p:cNvPr id="36" name="Text Placeholder 11"/>
          <p:cNvSpPr>
            <a:spLocks noGrp="1"/>
          </p:cNvSpPr>
          <p:nvPr>
            <p:ph type="body" sz="quarter" idx="25"/>
          </p:nvPr>
        </p:nvSpPr>
        <p:spPr>
          <a:xfrm>
            <a:off x="-2113" y="237067"/>
            <a:ext cx="5283200" cy="558800"/>
          </a:xfrm>
          <a:prstGeom prst="rect">
            <a:avLst/>
          </a:prstGeom>
        </p:spPr>
        <p:txBody>
          <a:bodyPr lIns="365760" anchor="b" anchorCtr="0"/>
          <a:lstStyle>
            <a:lvl1pPr marL="0" indent="0">
              <a:buNone/>
              <a:defRPr sz="1600" cap="all">
                <a:solidFill>
                  <a:schemeClr val="bg1"/>
                </a:solidFill>
              </a:defRPr>
            </a:lvl1pPr>
          </a:lstStyle>
          <a:p>
            <a:endParaRPr lang="en-US"/>
          </a:p>
        </p:txBody>
      </p:sp>
      <p:pic>
        <p:nvPicPr>
          <p:cNvPr id="15"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7" name="TextBox 1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67311916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Yellow_C2 text with half page image_Blue">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2" y="1487424"/>
            <a:ext cx="5281087" cy="5370576"/>
          </a:xfrm>
          <a:prstGeom prst="rect">
            <a:avLst/>
          </a:prstGeom>
          <a:noFill/>
        </p:spPr>
        <p:txBody>
          <a:bodyPr/>
          <a:lstStyle>
            <a:lvl1pPr algn="ctr">
              <a:defRPr sz="1600"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½ page image</a:t>
            </a:r>
          </a:p>
        </p:txBody>
      </p:sp>
      <p:sp>
        <p:nvSpPr>
          <p:cNvPr id="16" name="Content Placeholder 3"/>
          <p:cNvSpPr>
            <a:spLocks noGrp="1"/>
          </p:cNvSpPr>
          <p:nvPr>
            <p:ph sz="quarter" idx="15" hasCustomPrompt="1"/>
          </p:nvPr>
        </p:nvSpPr>
        <p:spPr>
          <a:xfrm>
            <a:off x="617728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Text Placeholder 22"/>
          <p:cNvSpPr>
            <a:spLocks noGrp="1"/>
          </p:cNvSpPr>
          <p:nvPr>
            <p:ph type="body" sz="quarter" idx="16" hasCustomPrompt="1"/>
          </p:nvPr>
        </p:nvSpPr>
        <p:spPr>
          <a:xfrm>
            <a:off x="617728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3"/>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9" hasCustomPrompt="1"/>
          </p:nvPr>
        </p:nvSpPr>
        <p:spPr>
          <a:xfrm>
            <a:off x="885952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3"/>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Content Placeholder 3"/>
          <p:cNvSpPr>
            <a:spLocks noGrp="1"/>
          </p:cNvSpPr>
          <p:nvPr>
            <p:ph sz="quarter" idx="20" hasCustomPrompt="1"/>
          </p:nvPr>
        </p:nvSpPr>
        <p:spPr>
          <a:xfrm>
            <a:off x="617728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7" name="Text Placeholder 22"/>
          <p:cNvSpPr>
            <a:spLocks noGrp="1"/>
          </p:cNvSpPr>
          <p:nvPr>
            <p:ph type="body" sz="quarter" idx="21" hasCustomPrompt="1"/>
          </p:nvPr>
        </p:nvSpPr>
        <p:spPr>
          <a:xfrm>
            <a:off x="617728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3"/>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3" hasCustomPrompt="1"/>
          </p:nvPr>
        </p:nvSpPr>
        <p:spPr>
          <a:xfrm>
            <a:off x="885952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3"/>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9" name="Content Placeholder 3"/>
          <p:cNvSpPr>
            <a:spLocks noGrp="1"/>
          </p:cNvSpPr>
          <p:nvPr>
            <p:ph sz="quarter" idx="26" hasCustomPrompt="1"/>
          </p:nvPr>
        </p:nvSpPr>
        <p:spPr>
          <a:xfrm>
            <a:off x="885952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0" name="Content Placeholder 3"/>
          <p:cNvSpPr>
            <a:spLocks noGrp="1"/>
          </p:cNvSpPr>
          <p:nvPr>
            <p:ph sz="quarter" idx="27" hasCustomPrompt="1"/>
          </p:nvPr>
        </p:nvSpPr>
        <p:spPr>
          <a:xfrm>
            <a:off x="885952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2" name="Rectangle 31"/>
          <p:cNvSpPr/>
          <p:nvPr userDrawn="1"/>
        </p:nvSpPr>
        <p:spPr>
          <a:xfrm>
            <a:off x="0" y="0"/>
            <a:ext cx="5283200" cy="1487424"/>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itle 1"/>
          <p:cNvSpPr>
            <a:spLocks noGrp="1"/>
          </p:cNvSpPr>
          <p:nvPr>
            <p:ph type="title" hasCustomPrompt="1"/>
          </p:nvPr>
        </p:nvSpPr>
        <p:spPr>
          <a:xfrm>
            <a:off x="-2113" y="816357"/>
            <a:ext cx="5283199" cy="671067"/>
          </a:xfrm>
          <a:prstGeom prst="rect">
            <a:avLst/>
          </a:prstGeom>
        </p:spPr>
        <p:txBody>
          <a:bodyPr vert="horz" lIns="365760"/>
          <a:lstStyle>
            <a:lvl1pPr>
              <a:defRPr sz="2667" b="1">
                <a:solidFill>
                  <a:srgbClr val="FFFFFF"/>
                </a:solidFill>
              </a:defRPr>
            </a:lvl1pPr>
          </a:lstStyle>
          <a:p>
            <a:r>
              <a:rPr lang="en-US"/>
              <a:t>Title</a:t>
            </a:r>
          </a:p>
        </p:txBody>
      </p:sp>
      <p:sp>
        <p:nvSpPr>
          <p:cNvPr id="36" name="Text Placeholder 11"/>
          <p:cNvSpPr>
            <a:spLocks noGrp="1"/>
          </p:cNvSpPr>
          <p:nvPr>
            <p:ph type="body" sz="quarter" idx="25"/>
          </p:nvPr>
        </p:nvSpPr>
        <p:spPr>
          <a:xfrm>
            <a:off x="-2113" y="237067"/>
            <a:ext cx="5283200" cy="558800"/>
          </a:xfrm>
          <a:prstGeom prst="rect">
            <a:avLst/>
          </a:prstGeom>
        </p:spPr>
        <p:txBody>
          <a:bodyPr lIns="365760" anchor="b" anchorCtr="0"/>
          <a:lstStyle>
            <a:lvl1pPr marL="0" indent="0">
              <a:buNone/>
              <a:defRPr sz="1600" cap="all">
                <a:solidFill>
                  <a:schemeClr val="bg1"/>
                </a:solidFill>
              </a:defRPr>
            </a:lvl1pPr>
          </a:lstStyle>
          <a:p>
            <a:endParaRPr lang="en-US"/>
          </a:p>
        </p:txBody>
      </p:sp>
      <p:pic>
        <p:nvPicPr>
          <p:cNvPr id="15"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7" name="TextBox 1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62819683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Red_C2 text with half page image_Blue">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2" y="1487424"/>
            <a:ext cx="5281087" cy="5370576"/>
          </a:xfrm>
          <a:prstGeom prst="rect">
            <a:avLst/>
          </a:prstGeom>
          <a:noFill/>
        </p:spPr>
        <p:txBody>
          <a:bodyPr/>
          <a:lstStyle>
            <a:lvl1pPr algn="ctr">
              <a:defRPr sz="1600"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½ page image</a:t>
            </a:r>
          </a:p>
        </p:txBody>
      </p:sp>
      <p:sp>
        <p:nvSpPr>
          <p:cNvPr id="16" name="Content Placeholder 3"/>
          <p:cNvSpPr>
            <a:spLocks noGrp="1"/>
          </p:cNvSpPr>
          <p:nvPr>
            <p:ph sz="quarter" idx="15" hasCustomPrompt="1"/>
          </p:nvPr>
        </p:nvSpPr>
        <p:spPr>
          <a:xfrm>
            <a:off x="617728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Text Placeholder 22"/>
          <p:cNvSpPr>
            <a:spLocks noGrp="1"/>
          </p:cNvSpPr>
          <p:nvPr>
            <p:ph type="body" sz="quarter" idx="16" hasCustomPrompt="1"/>
          </p:nvPr>
        </p:nvSpPr>
        <p:spPr>
          <a:xfrm>
            <a:off x="617728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4"/>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9" hasCustomPrompt="1"/>
          </p:nvPr>
        </p:nvSpPr>
        <p:spPr>
          <a:xfrm>
            <a:off x="885952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4"/>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Content Placeholder 3"/>
          <p:cNvSpPr>
            <a:spLocks noGrp="1"/>
          </p:cNvSpPr>
          <p:nvPr>
            <p:ph sz="quarter" idx="20" hasCustomPrompt="1"/>
          </p:nvPr>
        </p:nvSpPr>
        <p:spPr>
          <a:xfrm>
            <a:off x="617728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7" name="Text Placeholder 22"/>
          <p:cNvSpPr>
            <a:spLocks noGrp="1"/>
          </p:cNvSpPr>
          <p:nvPr>
            <p:ph type="body" sz="quarter" idx="21" hasCustomPrompt="1"/>
          </p:nvPr>
        </p:nvSpPr>
        <p:spPr>
          <a:xfrm>
            <a:off x="617728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4"/>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3" hasCustomPrompt="1"/>
          </p:nvPr>
        </p:nvSpPr>
        <p:spPr>
          <a:xfrm>
            <a:off x="885952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4"/>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9" name="Content Placeholder 3"/>
          <p:cNvSpPr>
            <a:spLocks noGrp="1"/>
          </p:cNvSpPr>
          <p:nvPr>
            <p:ph sz="quarter" idx="26" hasCustomPrompt="1"/>
          </p:nvPr>
        </p:nvSpPr>
        <p:spPr>
          <a:xfrm>
            <a:off x="885952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0" name="Content Placeholder 3"/>
          <p:cNvSpPr>
            <a:spLocks noGrp="1"/>
          </p:cNvSpPr>
          <p:nvPr>
            <p:ph sz="quarter" idx="27" hasCustomPrompt="1"/>
          </p:nvPr>
        </p:nvSpPr>
        <p:spPr>
          <a:xfrm>
            <a:off x="885952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2" name="Rectangle 31"/>
          <p:cNvSpPr/>
          <p:nvPr userDrawn="1"/>
        </p:nvSpPr>
        <p:spPr>
          <a:xfrm>
            <a:off x="0" y="0"/>
            <a:ext cx="5283200" cy="1487424"/>
          </a:xfrm>
          <a:prstGeom prst="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itle 1"/>
          <p:cNvSpPr>
            <a:spLocks noGrp="1"/>
          </p:cNvSpPr>
          <p:nvPr>
            <p:ph type="title" hasCustomPrompt="1"/>
          </p:nvPr>
        </p:nvSpPr>
        <p:spPr>
          <a:xfrm>
            <a:off x="-2113" y="816357"/>
            <a:ext cx="5283199" cy="671067"/>
          </a:xfrm>
          <a:prstGeom prst="rect">
            <a:avLst/>
          </a:prstGeom>
        </p:spPr>
        <p:txBody>
          <a:bodyPr vert="horz" lIns="365760"/>
          <a:lstStyle>
            <a:lvl1pPr>
              <a:defRPr sz="2667" b="1">
                <a:solidFill>
                  <a:srgbClr val="FFFFFF"/>
                </a:solidFill>
              </a:defRPr>
            </a:lvl1pPr>
          </a:lstStyle>
          <a:p>
            <a:r>
              <a:rPr lang="en-US"/>
              <a:t>Title</a:t>
            </a:r>
          </a:p>
        </p:txBody>
      </p:sp>
      <p:sp>
        <p:nvSpPr>
          <p:cNvPr id="36" name="Text Placeholder 11"/>
          <p:cNvSpPr>
            <a:spLocks noGrp="1"/>
          </p:cNvSpPr>
          <p:nvPr>
            <p:ph type="body" sz="quarter" idx="25"/>
          </p:nvPr>
        </p:nvSpPr>
        <p:spPr>
          <a:xfrm>
            <a:off x="-2113" y="237067"/>
            <a:ext cx="5283200" cy="558800"/>
          </a:xfrm>
          <a:prstGeom prst="rect">
            <a:avLst/>
          </a:prstGeom>
        </p:spPr>
        <p:txBody>
          <a:bodyPr lIns="365760" anchor="b" anchorCtr="0"/>
          <a:lstStyle>
            <a:lvl1pPr marL="0" indent="0">
              <a:buNone/>
              <a:defRPr sz="1600" cap="all">
                <a:solidFill>
                  <a:schemeClr val="bg1"/>
                </a:solidFill>
              </a:defRPr>
            </a:lvl1pPr>
          </a:lstStyle>
          <a:p>
            <a:endParaRPr lang="en-US"/>
          </a:p>
        </p:txBody>
      </p:sp>
      <p:pic>
        <p:nvPicPr>
          <p:cNvPr id="15"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7" name="TextBox 1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9207539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Green_C2 text with half page image_Blue">
    <p:spTree>
      <p:nvGrpSpPr>
        <p:cNvPr id="1" name=""/>
        <p:cNvGrpSpPr/>
        <p:nvPr/>
      </p:nvGrpSpPr>
      <p:grpSpPr>
        <a:xfrm>
          <a:off x="0" y="0"/>
          <a:ext cx="0" cy="0"/>
          <a:chOff x="0" y="0"/>
          <a:chExt cx="0" cy="0"/>
        </a:xfrm>
      </p:grpSpPr>
      <p:sp>
        <p:nvSpPr>
          <p:cNvPr id="5" name="Picture Placeholder 25"/>
          <p:cNvSpPr>
            <a:spLocks noGrp="1"/>
          </p:cNvSpPr>
          <p:nvPr>
            <p:ph type="pic" sz="quarter" idx="18" hasCustomPrompt="1"/>
          </p:nvPr>
        </p:nvSpPr>
        <p:spPr>
          <a:xfrm>
            <a:off x="2" y="1487424"/>
            <a:ext cx="5281087" cy="5370576"/>
          </a:xfrm>
          <a:prstGeom prst="rect">
            <a:avLst/>
          </a:prstGeom>
          <a:noFill/>
        </p:spPr>
        <p:txBody>
          <a:bodyPr/>
          <a:lstStyle>
            <a:lvl1pPr algn="ctr">
              <a:defRPr sz="1600"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½ page image</a:t>
            </a:r>
          </a:p>
        </p:txBody>
      </p:sp>
      <p:sp>
        <p:nvSpPr>
          <p:cNvPr id="16" name="Content Placeholder 3"/>
          <p:cNvSpPr>
            <a:spLocks noGrp="1"/>
          </p:cNvSpPr>
          <p:nvPr>
            <p:ph sz="quarter" idx="15" hasCustomPrompt="1"/>
          </p:nvPr>
        </p:nvSpPr>
        <p:spPr>
          <a:xfrm>
            <a:off x="617728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18" name="Text Placeholder 22"/>
          <p:cNvSpPr>
            <a:spLocks noGrp="1"/>
          </p:cNvSpPr>
          <p:nvPr>
            <p:ph type="body" sz="quarter" idx="16" hasCustomPrompt="1"/>
          </p:nvPr>
        </p:nvSpPr>
        <p:spPr>
          <a:xfrm>
            <a:off x="617728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5"/>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19" name="Text Placeholder 22"/>
          <p:cNvSpPr>
            <a:spLocks noGrp="1"/>
          </p:cNvSpPr>
          <p:nvPr>
            <p:ph type="body" sz="quarter" idx="19" hasCustomPrompt="1"/>
          </p:nvPr>
        </p:nvSpPr>
        <p:spPr>
          <a:xfrm>
            <a:off x="8859520" y="1625602"/>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5"/>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0" name="Content Placeholder 3"/>
          <p:cNvSpPr>
            <a:spLocks noGrp="1"/>
          </p:cNvSpPr>
          <p:nvPr>
            <p:ph sz="quarter" idx="20" hasCustomPrompt="1"/>
          </p:nvPr>
        </p:nvSpPr>
        <p:spPr>
          <a:xfrm>
            <a:off x="617728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7" name="Text Placeholder 22"/>
          <p:cNvSpPr>
            <a:spLocks noGrp="1"/>
          </p:cNvSpPr>
          <p:nvPr>
            <p:ph type="body" sz="quarter" idx="21" hasCustomPrompt="1"/>
          </p:nvPr>
        </p:nvSpPr>
        <p:spPr>
          <a:xfrm>
            <a:off x="617728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5"/>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8" name="Text Placeholder 22"/>
          <p:cNvSpPr>
            <a:spLocks noGrp="1"/>
          </p:cNvSpPr>
          <p:nvPr>
            <p:ph type="body" sz="quarter" idx="23" hasCustomPrompt="1"/>
          </p:nvPr>
        </p:nvSpPr>
        <p:spPr>
          <a:xfrm>
            <a:off x="8859520" y="3995818"/>
            <a:ext cx="2519680" cy="184665"/>
          </a:xfrm>
          <a:prstGeom prst="rect">
            <a:avLst/>
          </a:prstGeom>
        </p:spPr>
        <p:txBody>
          <a:bodyPr wrap="square" tIns="0" bIns="0">
            <a:spAutoFit/>
          </a:bodyPr>
          <a:lstStyle>
            <a:lvl1pPr marL="0" indent="0" algn="l">
              <a:lnSpc>
                <a:spcPct val="100000"/>
              </a:lnSpc>
              <a:spcBef>
                <a:spcPts val="0"/>
              </a:spcBef>
              <a:buNone/>
              <a:defRPr sz="1200" b="1" i="0">
                <a:solidFill>
                  <a:schemeClr val="accent5"/>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3</a:t>
            </a:r>
          </a:p>
        </p:txBody>
      </p:sp>
      <p:sp>
        <p:nvSpPr>
          <p:cNvPr id="29" name="Content Placeholder 3"/>
          <p:cNvSpPr>
            <a:spLocks noGrp="1"/>
          </p:cNvSpPr>
          <p:nvPr>
            <p:ph sz="quarter" idx="26" hasCustomPrompt="1"/>
          </p:nvPr>
        </p:nvSpPr>
        <p:spPr>
          <a:xfrm>
            <a:off x="8859520" y="1811191"/>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0" name="Content Placeholder 3"/>
          <p:cNvSpPr>
            <a:spLocks noGrp="1"/>
          </p:cNvSpPr>
          <p:nvPr>
            <p:ph sz="quarter" idx="27" hasCustomPrompt="1"/>
          </p:nvPr>
        </p:nvSpPr>
        <p:spPr>
          <a:xfrm>
            <a:off x="8859520" y="4181407"/>
            <a:ext cx="2519680" cy="1987296"/>
          </a:xfrm>
          <a:prstGeom prst="rect">
            <a:avLst/>
          </a:prstGeom>
        </p:spPr>
        <p:txBody>
          <a:bodyPr vert="horz"/>
          <a:lstStyle>
            <a:lvl1pPr marL="0" indent="0">
              <a:lnSpc>
                <a:spcPct val="120000"/>
              </a:lnSpc>
              <a:spcBef>
                <a:spcPts val="0"/>
              </a:spcBef>
              <a:spcAft>
                <a:spcPts val="533"/>
              </a:spcAft>
              <a:buNone/>
              <a:defRPr sz="933" b="0"/>
            </a:lvl1pPr>
            <a:lvl2pPr marL="158747" indent="-158747">
              <a:lnSpc>
                <a:spcPct val="120000"/>
              </a:lnSpc>
              <a:spcBef>
                <a:spcPts val="0"/>
              </a:spcBef>
              <a:spcAft>
                <a:spcPts val="533"/>
              </a:spcAft>
              <a:buFont typeface="Arial"/>
              <a:buChar char="•"/>
              <a:defRPr sz="933"/>
            </a:lvl2pPr>
            <a:lvl3pPr marL="387341" indent="-152396">
              <a:lnSpc>
                <a:spcPct val="120000"/>
              </a:lnSpc>
              <a:spcBef>
                <a:spcPts val="0"/>
              </a:spcBef>
              <a:spcAft>
                <a:spcPts val="533"/>
              </a:spcAft>
              <a:buFont typeface="Lucida Grande"/>
              <a:buChar char="–"/>
              <a:defRPr sz="933"/>
            </a:lvl3pPr>
            <a:lvl4pPr marL="613818" indent="-152396">
              <a:lnSpc>
                <a:spcPct val="120000"/>
              </a:lnSpc>
              <a:spcBef>
                <a:spcPts val="0"/>
              </a:spcBef>
              <a:spcAft>
                <a:spcPts val="533"/>
              </a:spcAft>
              <a:defRPr sz="933"/>
            </a:lvl4pPr>
            <a:lvl5pPr marL="840296" indent="-152396">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32" name="Rectangle 31"/>
          <p:cNvSpPr/>
          <p:nvPr userDrawn="1"/>
        </p:nvSpPr>
        <p:spPr>
          <a:xfrm>
            <a:off x="0" y="0"/>
            <a:ext cx="5283200" cy="1487424"/>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itle 1"/>
          <p:cNvSpPr>
            <a:spLocks noGrp="1"/>
          </p:cNvSpPr>
          <p:nvPr>
            <p:ph type="title" hasCustomPrompt="1"/>
          </p:nvPr>
        </p:nvSpPr>
        <p:spPr>
          <a:xfrm>
            <a:off x="-2113" y="816357"/>
            <a:ext cx="5283199" cy="671067"/>
          </a:xfrm>
          <a:prstGeom prst="rect">
            <a:avLst/>
          </a:prstGeom>
        </p:spPr>
        <p:txBody>
          <a:bodyPr vert="horz" lIns="365760"/>
          <a:lstStyle>
            <a:lvl1pPr>
              <a:defRPr sz="2667" b="1">
                <a:solidFill>
                  <a:srgbClr val="FFFFFF"/>
                </a:solidFill>
              </a:defRPr>
            </a:lvl1pPr>
          </a:lstStyle>
          <a:p>
            <a:r>
              <a:rPr lang="en-US"/>
              <a:t>Title</a:t>
            </a:r>
          </a:p>
        </p:txBody>
      </p:sp>
      <p:sp>
        <p:nvSpPr>
          <p:cNvPr id="35" name="Text Placeholder 11"/>
          <p:cNvSpPr>
            <a:spLocks noGrp="1"/>
          </p:cNvSpPr>
          <p:nvPr>
            <p:ph type="body" sz="quarter" idx="25"/>
          </p:nvPr>
        </p:nvSpPr>
        <p:spPr>
          <a:xfrm>
            <a:off x="-2113" y="237067"/>
            <a:ext cx="5283200" cy="558800"/>
          </a:xfrm>
          <a:prstGeom prst="rect">
            <a:avLst/>
          </a:prstGeom>
        </p:spPr>
        <p:txBody>
          <a:bodyPr lIns="365760" anchor="b" anchorCtr="0"/>
          <a:lstStyle>
            <a:lvl1pPr marL="0" indent="0">
              <a:buNone/>
              <a:defRPr sz="1600" cap="all">
                <a:solidFill>
                  <a:schemeClr val="bg1"/>
                </a:solidFill>
              </a:defRPr>
            </a:lvl1pPr>
          </a:lstStyle>
          <a:p>
            <a:endParaRPr lang="en-US"/>
          </a:p>
        </p:txBody>
      </p:sp>
      <p:pic>
        <p:nvPicPr>
          <p:cNvPr id="15"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7" name="TextBox 16"/>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65491845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3 text with thumbnails">
    <p:spTree>
      <p:nvGrpSpPr>
        <p:cNvPr id="1" name=""/>
        <p:cNvGrpSpPr/>
        <p:nvPr/>
      </p:nvGrpSpPr>
      <p:grpSpPr>
        <a:xfrm>
          <a:off x="0" y="0"/>
          <a:ext cx="0" cy="0"/>
          <a:chOff x="0" y="0"/>
          <a:chExt cx="0" cy="0"/>
        </a:xfrm>
      </p:grpSpPr>
      <p:sp>
        <p:nvSpPr>
          <p:cNvPr id="17" name="Content Placeholder 3"/>
          <p:cNvSpPr>
            <a:spLocks noGrp="1"/>
          </p:cNvSpPr>
          <p:nvPr>
            <p:ph sz="quarter" idx="21" hasCustomPrompt="1"/>
          </p:nvPr>
        </p:nvSpPr>
        <p:spPr>
          <a:xfrm>
            <a:off x="4389120" y="3643963"/>
            <a:ext cx="341376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18" name="Text Placeholder 22"/>
          <p:cNvSpPr>
            <a:spLocks noGrp="1"/>
          </p:cNvSpPr>
          <p:nvPr>
            <p:ph type="body" sz="quarter" idx="22" hasCustomPrompt="1"/>
          </p:nvPr>
        </p:nvSpPr>
        <p:spPr>
          <a:xfrm>
            <a:off x="4389120" y="3373030"/>
            <a:ext cx="341376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6" name="Picture Placeholder 25"/>
          <p:cNvSpPr>
            <a:spLocks noGrp="1"/>
          </p:cNvSpPr>
          <p:nvPr>
            <p:ph type="pic" sz="quarter" idx="12" hasCustomPrompt="1"/>
          </p:nvPr>
        </p:nvSpPr>
        <p:spPr>
          <a:xfrm>
            <a:off x="170891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33" name="Picture Placeholder 25"/>
          <p:cNvSpPr>
            <a:spLocks noGrp="1"/>
          </p:cNvSpPr>
          <p:nvPr>
            <p:ph type="pic" sz="quarter" idx="15" hasCustomPrompt="1"/>
          </p:nvPr>
        </p:nvSpPr>
        <p:spPr>
          <a:xfrm>
            <a:off x="528523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36" name="Picture Placeholder 25"/>
          <p:cNvSpPr>
            <a:spLocks noGrp="1"/>
          </p:cNvSpPr>
          <p:nvPr>
            <p:ph type="pic" sz="quarter" idx="18" hasCustomPrompt="1"/>
          </p:nvPr>
        </p:nvSpPr>
        <p:spPr>
          <a:xfrm>
            <a:off x="886155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14"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5" name="Content Placeholder 3"/>
          <p:cNvSpPr>
            <a:spLocks noGrp="1"/>
          </p:cNvSpPr>
          <p:nvPr>
            <p:ph sz="quarter" idx="19" hasCustomPrompt="1"/>
          </p:nvPr>
        </p:nvSpPr>
        <p:spPr>
          <a:xfrm>
            <a:off x="812800" y="3643963"/>
            <a:ext cx="341376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16" name="Text Placeholder 22"/>
          <p:cNvSpPr>
            <a:spLocks noGrp="1"/>
          </p:cNvSpPr>
          <p:nvPr>
            <p:ph type="body" sz="quarter" idx="20" hasCustomPrompt="1"/>
          </p:nvPr>
        </p:nvSpPr>
        <p:spPr>
          <a:xfrm>
            <a:off x="812800" y="3373030"/>
            <a:ext cx="341376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19" name="Content Placeholder 3"/>
          <p:cNvSpPr>
            <a:spLocks noGrp="1"/>
          </p:cNvSpPr>
          <p:nvPr>
            <p:ph sz="quarter" idx="23" hasCustomPrompt="1"/>
          </p:nvPr>
        </p:nvSpPr>
        <p:spPr>
          <a:xfrm>
            <a:off x="7965440" y="3643963"/>
            <a:ext cx="341376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20" name="Text Placeholder 22"/>
          <p:cNvSpPr>
            <a:spLocks noGrp="1"/>
          </p:cNvSpPr>
          <p:nvPr>
            <p:ph type="body" sz="quarter" idx="24" hasCustomPrompt="1"/>
          </p:nvPr>
        </p:nvSpPr>
        <p:spPr>
          <a:xfrm>
            <a:off x="7965440" y="3373030"/>
            <a:ext cx="341376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pic>
        <p:nvPicPr>
          <p:cNvPr id="21"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3" name="TextBox 12"/>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5522669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4C text with thumbnails">
    <p:spTree>
      <p:nvGrpSpPr>
        <p:cNvPr id="1" name=""/>
        <p:cNvGrpSpPr/>
        <p:nvPr/>
      </p:nvGrpSpPr>
      <p:grpSpPr>
        <a:xfrm>
          <a:off x="0" y="0"/>
          <a:ext cx="0" cy="0"/>
          <a:chOff x="0" y="0"/>
          <a:chExt cx="0" cy="0"/>
        </a:xfrm>
      </p:grpSpPr>
      <p:sp>
        <p:nvSpPr>
          <p:cNvPr id="26" name="Picture Placeholder 25"/>
          <p:cNvSpPr>
            <a:spLocks noGrp="1"/>
          </p:cNvSpPr>
          <p:nvPr>
            <p:ph type="pic" sz="quarter" idx="12" hasCustomPrompt="1"/>
          </p:nvPr>
        </p:nvSpPr>
        <p:spPr>
          <a:xfrm>
            <a:off x="126187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33" name="Picture Placeholder 25"/>
          <p:cNvSpPr>
            <a:spLocks noGrp="1"/>
          </p:cNvSpPr>
          <p:nvPr>
            <p:ph type="pic" sz="quarter" idx="15" hasCustomPrompt="1"/>
          </p:nvPr>
        </p:nvSpPr>
        <p:spPr>
          <a:xfrm>
            <a:off x="394411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36" name="Picture Placeholder 25"/>
          <p:cNvSpPr>
            <a:spLocks noGrp="1"/>
          </p:cNvSpPr>
          <p:nvPr>
            <p:ph type="pic" sz="quarter" idx="18" hasCustomPrompt="1"/>
          </p:nvPr>
        </p:nvSpPr>
        <p:spPr>
          <a:xfrm>
            <a:off x="930859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14"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15" name="Content Placeholder 3"/>
          <p:cNvSpPr>
            <a:spLocks noGrp="1"/>
          </p:cNvSpPr>
          <p:nvPr>
            <p:ph sz="quarter" idx="19" hasCustomPrompt="1"/>
          </p:nvPr>
        </p:nvSpPr>
        <p:spPr>
          <a:xfrm>
            <a:off x="812800" y="3643963"/>
            <a:ext cx="251968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16" name="Text Placeholder 22"/>
          <p:cNvSpPr>
            <a:spLocks noGrp="1"/>
          </p:cNvSpPr>
          <p:nvPr>
            <p:ph type="body" sz="quarter" idx="20" hasCustomPrompt="1"/>
          </p:nvPr>
        </p:nvSpPr>
        <p:spPr>
          <a:xfrm>
            <a:off x="812800" y="3373030"/>
            <a:ext cx="251968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1" name="Content Placeholder 3"/>
          <p:cNvSpPr>
            <a:spLocks noGrp="1"/>
          </p:cNvSpPr>
          <p:nvPr>
            <p:ph sz="quarter" idx="21" hasCustomPrompt="1"/>
          </p:nvPr>
        </p:nvSpPr>
        <p:spPr>
          <a:xfrm>
            <a:off x="3495040" y="3643963"/>
            <a:ext cx="251968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22" name="Text Placeholder 22"/>
          <p:cNvSpPr>
            <a:spLocks noGrp="1"/>
          </p:cNvSpPr>
          <p:nvPr>
            <p:ph type="body" sz="quarter" idx="22" hasCustomPrompt="1"/>
          </p:nvPr>
        </p:nvSpPr>
        <p:spPr>
          <a:xfrm>
            <a:off x="3495040" y="3373030"/>
            <a:ext cx="251968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3" name="Content Placeholder 3"/>
          <p:cNvSpPr>
            <a:spLocks noGrp="1"/>
          </p:cNvSpPr>
          <p:nvPr>
            <p:ph sz="quarter" idx="23" hasCustomPrompt="1"/>
          </p:nvPr>
        </p:nvSpPr>
        <p:spPr>
          <a:xfrm>
            <a:off x="6177280" y="3643963"/>
            <a:ext cx="251968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24" name="Text Placeholder 22"/>
          <p:cNvSpPr>
            <a:spLocks noGrp="1"/>
          </p:cNvSpPr>
          <p:nvPr>
            <p:ph type="body" sz="quarter" idx="24" hasCustomPrompt="1"/>
          </p:nvPr>
        </p:nvSpPr>
        <p:spPr>
          <a:xfrm>
            <a:off x="6177280" y="3373030"/>
            <a:ext cx="251968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5" name="Content Placeholder 3"/>
          <p:cNvSpPr>
            <a:spLocks noGrp="1"/>
          </p:cNvSpPr>
          <p:nvPr>
            <p:ph sz="quarter" idx="25" hasCustomPrompt="1"/>
          </p:nvPr>
        </p:nvSpPr>
        <p:spPr>
          <a:xfrm>
            <a:off x="8859520" y="3643963"/>
            <a:ext cx="2519680" cy="2133600"/>
          </a:xfrm>
          <a:prstGeom prst="rect">
            <a:avLst/>
          </a:prstGeom>
        </p:spPr>
        <p:txBody>
          <a:bodyPr vert="horz"/>
          <a:lstStyle>
            <a:lvl1pPr marL="0" indent="0" algn="ctr">
              <a:lnSpc>
                <a:spcPct val="120000"/>
              </a:lnSpc>
              <a:spcBef>
                <a:spcPts val="0"/>
              </a:spcBef>
              <a:spcAft>
                <a:spcPts val="800"/>
              </a:spcAft>
              <a:buNone/>
              <a:defRPr sz="1200" b="0"/>
            </a:lvl1pPr>
            <a:lvl2pPr marL="158747" indent="-158747">
              <a:lnSpc>
                <a:spcPts val="1600"/>
              </a:lnSpc>
              <a:spcBef>
                <a:spcPts val="800"/>
              </a:spcBef>
              <a:buFont typeface="Arial"/>
              <a:buChar char="•"/>
              <a:defRPr sz="1200"/>
            </a:lvl2pPr>
            <a:lvl3pPr marL="387341" indent="-152396">
              <a:lnSpc>
                <a:spcPts val="1333"/>
              </a:lnSpc>
              <a:spcBef>
                <a:spcPts val="533"/>
              </a:spcBef>
              <a:defRPr sz="933"/>
            </a:lvl3pPr>
            <a:lvl4pPr marL="613818" indent="-152396">
              <a:lnSpc>
                <a:spcPts val="1333"/>
              </a:lnSpc>
              <a:spcBef>
                <a:spcPts val="533"/>
              </a:spcBef>
              <a:defRPr sz="933"/>
            </a:lvl4pPr>
            <a:lvl5pPr marL="840296" indent="-152396">
              <a:lnSpc>
                <a:spcPts val="1333"/>
              </a:lnSpc>
              <a:spcBef>
                <a:spcPts val="533"/>
              </a:spcBef>
              <a:defRPr sz="933" baseline="0"/>
            </a:lvl5pPr>
          </a:lstStyle>
          <a:p>
            <a:pPr lvl="0"/>
            <a:r>
              <a:rPr lang="en-US"/>
              <a:t>Body text</a:t>
            </a:r>
          </a:p>
        </p:txBody>
      </p:sp>
      <p:sp>
        <p:nvSpPr>
          <p:cNvPr id="27" name="Text Placeholder 22"/>
          <p:cNvSpPr>
            <a:spLocks noGrp="1"/>
          </p:cNvSpPr>
          <p:nvPr>
            <p:ph type="body" sz="quarter" idx="26" hasCustomPrompt="1"/>
          </p:nvPr>
        </p:nvSpPr>
        <p:spPr>
          <a:xfrm>
            <a:off x="8859520" y="3373030"/>
            <a:ext cx="2519680" cy="246221"/>
          </a:xfrm>
          <a:prstGeom prst="rect">
            <a:avLst/>
          </a:prstGeom>
        </p:spPr>
        <p:txBody>
          <a:bodyPr wrap="square" tIns="0" bIns="0">
            <a:spAutoFit/>
          </a:bodyPr>
          <a:lstStyle>
            <a:lvl1pPr marL="0" indent="0" algn="ctr">
              <a:lnSpc>
                <a:spcPct val="100000"/>
              </a:lnSpc>
              <a:spcBef>
                <a:spcPts val="0"/>
              </a:spcBef>
              <a:buNone/>
              <a:defRPr sz="1600" b="1"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Headline 2</a:t>
            </a:r>
          </a:p>
        </p:txBody>
      </p:sp>
      <p:sp>
        <p:nvSpPr>
          <p:cNvPr id="28" name="Picture Placeholder 25"/>
          <p:cNvSpPr>
            <a:spLocks noGrp="1"/>
          </p:cNvSpPr>
          <p:nvPr>
            <p:ph type="pic" sz="quarter" idx="27" hasCustomPrompt="1"/>
          </p:nvPr>
        </p:nvSpPr>
        <p:spPr>
          <a:xfrm>
            <a:off x="662635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pic>
        <p:nvPicPr>
          <p:cNvPr id="17"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8" name="TextBox 17"/>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57349437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4C thumbnails with titles">
    <p:spTree>
      <p:nvGrpSpPr>
        <p:cNvPr id="1" name=""/>
        <p:cNvGrpSpPr/>
        <p:nvPr/>
      </p:nvGrpSpPr>
      <p:grpSpPr>
        <a:xfrm>
          <a:off x="0" y="0"/>
          <a:ext cx="0" cy="0"/>
          <a:chOff x="0" y="0"/>
          <a:chExt cx="0" cy="0"/>
        </a:xfrm>
      </p:grpSpPr>
      <p:sp>
        <p:nvSpPr>
          <p:cNvPr id="26" name="Picture Placeholder 25"/>
          <p:cNvSpPr>
            <a:spLocks noGrp="1"/>
          </p:cNvSpPr>
          <p:nvPr>
            <p:ph type="pic" sz="quarter" idx="12" hasCustomPrompt="1"/>
          </p:nvPr>
        </p:nvSpPr>
        <p:spPr>
          <a:xfrm>
            <a:off x="1259840" y="1524000"/>
            <a:ext cx="1625600"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13" name="Picture Placeholder 25"/>
          <p:cNvSpPr>
            <a:spLocks noGrp="1"/>
          </p:cNvSpPr>
          <p:nvPr>
            <p:ph type="pic" sz="quarter" idx="17" hasCustomPrompt="1"/>
          </p:nvPr>
        </p:nvSpPr>
        <p:spPr>
          <a:xfrm>
            <a:off x="394411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15" name="Picture Placeholder 25"/>
          <p:cNvSpPr>
            <a:spLocks noGrp="1"/>
          </p:cNvSpPr>
          <p:nvPr>
            <p:ph type="pic" sz="quarter" idx="19" hasCustomPrompt="1"/>
          </p:nvPr>
        </p:nvSpPr>
        <p:spPr>
          <a:xfrm>
            <a:off x="662635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17" name="Picture Placeholder 25"/>
          <p:cNvSpPr>
            <a:spLocks noGrp="1"/>
          </p:cNvSpPr>
          <p:nvPr>
            <p:ph type="pic" sz="quarter" idx="21" hasCustomPrompt="1"/>
          </p:nvPr>
        </p:nvSpPr>
        <p:spPr>
          <a:xfrm>
            <a:off x="9308592" y="15240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3" name="Text Placeholder 2"/>
          <p:cNvSpPr>
            <a:spLocks noGrp="1"/>
          </p:cNvSpPr>
          <p:nvPr>
            <p:ph type="body" sz="quarter" idx="31" hasCustomPrompt="1"/>
          </p:nvPr>
        </p:nvSpPr>
        <p:spPr>
          <a:xfrm>
            <a:off x="812800" y="32132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40" name="Picture Placeholder 25"/>
          <p:cNvSpPr>
            <a:spLocks noGrp="1"/>
          </p:cNvSpPr>
          <p:nvPr>
            <p:ph type="pic" sz="quarter" idx="35" hasCustomPrompt="1"/>
          </p:nvPr>
        </p:nvSpPr>
        <p:spPr>
          <a:xfrm>
            <a:off x="1261872" y="37592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41" name="Picture Placeholder 25"/>
          <p:cNvSpPr>
            <a:spLocks noGrp="1"/>
          </p:cNvSpPr>
          <p:nvPr>
            <p:ph type="pic" sz="quarter" idx="36" hasCustomPrompt="1"/>
          </p:nvPr>
        </p:nvSpPr>
        <p:spPr>
          <a:xfrm>
            <a:off x="3944112" y="37592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42" name="Picture Placeholder 25"/>
          <p:cNvSpPr>
            <a:spLocks noGrp="1"/>
          </p:cNvSpPr>
          <p:nvPr>
            <p:ph type="pic" sz="quarter" idx="37" hasCustomPrompt="1"/>
          </p:nvPr>
        </p:nvSpPr>
        <p:spPr>
          <a:xfrm>
            <a:off x="6626352" y="37592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43" name="Picture Placeholder 25"/>
          <p:cNvSpPr>
            <a:spLocks noGrp="1"/>
          </p:cNvSpPr>
          <p:nvPr>
            <p:ph type="pic" sz="quarter" idx="38" hasCustomPrompt="1"/>
          </p:nvPr>
        </p:nvSpPr>
        <p:spPr>
          <a:xfrm>
            <a:off x="9308592" y="3759200"/>
            <a:ext cx="1621536" cy="1621536"/>
          </a:xfrm>
          <a:prstGeom prst="rect">
            <a:avLst/>
          </a:prstGeom>
          <a:no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thumbnail</a:t>
            </a:r>
          </a:p>
        </p:txBody>
      </p:sp>
      <p:sp>
        <p:nvSpPr>
          <p:cNvPr id="21"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22" name="Text Placeholder 2"/>
          <p:cNvSpPr>
            <a:spLocks noGrp="1"/>
          </p:cNvSpPr>
          <p:nvPr>
            <p:ph type="body" sz="quarter" idx="43" hasCustomPrompt="1"/>
          </p:nvPr>
        </p:nvSpPr>
        <p:spPr>
          <a:xfrm>
            <a:off x="3495040" y="32132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23" name="Text Placeholder 2"/>
          <p:cNvSpPr>
            <a:spLocks noGrp="1"/>
          </p:cNvSpPr>
          <p:nvPr>
            <p:ph type="body" sz="quarter" idx="44" hasCustomPrompt="1"/>
          </p:nvPr>
        </p:nvSpPr>
        <p:spPr>
          <a:xfrm>
            <a:off x="6177280" y="32132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24" name="Text Placeholder 2"/>
          <p:cNvSpPr>
            <a:spLocks noGrp="1"/>
          </p:cNvSpPr>
          <p:nvPr>
            <p:ph type="body" sz="quarter" idx="45" hasCustomPrompt="1"/>
          </p:nvPr>
        </p:nvSpPr>
        <p:spPr>
          <a:xfrm>
            <a:off x="8859520" y="32132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25" name="Text Placeholder 2"/>
          <p:cNvSpPr>
            <a:spLocks noGrp="1"/>
          </p:cNvSpPr>
          <p:nvPr>
            <p:ph type="body" sz="quarter" idx="46" hasCustomPrompt="1"/>
          </p:nvPr>
        </p:nvSpPr>
        <p:spPr>
          <a:xfrm>
            <a:off x="812800" y="54484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27" name="Text Placeholder 2"/>
          <p:cNvSpPr>
            <a:spLocks noGrp="1"/>
          </p:cNvSpPr>
          <p:nvPr>
            <p:ph type="body" sz="quarter" idx="47" hasCustomPrompt="1"/>
          </p:nvPr>
        </p:nvSpPr>
        <p:spPr>
          <a:xfrm>
            <a:off x="3495040" y="54484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28" name="Text Placeholder 2"/>
          <p:cNvSpPr>
            <a:spLocks noGrp="1"/>
          </p:cNvSpPr>
          <p:nvPr>
            <p:ph type="body" sz="quarter" idx="48" hasCustomPrompt="1"/>
          </p:nvPr>
        </p:nvSpPr>
        <p:spPr>
          <a:xfrm>
            <a:off x="6177280" y="54484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sp>
        <p:nvSpPr>
          <p:cNvPr id="29" name="Text Placeholder 2"/>
          <p:cNvSpPr>
            <a:spLocks noGrp="1"/>
          </p:cNvSpPr>
          <p:nvPr>
            <p:ph type="body" sz="quarter" idx="49" hasCustomPrompt="1"/>
          </p:nvPr>
        </p:nvSpPr>
        <p:spPr>
          <a:xfrm>
            <a:off x="8859520" y="5448472"/>
            <a:ext cx="2519680" cy="287259"/>
          </a:xfrm>
          <a:prstGeom prst="rect">
            <a:avLst/>
          </a:prstGeom>
        </p:spPr>
        <p:txBody>
          <a:bodyPr tIns="0" bIns="0">
            <a:noAutofit/>
          </a:bodyPr>
          <a:lstStyle>
            <a:lvl1pPr marL="0" indent="0" algn="ctr">
              <a:lnSpc>
                <a:spcPct val="100000"/>
              </a:lnSpc>
              <a:spcBef>
                <a:spcPts val="0"/>
              </a:spcBef>
              <a:buNone/>
              <a:defRPr sz="1200" b="1" i="0" cap="all">
                <a:latin typeface="Century Gothic"/>
                <a:ea typeface="Century Gothic"/>
                <a:cs typeface="Century Gothic"/>
              </a:defRPr>
            </a:lvl1pPr>
          </a:lstStyle>
          <a:p>
            <a:pPr lvl="0"/>
            <a:r>
              <a:rPr lang="en-US"/>
              <a:t>THUMBNAIL CAPTION</a:t>
            </a:r>
          </a:p>
        </p:txBody>
      </p:sp>
      <p:pic>
        <p:nvPicPr>
          <p:cNvPr id="30"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0" name="TextBox 1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233017695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Positioning Statement white text">
    <p:spTree>
      <p:nvGrpSpPr>
        <p:cNvPr id="1" name=""/>
        <p:cNvGrpSpPr/>
        <p:nvPr/>
      </p:nvGrpSpPr>
      <p:grpSpPr>
        <a:xfrm>
          <a:off x="0" y="0"/>
          <a:ext cx="0" cy="0"/>
          <a:chOff x="0" y="0"/>
          <a:chExt cx="0" cy="0"/>
        </a:xfrm>
      </p:grpSpPr>
      <p:sp>
        <p:nvSpPr>
          <p:cNvPr id="18" name="Picture Placeholder 17"/>
          <p:cNvSpPr>
            <a:spLocks noGrp="1"/>
          </p:cNvSpPr>
          <p:nvPr>
            <p:ph type="pic" sz="quarter" idx="11" hasCustomPrompt="1"/>
          </p:nvPr>
        </p:nvSpPr>
        <p:spPr>
          <a:xfrm>
            <a:off x="0" y="11289"/>
            <a:ext cx="12192000" cy="6858000"/>
          </a:xfrm>
          <a:prstGeom prst="rect">
            <a:avLst/>
          </a:prstGeom>
          <a:noFill/>
        </p:spPr>
        <p:txBody>
          <a:bodyPr/>
          <a:lstStyle>
            <a:lvl1pPr marL="0" indent="0">
              <a:buNone/>
              <a:defRPr sz="1067" b="0" i="0">
                <a:latin typeface="Century Gothic"/>
                <a:ea typeface="Century Gothic"/>
                <a:cs typeface="Century Gothic"/>
              </a:defRPr>
            </a:lvl1pPr>
          </a:lstStyle>
          <a:p>
            <a:r>
              <a:rPr lang="en-US"/>
              <a:t>Background image</a:t>
            </a:r>
          </a:p>
        </p:txBody>
      </p:sp>
      <p:sp>
        <p:nvSpPr>
          <p:cNvPr id="6" name="Text Placeholder 22"/>
          <p:cNvSpPr>
            <a:spLocks noGrp="1"/>
          </p:cNvSpPr>
          <p:nvPr>
            <p:ph type="body" sz="quarter" idx="16" hasCustomPrompt="1"/>
          </p:nvPr>
        </p:nvSpPr>
        <p:spPr>
          <a:xfrm>
            <a:off x="1828800" y="1828800"/>
            <a:ext cx="8534400" cy="2438400"/>
          </a:xfrm>
          <a:prstGeom prst="rect">
            <a:avLst/>
          </a:prstGeom>
          <a:noFill/>
        </p:spPr>
        <p:txBody>
          <a:bodyPr wrap="square" lIns="91440" tIns="0" rIns="91440" bIns="0" rtlCol="0">
            <a:noAutofit/>
          </a:bodyPr>
          <a:lstStyle>
            <a:lvl1pPr marL="0" indent="0" algn="ctr">
              <a:lnSpc>
                <a:spcPct val="150000"/>
              </a:lnSpc>
              <a:spcBef>
                <a:spcPts val="800"/>
              </a:spcBef>
              <a:buNone/>
              <a:defRPr lang="en-US" sz="1867" baseline="0" dirty="0">
                <a:solidFill>
                  <a:srgbClr val="FFFFFF"/>
                </a:solidFill>
                <a:latin typeface="Century Gothic"/>
                <a:ea typeface="Century Gothic"/>
                <a:cs typeface="Century Gothic"/>
              </a:defRPr>
            </a:lvl1pPr>
          </a:lstStyle>
          <a:p>
            <a:pPr marL="0" lvl="0">
              <a:lnSpc>
                <a:spcPts val="1400"/>
              </a:lnSpc>
            </a:pPr>
            <a:r>
              <a:rPr lang="en-US" noProof="0" err="1"/>
              <a:t>Curabitur</a:t>
            </a:r>
            <a:r>
              <a:rPr lang="en-US" noProof="0"/>
              <a:t> </a:t>
            </a:r>
            <a:r>
              <a:rPr lang="en-US" noProof="0" err="1"/>
              <a:t>blandit</a:t>
            </a:r>
            <a:r>
              <a:rPr lang="en-US" noProof="0"/>
              <a:t> tempus </a:t>
            </a:r>
            <a:r>
              <a:rPr lang="en-US" noProof="0" err="1"/>
              <a:t>porttitor</a:t>
            </a:r>
            <a:r>
              <a:rPr lang="en-US" noProof="0"/>
              <a:t>. </a:t>
            </a:r>
            <a:r>
              <a:rPr lang="en-US" noProof="0" err="1"/>
              <a:t>Sed</a:t>
            </a:r>
            <a:r>
              <a:rPr lang="en-US" noProof="0"/>
              <a:t> </a:t>
            </a:r>
            <a:r>
              <a:rPr lang="en-US" noProof="0" err="1"/>
              <a:t>posuere</a:t>
            </a:r>
            <a:r>
              <a:rPr lang="en-US" noProof="0"/>
              <a:t> </a:t>
            </a:r>
            <a:r>
              <a:rPr lang="en-US" noProof="0" err="1"/>
              <a:t>consectetur</a:t>
            </a:r>
            <a:r>
              <a:rPr lang="en-US" noProof="0"/>
              <a:t> </a:t>
            </a:r>
            <a:r>
              <a:rPr lang="en-US" noProof="0" err="1"/>
              <a:t>est</a:t>
            </a:r>
            <a:r>
              <a:rPr lang="en-US" noProof="0"/>
              <a:t> at </a:t>
            </a:r>
            <a:r>
              <a:rPr lang="en-US" noProof="0" err="1"/>
              <a:t>lobortis</a:t>
            </a:r>
            <a:r>
              <a:rPr lang="en-US" noProof="0"/>
              <a:t> </a:t>
            </a:r>
            <a:r>
              <a:rPr lang="en-US" noProof="0" err="1"/>
              <a:t>lorem</a:t>
            </a:r>
            <a:r>
              <a:rPr lang="en-US" noProof="0"/>
              <a:t> </a:t>
            </a:r>
            <a:r>
              <a:rPr lang="en-US" noProof="0" err="1"/>
              <a:t>ipsum</a:t>
            </a:r>
            <a:r>
              <a:rPr lang="en-US" noProof="0"/>
              <a:t> dolor sit </a:t>
            </a:r>
            <a:r>
              <a:rPr lang="en-US" noProof="0" err="1"/>
              <a:t>amet</a:t>
            </a:r>
            <a:r>
              <a:rPr lang="en-US" noProof="0"/>
              <a:t> no </a:t>
            </a:r>
            <a:r>
              <a:rPr lang="en-US" noProof="0" err="1"/>
              <a:t>nummy</a:t>
            </a:r>
            <a:r>
              <a:rPr lang="en-US" noProof="0"/>
              <a:t>.</a:t>
            </a:r>
          </a:p>
        </p:txBody>
      </p:sp>
      <p:sp>
        <p:nvSpPr>
          <p:cNvPr id="4" name="Text Placeholder 3"/>
          <p:cNvSpPr>
            <a:spLocks noGrp="1"/>
          </p:cNvSpPr>
          <p:nvPr>
            <p:ph type="body" sz="quarter" idx="17" hasCustomPrompt="1"/>
          </p:nvPr>
        </p:nvSpPr>
        <p:spPr>
          <a:xfrm>
            <a:off x="812799" y="4297681"/>
            <a:ext cx="10566400" cy="656591"/>
          </a:xfrm>
          <a:prstGeom prst="rect">
            <a:avLst/>
          </a:prstGeom>
        </p:spPr>
        <p:txBody>
          <a:bodyPr wrap="square" tIns="0" bIns="0">
            <a:spAutoFit/>
          </a:bodyPr>
          <a:lstStyle>
            <a:lvl1pPr marL="0" indent="0" algn="ctr">
              <a:lnSpc>
                <a:spcPct val="100000"/>
              </a:lnSpc>
              <a:spcBef>
                <a:spcPts val="0"/>
              </a:spcBef>
              <a:buNone/>
              <a:defRPr sz="4267" b="1" i="0">
                <a:solidFill>
                  <a:schemeClr val="bg1"/>
                </a:solidFill>
                <a:latin typeface="Century Gothic"/>
                <a:ea typeface="Century Gothic"/>
                <a:cs typeface="Century Gothic"/>
              </a:defRPr>
            </a:lvl1pPr>
            <a:lvl2pPr marL="342891" indent="0" algn="ctr">
              <a:buNone/>
              <a:defRPr b="1" i="0">
                <a:latin typeface="Montserrat SemiBold" charset="0"/>
                <a:ea typeface="Montserrat SemiBold" charset="0"/>
                <a:cs typeface="Montserrat SemiBold" charset="0"/>
              </a:defRPr>
            </a:lvl2pPr>
            <a:lvl3pPr marL="685783" indent="0" algn="ctr">
              <a:buNone/>
              <a:defRPr b="1" i="0">
                <a:latin typeface="Montserrat SemiBold" charset="0"/>
                <a:ea typeface="Montserrat SemiBold" charset="0"/>
                <a:cs typeface="Montserrat SemiBold" charset="0"/>
              </a:defRPr>
            </a:lvl3pPr>
            <a:lvl4pPr marL="1028674" indent="0" algn="ctr">
              <a:buNone/>
              <a:defRPr b="1" i="0">
                <a:latin typeface="Montserrat SemiBold" charset="0"/>
                <a:ea typeface="Montserrat SemiBold" charset="0"/>
                <a:cs typeface="Montserrat SemiBold" charset="0"/>
              </a:defRPr>
            </a:lvl4pPr>
            <a:lvl5pPr marL="1371566" indent="0" algn="ctr">
              <a:buNone/>
              <a:defRPr b="1" i="0">
                <a:latin typeface="Montserrat SemiBold" charset="0"/>
                <a:ea typeface="Montserrat SemiBold" charset="0"/>
                <a:cs typeface="Montserrat SemiBold" charset="0"/>
              </a:defRPr>
            </a:lvl5pPr>
          </a:lstStyle>
          <a:p>
            <a:pPr lvl="0"/>
            <a:r>
              <a:rPr lang="en-US"/>
              <a:t>Headline 1 Bold</a:t>
            </a:r>
          </a:p>
        </p:txBody>
      </p:sp>
    </p:spTree>
    <p:extLst>
      <p:ext uri="{BB962C8B-B14F-4D97-AF65-F5344CB8AC3E}">
        <p14:creationId xmlns:p14="http://schemas.microsoft.com/office/powerpoint/2010/main" val="390013055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lient testimonial with photo">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1113536" y="2023872"/>
            <a:ext cx="2812288" cy="2816352"/>
          </a:xfrm>
          <a:prstGeom prst="rect">
            <a:avLst/>
          </a:prstGeom>
        </p:spPr>
        <p:txBody>
          <a:bodyPr vert="horz"/>
          <a:lstStyle>
            <a:lvl1pPr marL="0" indent="0">
              <a:buNone/>
              <a:defRPr sz="1600"/>
            </a:lvl1pPr>
          </a:lstStyle>
          <a:p>
            <a:endParaRPr lang="en-US"/>
          </a:p>
        </p:txBody>
      </p:sp>
      <p:sp>
        <p:nvSpPr>
          <p:cNvPr id="24" name="Text Placeholder 22"/>
          <p:cNvSpPr>
            <a:spLocks noGrp="1"/>
          </p:cNvSpPr>
          <p:nvPr>
            <p:ph type="body" sz="quarter" idx="11" hasCustomPrompt="1"/>
          </p:nvPr>
        </p:nvSpPr>
        <p:spPr>
          <a:xfrm>
            <a:off x="4390748" y="2023874"/>
            <a:ext cx="6988453" cy="2816351"/>
          </a:xfrm>
          <a:prstGeom prst="rect">
            <a:avLst/>
          </a:prstGeom>
        </p:spPr>
        <p:txBody>
          <a:bodyPr wrap="square" tIns="0" bIns="0" anchor="ctr" anchorCtr="0">
            <a:noAutofit/>
          </a:bodyPr>
          <a:lstStyle>
            <a:lvl1pPr marL="0" indent="0" algn="l">
              <a:lnSpc>
                <a:spcPct val="120000"/>
              </a:lnSpc>
              <a:spcBef>
                <a:spcPts val="800"/>
              </a:spcBef>
              <a:spcAft>
                <a:spcPts val="533"/>
              </a:spcAft>
              <a:buNone/>
              <a:defRPr sz="1200"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noProof="0"/>
              <a:t>“Nullam id dolor id nibh ultricies vehicula ut id elit. Morbi leo risus, porta ac consectetur ac, vestibulum at eros. Lorem ipsum dolor sit amet, consectetur adipiscing elit.Vestibulum id ligula porta felis euismod semper. Donec id elit non mi porta gravida at eget metus.”</a:t>
            </a:r>
          </a:p>
        </p:txBody>
      </p:sp>
      <p:sp>
        <p:nvSpPr>
          <p:cNvPr id="12" name="Text Placeholder 22"/>
          <p:cNvSpPr>
            <a:spLocks noGrp="1"/>
          </p:cNvSpPr>
          <p:nvPr>
            <p:ph type="body" sz="quarter" idx="12" hasCustomPrompt="1"/>
          </p:nvPr>
        </p:nvSpPr>
        <p:spPr>
          <a:xfrm>
            <a:off x="812800" y="4917921"/>
            <a:ext cx="3413760" cy="164148"/>
          </a:xfrm>
          <a:prstGeom prst="rect">
            <a:avLst/>
          </a:prstGeom>
        </p:spPr>
        <p:txBody>
          <a:bodyPr wrap="square" tIns="0" bIns="0">
            <a:spAutoFit/>
          </a:bodyPr>
          <a:lstStyle>
            <a:lvl1pPr marL="0" indent="0" algn="ctr">
              <a:lnSpc>
                <a:spcPct val="100000"/>
              </a:lnSpc>
              <a:spcBef>
                <a:spcPts val="0"/>
              </a:spcBef>
              <a:buNone/>
              <a:defRPr sz="1067" b="1" i="0" cap="all" baseline="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CLIENT NAME</a:t>
            </a:r>
          </a:p>
        </p:txBody>
      </p:sp>
      <p:sp>
        <p:nvSpPr>
          <p:cNvPr id="13" name="Text Placeholder 22"/>
          <p:cNvSpPr>
            <a:spLocks noGrp="1"/>
          </p:cNvSpPr>
          <p:nvPr>
            <p:ph type="body" sz="quarter" idx="13" hasCustomPrompt="1"/>
          </p:nvPr>
        </p:nvSpPr>
        <p:spPr>
          <a:xfrm>
            <a:off x="812800" y="5089039"/>
            <a:ext cx="3413760" cy="143629"/>
          </a:xfrm>
          <a:prstGeom prst="rect">
            <a:avLst/>
          </a:prstGeom>
        </p:spPr>
        <p:txBody>
          <a:bodyPr wrap="square" tIns="0" bIns="0">
            <a:spAutoFit/>
          </a:bodyPr>
          <a:lstStyle>
            <a:lvl1pPr marL="0" indent="0" algn="ctr">
              <a:lnSpc>
                <a:spcPct val="100000"/>
              </a:lnSpc>
              <a:spcBef>
                <a:spcPts val="0"/>
              </a:spcBef>
              <a:buNone/>
              <a:defRPr sz="933" b="0" i="0" baseline="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Client Position, Company Name</a:t>
            </a:r>
          </a:p>
        </p:txBody>
      </p:sp>
      <p:sp>
        <p:nvSpPr>
          <p:cNvPr id="8"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Clients speak</a:t>
            </a:r>
          </a:p>
        </p:txBody>
      </p:sp>
      <p:pic>
        <p:nvPicPr>
          <p:cNvPr id="9"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0" name="TextBox 9"/>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93804180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C6 Client Logos">
    <p:spTree>
      <p:nvGrpSpPr>
        <p:cNvPr id="1" name=""/>
        <p:cNvGrpSpPr/>
        <p:nvPr/>
      </p:nvGrpSpPr>
      <p:grpSpPr>
        <a:xfrm>
          <a:off x="0" y="0"/>
          <a:ext cx="0" cy="0"/>
          <a:chOff x="0" y="0"/>
          <a:chExt cx="0" cy="0"/>
        </a:xfrm>
      </p:grpSpPr>
      <p:sp>
        <p:nvSpPr>
          <p:cNvPr id="26" name="Picture Placeholder 25"/>
          <p:cNvSpPr>
            <a:spLocks noGrp="1"/>
          </p:cNvSpPr>
          <p:nvPr>
            <p:ph type="pic" sz="quarter" idx="12" hasCustomPrompt="1"/>
          </p:nvPr>
        </p:nvSpPr>
        <p:spPr>
          <a:xfrm>
            <a:off x="2601772" y="1975104"/>
            <a:ext cx="1621536" cy="950976"/>
          </a:xfrm>
          <a:prstGeom prst="rect">
            <a:avLst/>
          </a:prstGeom>
          <a:solidFill>
            <a:schemeClr val="bg1">
              <a:lumMod val="95000"/>
            </a:schemeClr>
          </a:solid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23" name="Picture Placeholder 25"/>
          <p:cNvSpPr>
            <a:spLocks noGrp="1"/>
          </p:cNvSpPr>
          <p:nvPr>
            <p:ph type="pic" sz="quarter" idx="13" hasCustomPrompt="1"/>
          </p:nvPr>
        </p:nvSpPr>
        <p:spPr>
          <a:xfrm>
            <a:off x="4390745"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24" name="Picture Placeholder 25"/>
          <p:cNvSpPr>
            <a:spLocks noGrp="1"/>
          </p:cNvSpPr>
          <p:nvPr>
            <p:ph type="pic" sz="quarter" idx="14" hasCustomPrompt="1"/>
          </p:nvPr>
        </p:nvSpPr>
        <p:spPr>
          <a:xfrm>
            <a:off x="6179717"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0" name="Picture Placeholder 25"/>
          <p:cNvSpPr>
            <a:spLocks noGrp="1"/>
          </p:cNvSpPr>
          <p:nvPr>
            <p:ph type="pic" sz="quarter" idx="15" hasCustomPrompt="1"/>
          </p:nvPr>
        </p:nvSpPr>
        <p:spPr>
          <a:xfrm>
            <a:off x="7968689"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1" name="Picture Placeholder 25"/>
          <p:cNvSpPr>
            <a:spLocks noGrp="1"/>
          </p:cNvSpPr>
          <p:nvPr>
            <p:ph type="pic" sz="quarter" idx="16" hasCustomPrompt="1"/>
          </p:nvPr>
        </p:nvSpPr>
        <p:spPr>
          <a:xfrm>
            <a:off x="2601772"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2" name="Picture Placeholder 25"/>
          <p:cNvSpPr>
            <a:spLocks noGrp="1"/>
          </p:cNvSpPr>
          <p:nvPr>
            <p:ph type="pic" sz="quarter" idx="17" hasCustomPrompt="1"/>
          </p:nvPr>
        </p:nvSpPr>
        <p:spPr>
          <a:xfrm>
            <a:off x="4390745"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3" name="Picture Placeholder 25"/>
          <p:cNvSpPr>
            <a:spLocks noGrp="1"/>
          </p:cNvSpPr>
          <p:nvPr>
            <p:ph type="pic" sz="quarter" idx="18" hasCustomPrompt="1"/>
          </p:nvPr>
        </p:nvSpPr>
        <p:spPr>
          <a:xfrm>
            <a:off x="6179717"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4" name="Picture Placeholder 25"/>
          <p:cNvSpPr>
            <a:spLocks noGrp="1"/>
          </p:cNvSpPr>
          <p:nvPr>
            <p:ph type="pic" sz="quarter" idx="19" hasCustomPrompt="1"/>
          </p:nvPr>
        </p:nvSpPr>
        <p:spPr>
          <a:xfrm>
            <a:off x="7968689"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5" name="Picture Placeholder 25"/>
          <p:cNvSpPr>
            <a:spLocks noGrp="1"/>
          </p:cNvSpPr>
          <p:nvPr>
            <p:ph type="pic" sz="quarter" idx="20" hasCustomPrompt="1"/>
          </p:nvPr>
        </p:nvSpPr>
        <p:spPr>
          <a:xfrm>
            <a:off x="2601772"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6" name="Picture Placeholder 25"/>
          <p:cNvSpPr>
            <a:spLocks noGrp="1"/>
          </p:cNvSpPr>
          <p:nvPr>
            <p:ph type="pic" sz="quarter" idx="21" hasCustomPrompt="1"/>
          </p:nvPr>
        </p:nvSpPr>
        <p:spPr>
          <a:xfrm>
            <a:off x="4390745"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8" name="Picture Placeholder 25"/>
          <p:cNvSpPr>
            <a:spLocks noGrp="1"/>
          </p:cNvSpPr>
          <p:nvPr>
            <p:ph type="pic" sz="quarter" idx="22" hasCustomPrompt="1"/>
          </p:nvPr>
        </p:nvSpPr>
        <p:spPr>
          <a:xfrm>
            <a:off x="6179717"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9" name="Picture Placeholder 25"/>
          <p:cNvSpPr>
            <a:spLocks noGrp="1"/>
          </p:cNvSpPr>
          <p:nvPr>
            <p:ph type="pic" sz="quarter" idx="23" hasCustomPrompt="1"/>
          </p:nvPr>
        </p:nvSpPr>
        <p:spPr>
          <a:xfrm>
            <a:off x="7968689"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1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Our clients</a:t>
            </a:r>
          </a:p>
        </p:txBody>
      </p:sp>
      <p:sp>
        <p:nvSpPr>
          <p:cNvPr id="27" name="Picture Placeholder 25"/>
          <p:cNvSpPr>
            <a:spLocks noGrp="1"/>
          </p:cNvSpPr>
          <p:nvPr>
            <p:ph type="pic" sz="quarter" idx="29" hasCustomPrompt="1"/>
          </p:nvPr>
        </p:nvSpPr>
        <p:spPr>
          <a:xfrm>
            <a:off x="812800" y="1975104"/>
            <a:ext cx="1621536" cy="950976"/>
          </a:xfrm>
          <a:prstGeom prst="rect">
            <a:avLst/>
          </a:prstGeom>
          <a:solidFill>
            <a:schemeClr val="bg1">
              <a:lumMod val="95000"/>
            </a:schemeClr>
          </a:solid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28" name="Picture Placeholder 25"/>
          <p:cNvSpPr>
            <a:spLocks noGrp="1"/>
          </p:cNvSpPr>
          <p:nvPr>
            <p:ph type="pic" sz="quarter" idx="30" hasCustomPrompt="1"/>
          </p:nvPr>
        </p:nvSpPr>
        <p:spPr>
          <a:xfrm>
            <a:off x="812800"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29" name="Picture Placeholder 25"/>
          <p:cNvSpPr>
            <a:spLocks noGrp="1"/>
          </p:cNvSpPr>
          <p:nvPr>
            <p:ph type="pic" sz="quarter" idx="31" hasCustomPrompt="1"/>
          </p:nvPr>
        </p:nvSpPr>
        <p:spPr>
          <a:xfrm>
            <a:off x="812800"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7" name="Picture Placeholder 25"/>
          <p:cNvSpPr>
            <a:spLocks noGrp="1"/>
          </p:cNvSpPr>
          <p:nvPr>
            <p:ph type="pic" sz="quarter" idx="32" hasCustomPrompt="1"/>
          </p:nvPr>
        </p:nvSpPr>
        <p:spPr>
          <a:xfrm>
            <a:off x="9757664"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40" name="Picture Placeholder 25"/>
          <p:cNvSpPr>
            <a:spLocks noGrp="1"/>
          </p:cNvSpPr>
          <p:nvPr>
            <p:ph type="pic" sz="quarter" idx="33" hasCustomPrompt="1"/>
          </p:nvPr>
        </p:nvSpPr>
        <p:spPr>
          <a:xfrm>
            <a:off x="9757664"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41" name="Picture Placeholder 25"/>
          <p:cNvSpPr>
            <a:spLocks noGrp="1"/>
          </p:cNvSpPr>
          <p:nvPr>
            <p:ph type="pic" sz="quarter" idx="34" hasCustomPrompt="1"/>
          </p:nvPr>
        </p:nvSpPr>
        <p:spPr>
          <a:xfrm>
            <a:off x="9757664"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pic>
        <p:nvPicPr>
          <p:cNvPr id="22"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25" name="TextBox 24"/>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958011005"/>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C4 Client Logos">
    <p:spTree>
      <p:nvGrpSpPr>
        <p:cNvPr id="1" name=""/>
        <p:cNvGrpSpPr/>
        <p:nvPr/>
      </p:nvGrpSpPr>
      <p:grpSpPr>
        <a:xfrm>
          <a:off x="0" y="0"/>
          <a:ext cx="0" cy="0"/>
          <a:chOff x="0" y="0"/>
          <a:chExt cx="0" cy="0"/>
        </a:xfrm>
      </p:grpSpPr>
      <p:sp>
        <p:nvSpPr>
          <p:cNvPr id="26" name="Picture Placeholder 25"/>
          <p:cNvSpPr>
            <a:spLocks noGrp="1"/>
          </p:cNvSpPr>
          <p:nvPr>
            <p:ph type="pic" sz="quarter" idx="12" hasCustomPrompt="1"/>
          </p:nvPr>
        </p:nvSpPr>
        <p:spPr>
          <a:xfrm>
            <a:off x="2601772" y="1975104"/>
            <a:ext cx="1621536" cy="950976"/>
          </a:xfrm>
          <a:prstGeom prst="rect">
            <a:avLst/>
          </a:prstGeom>
          <a:solidFill>
            <a:schemeClr val="bg1">
              <a:lumMod val="95000"/>
            </a:schemeClr>
          </a:solidFill>
        </p:spPr>
        <p:txBody>
          <a:bodyPr/>
          <a:lstStyle>
            <a:lvl1pPr algn="ctr">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23" name="Picture Placeholder 25"/>
          <p:cNvSpPr>
            <a:spLocks noGrp="1"/>
          </p:cNvSpPr>
          <p:nvPr>
            <p:ph type="pic" sz="quarter" idx="13" hasCustomPrompt="1"/>
          </p:nvPr>
        </p:nvSpPr>
        <p:spPr>
          <a:xfrm>
            <a:off x="4390745"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24" name="Picture Placeholder 25"/>
          <p:cNvSpPr>
            <a:spLocks noGrp="1"/>
          </p:cNvSpPr>
          <p:nvPr>
            <p:ph type="pic" sz="quarter" idx="14" hasCustomPrompt="1"/>
          </p:nvPr>
        </p:nvSpPr>
        <p:spPr>
          <a:xfrm>
            <a:off x="6179717"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0" name="Picture Placeholder 25"/>
          <p:cNvSpPr>
            <a:spLocks noGrp="1"/>
          </p:cNvSpPr>
          <p:nvPr>
            <p:ph type="pic" sz="quarter" idx="15" hasCustomPrompt="1"/>
          </p:nvPr>
        </p:nvSpPr>
        <p:spPr>
          <a:xfrm>
            <a:off x="7968689" y="1975104"/>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1" name="Picture Placeholder 25"/>
          <p:cNvSpPr>
            <a:spLocks noGrp="1"/>
          </p:cNvSpPr>
          <p:nvPr>
            <p:ph type="pic" sz="quarter" idx="16" hasCustomPrompt="1"/>
          </p:nvPr>
        </p:nvSpPr>
        <p:spPr>
          <a:xfrm>
            <a:off x="2601772"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2" name="Picture Placeholder 25"/>
          <p:cNvSpPr>
            <a:spLocks noGrp="1"/>
          </p:cNvSpPr>
          <p:nvPr>
            <p:ph type="pic" sz="quarter" idx="17" hasCustomPrompt="1"/>
          </p:nvPr>
        </p:nvSpPr>
        <p:spPr>
          <a:xfrm>
            <a:off x="4390745"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3" name="Picture Placeholder 25"/>
          <p:cNvSpPr>
            <a:spLocks noGrp="1"/>
          </p:cNvSpPr>
          <p:nvPr>
            <p:ph type="pic" sz="quarter" idx="18" hasCustomPrompt="1"/>
          </p:nvPr>
        </p:nvSpPr>
        <p:spPr>
          <a:xfrm>
            <a:off x="6179717"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4" name="Picture Placeholder 25"/>
          <p:cNvSpPr>
            <a:spLocks noGrp="1"/>
          </p:cNvSpPr>
          <p:nvPr>
            <p:ph type="pic" sz="quarter" idx="19" hasCustomPrompt="1"/>
          </p:nvPr>
        </p:nvSpPr>
        <p:spPr>
          <a:xfrm>
            <a:off x="7968689" y="31699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5" name="Picture Placeholder 25"/>
          <p:cNvSpPr>
            <a:spLocks noGrp="1"/>
          </p:cNvSpPr>
          <p:nvPr>
            <p:ph type="pic" sz="quarter" idx="20" hasCustomPrompt="1"/>
          </p:nvPr>
        </p:nvSpPr>
        <p:spPr>
          <a:xfrm>
            <a:off x="2601772"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6" name="Picture Placeholder 25"/>
          <p:cNvSpPr>
            <a:spLocks noGrp="1"/>
          </p:cNvSpPr>
          <p:nvPr>
            <p:ph type="pic" sz="quarter" idx="21" hasCustomPrompt="1"/>
          </p:nvPr>
        </p:nvSpPr>
        <p:spPr>
          <a:xfrm>
            <a:off x="4390745"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8" name="Picture Placeholder 25"/>
          <p:cNvSpPr>
            <a:spLocks noGrp="1"/>
          </p:cNvSpPr>
          <p:nvPr>
            <p:ph type="pic" sz="quarter" idx="22" hasCustomPrompt="1"/>
          </p:nvPr>
        </p:nvSpPr>
        <p:spPr>
          <a:xfrm>
            <a:off x="6179717"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39" name="Picture Placeholder 25"/>
          <p:cNvSpPr>
            <a:spLocks noGrp="1"/>
          </p:cNvSpPr>
          <p:nvPr>
            <p:ph type="pic" sz="quarter" idx="23" hasCustomPrompt="1"/>
          </p:nvPr>
        </p:nvSpPr>
        <p:spPr>
          <a:xfrm>
            <a:off x="7968689" y="4389120"/>
            <a:ext cx="1621536" cy="950976"/>
          </a:xfrm>
          <a:prstGeom prst="rect">
            <a:avLst/>
          </a:prstGeom>
          <a:solidFill>
            <a:schemeClr val="bg1">
              <a:lumMod val="95000"/>
            </a:schemeClr>
          </a:solidFill>
        </p:spPr>
        <p:txBody>
          <a:bodyPr/>
          <a:lstStyle>
            <a:lvl1pPr marL="171446" marR="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sz="851" b="0" i="0">
                <a:latin typeface="Century Gothic"/>
                <a:ea typeface="Century Gothic"/>
                <a:cs typeface="Century Gothic"/>
              </a:defRPr>
            </a:lvl1pPr>
          </a:lstStyle>
          <a:p>
            <a:pPr marL="171446" marR="0" lvl="0" indent="-171446" algn="l" defTabSz="685783" rtl="0" eaLnBrk="1" fontAlgn="auto" latinLnBrk="0" hangingPunct="1">
              <a:lnSpc>
                <a:spcPct val="90000"/>
              </a:lnSpc>
              <a:spcBef>
                <a:spcPts val="751"/>
              </a:spcBef>
              <a:spcAft>
                <a:spcPts val="0"/>
              </a:spcAft>
              <a:buClrTx/>
              <a:buSzTx/>
              <a:buFont typeface="Arial" panose="020B0604020202020204" pitchFamily="34" charset="0"/>
              <a:buNone/>
              <a:tabLst/>
              <a:defRPr/>
            </a:pPr>
            <a:r>
              <a:rPr lang="en-US"/>
              <a:t>Client Logo</a:t>
            </a:r>
          </a:p>
        </p:txBody>
      </p:sp>
      <p:sp>
        <p:nvSpPr>
          <p:cNvPr id="1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Our clients</a:t>
            </a:r>
          </a:p>
        </p:txBody>
      </p:sp>
      <p:pic>
        <p:nvPicPr>
          <p:cNvPr id="18"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
        <p:nvSpPr>
          <p:cNvPr id="16" name="TextBox 15"/>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621447167"/>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Bio">
    <p:spTree>
      <p:nvGrpSpPr>
        <p:cNvPr id="1" name=""/>
        <p:cNvGrpSpPr/>
        <p:nvPr/>
      </p:nvGrpSpPr>
      <p:grpSpPr>
        <a:xfrm>
          <a:off x="0" y="0"/>
          <a:ext cx="0" cy="0"/>
          <a:chOff x="0" y="0"/>
          <a:chExt cx="0" cy="0"/>
        </a:xfrm>
      </p:grpSpPr>
      <p:sp>
        <p:nvSpPr>
          <p:cNvPr id="8" name="Text Placeholder 22"/>
          <p:cNvSpPr>
            <a:spLocks noGrp="1"/>
          </p:cNvSpPr>
          <p:nvPr>
            <p:ph type="body" sz="quarter" idx="13" hasCustomPrompt="1"/>
          </p:nvPr>
        </p:nvSpPr>
        <p:spPr>
          <a:xfrm>
            <a:off x="812800" y="435524"/>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Bio Name</a:t>
            </a:r>
          </a:p>
        </p:txBody>
      </p:sp>
      <p:sp>
        <p:nvSpPr>
          <p:cNvPr id="15" name="Text Placeholder 22"/>
          <p:cNvSpPr>
            <a:spLocks noGrp="1"/>
          </p:cNvSpPr>
          <p:nvPr>
            <p:ph type="body" sz="quarter" idx="19" hasCustomPrompt="1"/>
          </p:nvPr>
        </p:nvSpPr>
        <p:spPr>
          <a:xfrm>
            <a:off x="812800" y="928110"/>
            <a:ext cx="10566400" cy="246221"/>
          </a:xfrm>
          <a:prstGeom prst="rect">
            <a:avLst/>
          </a:prstGeom>
        </p:spPr>
        <p:txBody>
          <a:bodyPr wrap="square" tIns="0" bIns="0">
            <a:spAutoFit/>
          </a:bodyPr>
          <a:lstStyle>
            <a:lvl1pPr marL="0" indent="0" algn="l">
              <a:lnSpc>
                <a:spcPct val="100000"/>
              </a:lnSpc>
              <a:spcBef>
                <a:spcPts val="0"/>
              </a:spcBef>
              <a:buNone/>
              <a:defRPr sz="1600" b="1" i="0" cap="all">
                <a:solidFill>
                  <a:schemeClr val="accent6"/>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TITLE</a:t>
            </a:r>
          </a:p>
        </p:txBody>
      </p:sp>
      <p:sp>
        <p:nvSpPr>
          <p:cNvPr id="13" name="Content Placeholder 3"/>
          <p:cNvSpPr>
            <a:spLocks noGrp="1"/>
          </p:cNvSpPr>
          <p:nvPr>
            <p:ph sz="quarter" idx="20" hasCustomPrompt="1"/>
          </p:nvPr>
        </p:nvSpPr>
        <p:spPr>
          <a:xfrm>
            <a:off x="812800" y="2804160"/>
            <a:ext cx="2032000" cy="3364992"/>
          </a:xfrm>
          <a:prstGeom prst="rect">
            <a:avLst/>
          </a:prstGeom>
        </p:spPr>
        <p:txBody>
          <a:bodyPr vert="horz"/>
          <a:lstStyle>
            <a:lvl1pPr marL="0" indent="0">
              <a:lnSpc>
                <a:spcPct val="120000"/>
              </a:lnSpc>
              <a:spcBef>
                <a:spcPts val="800"/>
              </a:spcBef>
              <a:spcAft>
                <a:spcPts val="0"/>
              </a:spcAft>
              <a:buNone/>
              <a:defRPr sz="933" b="1" cap="all"/>
            </a:lvl1pPr>
            <a:lvl2pPr marL="158747" indent="-158747">
              <a:lnSpc>
                <a:spcPct val="120000"/>
              </a:lnSpc>
              <a:spcBef>
                <a:spcPts val="0"/>
              </a:spcBef>
              <a:spcAft>
                <a:spcPts val="0"/>
              </a:spcAft>
              <a:buFont typeface="Arial"/>
              <a:buChar char="•"/>
              <a:defRPr sz="933"/>
            </a:lvl2pPr>
            <a:lvl3pPr marL="387341" indent="-152396">
              <a:lnSpc>
                <a:spcPct val="120000"/>
              </a:lnSpc>
              <a:spcBef>
                <a:spcPts val="0"/>
              </a:spcBef>
              <a:spcAft>
                <a:spcPts val="0"/>
              </a:spcAft>
              <a:buFont typeface="Lucida Grande"/>
              <a:buChar char="–"/>
              <a:defRPr sz="933"/>
            </a:lvl3pPr>
            <a:lvl4pPr marL="613818" indent="-152396">
              <a:lnSpc>
                <a:spcPct val="120000"/>
              </a:lnSpc>
              <a:spcBef>
                <a:spcPts val="0"/>
              </a:spcBef>
              <a:spcAft>
                <a:spcPts val="0"/>
              </a:spcAft>
              <a:defRPr sz="933"/>
            </a:lvl4pPr>
            <a:lvl5pPr marL="840296" indent="-152396">
              <a:lnSpc>
                <a:spcPct val="120000"/>
              </a:lnSpc>
              <a:spcBef>
                <a:spcPts val="0"/>
              </a:spcBef>
              <a:spcAft>
                <a:spcPts val="0"/>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1" name="Content Placeholder 3"/>
          <p:cNvSpPr>
            <a:spLocks noGrp="1"/>
          </p:cNvSpPr>
          <p:nvPr>
            <p:ph sz="quarter" idx="28" hasCustomPrompt="1"/>
          </p:nvPr>
        </p:nvSpPr>
        <p:spPr>
          <a:xfrm>
            <a:off x="2946400" y="1275932"/>
            <a:ext cx="8432800" cy="4893221"/>
          </a:xfrm>
          <a:prstGeom prst="rect">
            <a:avLst/>
          </a:prstGeom>
        </p:spPr>
        <p:txBody>
          <a:bodyPr vert="horz"/>
          <a:lstStyle>
            <a:lvl1pPr marL="0" indent="0">
              <a:lnSpc>
                <a:spcPct val="120000"/>
              </a:lnSpc>
              <a:spcBef>
                <a:spcPts val="0"/>
              </a:spcBef>
              <a:spcAft>
                <a:spcPts val="533"/>
              </a:spcAft>
              <a:buNone/>
              <a:defRPr sz="1000" b="0"/>
            </a:lvl1pPr>
            <a:lvl2pPr marL="158747" indent="-158747">
              <a:lnSpc>
                <a:spcPct val="120000"/>
              </a:lnSpc>
              <a:spcBef>
                <a:spcPts val="0"/>
              </a:spcBef>
              <a:spcAft>
                <a:spcPts val="533"/>
              </a:spcAft>
              <a:buFont typeface="Arial"/>
              <a:buChar char="•"/>
              <a:defRPr sz="1000"/>
            </a:lvl2pPr>
            <a:lvl3pPr marL="387341" indent="-152396">
              <a:lnSpc>
                <a:spcPct val="120000"/>
              </a:lnSpc>
              <a:spcBef>
                <a:spcPts val="0"/>
              </a:spcBef>
              <a:spcAft>
                <a:spcPts val="533"/>
              </a:spcAft>
              <a:buFont typeface="Lucida Grande"/>
              <a:buChar char="–"/>
              <a:defRPr sz="1000"/>
            </a:lvl3pPr>
            <a:lvl4pPr marL="613818" indent="-152396">
              <a:lnSpc>
                <a:spcPct val="120000"/>
              </a:lnSpc>
              <a:spcBef>
                <a:spcPts val="0"/>
              </a:spcBef>
              <a:spcAft>
                <a:spcPts val="533"/>
              </a:spcAft>
              <a:defRPr sz="1000"/>
            </a:lvl4pPr>
            <a:lvl5pPr marL="840296" indent="-152396">
              <a:lnSpc>
                <a:spcPct val="120000"/>
              </a:lnSpc>
              <a:spcBef>
                <a:spcPts val="0"/>
              </a:spcBef>
              <a:spcAft>
                <a:spcPts val="533"/>
              </a:spcAft>
              <a:buFont typeface="Lucida Grande"/>
              <a:buChar char="–"/>
              <a:defRPr sz="1000"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cxnSp>
        <p:nvCxnSpPr>
          <p:cNvPr id="3" name="Straight Connector 2"/>
          <p:cNvCxnSpPr/>
          <p:nvPr userDrawn="1"/>
        </p:nvCxnSpPr>
        <p:spPr>
          <a:xfrm>
            <a:off x="812800" y="898820"/>
            <a:ext cx="105664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5" name="Picture Placeholder 4"/>
          <p:cNvSpPr>
            <a:spLocks noGrp="1"/>
          </p:cNvSpPr>
          <p:nvPr>
            <p:ph type="pic" sz="quarter" idx="29" hasCustomPrompt="1"/>
          </p:nvPr>
        </p:nvSpPr>
        <p:spPr>
          <a:xfrm>
            <a:off x="812800" y="1280160"/>
            <a:ext cx="1524000" cy="1524000"/>
          </a:xfrm>
          <a:prstGeom prst="rect">
            <a:avLst/>
          </a:prstGeom>
        </p:spPr>
        <p:txBody>
          <a:bodyPr vert="horz" anchor="ctr"/>
          <a:lstStyle>
            <a:lvl1pPr marL="0" indent="0" algn="ctr">
              <a:buNone/>
              <a:defRPr sz="1600" baseline="0"/>
            </a:lvl1pPr>
          </a:lstStyle>
          <a:p>
            <a:r>
              <a:rPr lang="en-US"/>
              <a:t>Bio picture</a:t>
            </a:r>
          </a:p>
        </p:txBody>
      </p:sp>
      <p:sp>
        <p:nvSpPr>
          <p:cNvPr id="6" name="TextBox 5"/>
          <p:cNvSpPr txBox="1"/>
          <p:nvPr userDrawn="1"/>
        </p:nvSpPr>
        <p:spPr>
          <a:xfrm>
            <a:off x="812803"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pic>
        <p:nvPicPr>
          <p:cNvPr id="10"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Tree>
    <p:extLst>
      <p:ext uri="{BB962C8B-B14F-4D97-AF65-F5344CB8AC3E}">
        <p14:creationId xmlns:p14="http://schemas.microsoft.com/office/powerpoint/2010/main" val="321236918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Bio without photo">
    <p:spTree>
      <p:nvGrpSpPr>
        <p:cNvPr id="1" name=""/>
        <p:cNvGrpSpPr/>
        <p:nvPr/>
      </p:nvGrpSpPr>
      <p:grpSpPr>
        <a:xfrm>
          <a:off x="0" y="0"/>
          <a:ext cx="0" cy="0"/>
          <a:chOff x="0" y="0"/>
          <a:chExt cx="0" cy="0"/>
        </a:xfrm>
      </p:grpSpPr>
      <p:sp>
        <p:nvSpPr>
          <p:cNvPr id="8" name="Text Placeholder 22"/>
          <p:cNvSpPr>
            <a:spLocks noGrp="1"/>
          </p:cNvSpPr>
          <p:nvPr>
            <p:ph type="body" sz="quarter" idx="13" hasCustomPrompt="1"/>
          </p:nvPr>
        </p:nvSpPr>
        <p:spPr>
          <a:xfrm>
            <a:off x="812800" y="435524"/>
            <a:ext cx="10566400" cy="463296"/>
          </a:xfrm>
          <a:prstGeom prst="rect">
            <a:avLst/>
          </a:prstGeom>
        </p:spPr>
        <p:txBody>
          <a:bodyPr wrap="square" tIns="0" bIns="0">
            <a:noAutofit/>
          </a:bodyPr>
          <a:lstStyle>
            <a:lvl1pPr marL="0" indent="0" algn="l">
              <a:lnSpc>
                <a:spcPct val="100000"/>
              </a:lnSpc>
              <a:spcBef>
                <a:spcPts val="800"/>
              </a:spcBef>
              <a:buNone/>
              <a:defRPr sz="2667" b="0" i="0">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Bio Name</a:t>
            </a:r>
          </a:p>
        </p:txBody>
      </p:sp>
      <p:sp>
        <p:nvSpPr>
          <p:cNvPr id="15" name="Text Placeholder 22"/>
          <p:cNvSpPr>
            <a:spLocks noGrp="1"/>
          </p:cNvSpPr>
          <p:nvPr>
            <p:ph type="body" sz="quarter" idx="19" hasCustomPrompt="1"/>
          </p:nvPr>
        </p:nvSpPr>
        <p:spPr>
          <a:xfrm>
            <a:off x="812800" y="928110"/>
            <a:ext cx="10566400" cy="246221"/>
          </a:xfrm>
          <a:prstGeom prst="rect">
            <a:avLst/>
          </a:prstGeom>
        </p:spPr>
        <p:txBody>
          <a:bodyPr wrap="square" tIns="0" bIns="0">
            <a:spAutoFit/>
          </a:bodyPr>
          <a:lstStyle>
            <a:lvl1pPr marL="0" indent="0" algn="l">
              <a:lnSpc>
                <a:spcPct val="100000"/>
              </a:lnSpc>
              <a:spcBef>
                <a:spcPts val="0"/>
              </a:spcBef>
              <a:buNone/>
              <a:defRPr sz="1600" b="1" i="0" cap="all">
                <a:solidFill>
                  <a:schemeClr val="accent6"/>
                </a:solidFill>
                <a:latin typeface="Century Gothic"/>
                <a:ea typeface="Century Gothic"/>
                <a:cs typeface="Century Gothic"/>
              </a:defRPr>
            </a:lvl1pPr>
            <a:lvl2pPr marL="342891" indent="0">
              <a:buNone/>
              <a:defRPr b="0" i="0">
                <a:latin typeface="Montserrat Medium" charset="0"/>
                <a:ea typeface="Montserrat Medium" charset="0"/>
                <a:cs typeface="Montserrat Medium" charset="0"/>
              </a:defRPr>
            </a:lvl2pPr>
            <a:lvl3pPr marL="685783" indent="0">
              <a:buNone/>
              <a:defRPr b="0" i="0">
                <a:latin typeface="Montserrat Medium" charset="0"/>
                <a:ea typeface="Montserrat Medium" charset="0"/>
                <a:cs typeface="Montserrat Medium" charset="0"/>
              </a:defRPr>
            </a:lvl3pPr>
            <a:lvl4pPr marL="1028674" indent="0">
              <a:buNone/>
              <a:defRPr b="0" i="0">
                <a:latin typeface="Montserrat Medium" charset="0"/>
                <a:ea typeface="Montserrat Medium" charset="0"/>
                <a:cs typeface="Montserrat Medium" charset="0"/>
              </a:defRPr>
            </a:lvl4pPr>
            <a:lvl5pPr marL="1371566" indent="0">
              <a:buNone/>
              <a:defRPr b="0" i="0">
                <a:latin typeface="Montserrat Medium" charset="0"/>
                <a:ea typeface="Montserrat Medium" charset="0"/>
                <a:cs typeface="Montserrat Medium" charset="0"/>
              </a:defRPr>
            </a:lvl5pPr>
          </a:lstStyle>
          <a:p>
            <a:pPr lvl="0"/>
            <a:r>
              <a:rPr lang="en-US"/>
              <a:t>TITLE</a:t>
            </a:r>
          </a:p>
        </p:txBody>
      </p:sp>
      <p:sp>
        <p:nvSpPr>
          <p:cNvPr id="13" name="Content Placeholder 3"/>
          <p:cNvSpPr>
            <a:spLocks noGrp="1"/>
          </p:cNvSpPr>
          <p:nvPr>
            <p:ph sz="quarter" idx="20" hasCustomPrompt="1"/>
          </p:nvPr>
        </p:nvSpPr>
        <p:spPr>
          <a:xfrm>
            <a:off x="812800" y="1292866"/>
            <a:ext cx="2032000" cy="4879337"/>
          </a:xfrm>
          <a:prstGeom prst="rect">
            <a:avLst/>
          </a:prstGeom>
        </p:spPr>
        <p:txBody>
          <a:bodyPr vert="horz"/>
          <a:lstStyle>
            <a:lvl1pPr marL="0" indent="0">
              <a:lnSpc>
                <a:spcPct val="120000"/>
              </a:lnSpc>
              <a:spcBef>
                <a:spcPts val="800"/>
              </a:spcBef>
              <a:spcAft>
                <a:spcPts val="0"/>
              </a:spcAft>
              <a:buNone/>
              <a:defRPr sz="933" b="1" cap="all"/>
            </a:lvl1pPr>
            <a:lvl2pPr marL="158747" indent="-158747">
              <a:lnSpc>
                <a:spcPct val="120000"/>
              </a:lnSpc>
              <a:spcBef>
                <a:spcPts val="0"/>
              </a:spcBef>
              <a:spcAft>
                <a:spcPts val="0"/>
              </a:spcAft>
              <a:buFont typeface="Arial"/>
              <a:buChar char="•"/>
              <a:defRPr sz="933"/>
            </a:lvl2pPr>
            <a:lvl3pPr marL="387341" indent="-152396">
              <a:lnSpc>
                <a:spcPct val="120000"/>
              </a:lnSpc>
              <a:spcBef>
                <a:spcPts val="0"/>
              </a:spcBef>
              <a:spcAft>
                <a:spcPts val="0"/>
              </a:spcAft>
              <a:buFont typeface="Lucida Grande"/>
              <a:buChar char="–"/>
              <a:defRPr sz="933"/>
            </a:lvl3pPr>
            <a:lvl4pPr marL="613818" indent="-152396">
              <a:lnSpc>
                <a:spcPct val="120000"/>
              </a:lnSpc>
              <a:spcBef>
                <a:spcPts val="0"/>
              </a:spcBef>
              <a:spcAft>
                <a:spcPts val="0"/>
              </a:spcAft>
              <a:defRPr sz="933"/>
            </a:lvl4pPr>
            <a:lvl5pPr marL="840296" indent="-152396">
              <a:lnSpc>
                <a:spcPct val="120000"/>
              </a:lnSpc>
              <a:spcBef>
                <a:spcPts val="0"/>
              </a:spcBef>
              <a:spcAft>
                <a:spcPts val="0"/>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21" name="Content Placeholder 3"/>
          <p:cNvSpPr>
            <a:spLocks noGrp="1"/>
          </p:cNvSpPr>
          <p:nvPr>
            <p:ph sz="quarter" idx="28" hasCustomPrompt="1"/>
          </p:nvPr>
        </p:nvSpPr>
        <p:spPr>
          <a:xfrm>
            <a:off x="2946400" y="1275932"/>
            <a:ext cx="8432800" cy="4896271"/>
          </a:xfrm>
          <a:prstGeom prst="rect">
            <a:avLst/>
          </a:prstGeom>
        </p:spPr>
        <p:txBody>
          <a:bodyPr vert="horz"/>
          <a:lstStyle>
            <a:lvl1pPr marL="0" indent="0">
              <a:lnSpc>
                <a:spcPct val="120000"/>
              </a:lnSpc>
              <a:spcBef>
                <a:spcPts val="0"/>
              </a:spcBef>
              <a:spcAft>
                <a:spcPts val="533"/>
              </a:spcAft>
              <a:buNone/>
              <a:defRPr sz="1000" b="0"/>
            </a:lvl1pPr>
            <a:lvl2pPr marL="158747" indent="-158747">
              <a:lnSpc>
                <a:spcPct val="120000"/>
              </a:lnSpc>
              <a:spcBef>
                <a:spcPts val="0"/>
              </a:spcBef>
              <a:spcAft>
                <a:spcPts val="533"/>
              </a:spcAft>
              <a:buFont typeface="Arial"/>
              <a:buChar char="•"/>
              <a:defRPr sz="1000"/>
            </a:lvl2pPr>
            <a:lvl3pPr marL="387341" indent="-152396">
              <a:lnSpc>
                <a:spcPct val="120000"/>
              </a:lnSpc>
              <a:spcBef>
                <a:spcPts val="0"/>
              </a:spcBef>
              <a:spcAft>
                <a:spcPts val="533"/>
              </a:spcAft>
              <a:buFont typeface="Lucida Grande"/>
              <a:buChar char="–"/>
              <a:defRPr sz="1000"/>
            </a:lvl3pPr>
            <a:lvl4pPr marL="613818" indent="-152396">
              <a:lnSpc>
                <a:spcPct val="120000"/>
              </a:lnSpc>
              <a:spcBef>
                <a:spcPts val="0"/>
              </a:spcBef>
              <a:spcAft>
                <a:spcPts val="533"/>
              </a:spcAft>
              <a:defRPr sz="1000"/>
            </a:lvl4pPr>
            <a:lvl5pPr marL="840296" indent="-152396">
              <a:lnSpc>
                <a:spcPct val="120000"/>
              </a:lnSpc>
              <a:spcBef>
                <a:spcPts val="0"/>
              </a:spcBef>
              <a:spcAft>
                <a:spcPts val="533"/>
              </a:spcAft>
              <a:buFont typeface="Lucida Grande"/>
              <a:buChar char="–"/>
              <a:defRPr sz="1000"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cxnSp>
        <p:nvCxnSpPr>
          <p:cNvPr id="3" name="Straight Connector 2"/>
          <p:cNvCxnSpPr/>
          <p:nvPr userDrawn="1"/>
        </p:nvCxnSpPr>
        <p:spPr>
          <a:xfrm>
            <a:off x="812800" y="898820"/>
            <a:ext cx="105664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userDrawn="1"/>
        </p:nvSpPr>
        <p:spPr>
          <a:xfrm>
            <a:off x="812803"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2018 Axialent, Inc. All rights reserved.</a:t>
            </a:r>
            <a:endParaRPr lang="en-US" sz="800" kern="1200">
              <a:solidFill>
                <a:schemeClr val="tx1"/>
              </a:solidFill>
              <a:effectLst/>
              <a:latin typeface="+mn-lt"/>
              <a:ea typeface="+mn-ea"/>
              <a:cs typeface="+mn-cs"/>
            </a:endParaRPr>
          </a:p>
        </p:txBody>
      </p:sp>
      <p:pic>
        <p:nvPicPr>
          <p:cNvPr id="10" name="Picture Placeholder 11"/>
          <p:cNvPicPr>
            <a:picLocks noChangeAspect="1"/>
          </p:cNvPicPr>
          <p:nvPr userDrawn="1"/>
        </p:nvPicPr>
        <p:blipFill rotWithShape="1">
          <a:blip r:embed="rId2" cstate="email">
            <a:extLst>
              <a:ext uri="{28A0092B-C50C-407E-A947-70E740481C1C}">
                <a14:useLocalDpi xmlns:a14="http://schemas.microsoft.com/office/drawing/2010/main"/>
              </a:ext>
            </a:extLst>
          </a:blip>
          <a:srcRect t="-19925" b="-19925"/>
          <a:stretch/>
        </p:blipFill>
        <p:spPr>
          <a:xfrm>
            <a:off x="10168128" y="6172202"/>
            <a:ext cx="1211072" cy="488781"/>
          </a:xfrm>
          <a:prstGeom prst="rect">
            <a:avLst/>
          </a:prstGeom>
        </p:spPr>
      </p:pic>
    </p:spTree>
    <p:extLst>
      <p:ext uri="{BB962C8B-B14F-4D97-AF65-F5344CB8AC3E}">
        <p14:creationId xmlns:p14="http://schemas.microsoft.com/office/powerpoint/2010/main" val="295512297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1_En blanco">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r>
              <a:rPr lang="en-US"/>
              <a:t>| </a:t>
            </a:r>
            <a:fld id="{5FA6E63A-DB84-AC42-BCE7-BBBF527A1D05}" type="slidenum">
              <a:rPr lang="en-US">
                <a:solidFill>
                  <a:srgbClr val="B2B2B2"/>
                </a:solidFill>
              </a:rPr>
              <a:pPr/>
              <a:t>‹#›</a:t>
            </a:fld>
            <a:endParaRPr lang="en-US">
              <a:solidFill>
                <a:srgbClr val="B2B2B2"/>
              </a:solidFill>
            </a:endParaRPr>
          </a:p>
        </p:txBody>
      </p:sp>
      <p:sp>
        <p:nvSpPr>
          <p:cNvPr id="4" name="1 Título"/>
          <p:cNvSpPr>
            <a:spLocks noGrp="1"/>
          </p:cNvSpPr>
          <p:nvPr>
            <p:ph type="title" hasCustomPrompt="1"/>
          </p:nvPr>
        </p:nvSpPr>
        <p:spPr>
          <a:xfrm>
            <a:off x="372535" y="284387"/>
            <a:ext cx="11580284" cy="579437"/>
          </a:xfrm>
        </p:spPr>
        <p:txBody>
          <a:bodyPr/>
          <a:lstStyle/>
          <a:p>
            <a:r>
              <a:rPr lang="es-ES" err="1"/>
              <a:t>Click</a:t>
            </a:r>
            <a:r>
              <a:rPr lang="es-ES"/>
              <a:t> </a:t>
            </a:r>
            <a:r>
              <a:rPr lang="es-ES" err="1"/>
              <a:t>here</a:t>
            </a:r>
            <a:endParaRPr lang="en-US"/>
          </a:p>
        </p:txBody>
      </p:sp>
    </p:spTree>
    <p:extLst>
      <p:ext uri="{BB962C8B-B14F-4D97-AF65-F5344CB8AC3E}">
        <p14:creationId xmlns:p14="http://schemas.microsoft.com/office/powerpoint/2010/main" val="389984504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fecha"/>
          <p:cNvSpPr>
            <a:spLocks noGrp="1"/>
          </p:cNvSpPr>
          <p:nvPr>
            <p:ph type="dt" sz="half" idx="10"/>
          </p:nvPr>
        </p:nvSpPr>
        <p:spPr/>
        <p:txBody>
          <a:bodyPr/>
          <a:lstStyle/>
          <a:p>
            <a:fld id="{B1162370-336E-48E6-A8F5-F87BFAF107D3}" type="datetimeFigureOut">
              <a:rPr lang="en-US" smtClean="0"/>
              <a:t>11/12/25</a:t>
            </a:fld>
            <a:endParaRPr lang="en-US"/>
          </a:p>
        </p:txBody>
      </p:sp>
      <p:sp>
        <p:nvSpPr>
          <p:cNvPr id="4" name="3 Marcador de pie de página"/>
          <p:cNvSpPr>
            <a:spLocks noGrp="1"/>
          </p:cNvSpPr>
          <p:nvPr>
            <p:ph type="ftr" sz="quarter" idx="11"/>
          </p:nvPr>
        </p:nvSpPr>
        <p:spPr/>
        <p:txBody>
          <a:bodyPr/>
          <a:lstStyle/>
          <a:p>
            <a:pPr>
              <a:defRPr/>
            </a:pPr>
            <a:r>
              <a:rPr lang="en-US" altLang="en-US"/>
              <a:t>Confidential, unpublished property of Cigna. Do not duplicate or distribute. Use and distribution limited solely to authorized personnel. © 2015 Cigna</a:t>
            </a:r>
          </a:p>
        </p:txBody>
      </p:sp>
      <p:sp>
        <p:nvSpPr>
          <p:cNvPr id="5" name="4 Marcador de número de diapositiva"/>
          <p:cNvSpPr>
            <a:spLocks noGrp="1"/>
          </p:cNvSpPr>
          <p:nvPr>
            <p:ph type="sldNum" sz="quarter" idx="12"/>
          </p:nvPr>
        </p:nvSpPr>
        <p:spPr/>
        <p:txBody>
          <a:bodyPr/>
          <a:lstStyle/>
          <a:p>
            <a:fld id="{1CD113A7-864A-443F-9775-4DE2CBC8CE5F}" type="slidenum">
              <a:rPr lang="en-US" smtClean="0"/>
              <a:t>‹#›</a:t>
            </a:fld>
            <a:endParaRPr lang="en-US"/>
          </a:p>
        </p:txBody>
      </p:sp>
    </p:spTree>
    <p:extLst>
      <p:ext uri="{BB962C8B-B14F-4D97-AF65-F5344CB8AC3E}">
        <p14:creationId xmlns:p14="http://schemas.microsoft.com/office/powerpoint/2010/main" val="359156763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1_Sec_H2_C1">
    <p:spTree>
      <p:nvGrpSpPr>
        <p:cNvPr id="1" name=""/>
        <p:cNvGrpSpPr/>
        <p:nvPr/>
      </p:nvGrpSpPr>
      <p:grpSpPr>
        <a:xfrm>
          <a:off x="0" y="0"/>
          <a:ext cx="0" cy="0"/>
          <a:chOff x="0" y="0"/>
          <a:chExt cx="0" cy="0"/>
        </a:xfrm>
      </p:grpSpPr>
      <p:sp>
        <p:nvSpPr>
          <p:cNvPr id="37"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4" name="Content Placeholder 3"/>
          <p:cNvSpPr>
            <a:spLocks noGrp="1"/>
          </p:cNvSpPr>
          <p:nvPr>
            <p:ph sz="quarter" idx="10" hasCustomPrompt="1"/>
          </p:nvPr>
        </p:nvSpPr>
        <p:spPr>
          <a:xfrm>
            <a:off x="812800" y="1896533"/>
            <a:ext cx="10566400" cy="4291584"/>
          </a:xfrm>
          <a:prstGeom prst="rect">
            <a:avLst/>
          </a:prstGeom>
        </p:spPr>
        <p:txBody>
          <a:bodyPr vert="horz"/>
          <a:lstStyle>
            <a:lvl1pPr marL="0" indent="0">
              <a:lnSpc>
                <a:spcPct val="120000"/>
              </a:lnSpc>
              <a:spcBef>
                <a:spcPts val="0"/>
              </a:spcBef>
              <a:spcAft>
                <a:spcPts val="533"/>
              </a:spcAft>
              <a:buNone/>
              <a:defRPr sz="1200" b="0"/>
            </a:lvl1pPr>
            <a:lvl2pPr marL="158743" indent="-158743">
              <a:lnSpc>
                <a:spcPct val="120000"/>
              </a:lnSpc>
              <a:spcBef>
                <a:spcPts val="0"/>
              </a:spcBef>
              <a:spcAft>
                <a:spcPts val="533"/>
              </a:spcAft>
              <a:buFont typeface="Arial"/>
              <a:buChar char="•"/>
              <a:defRPr sz="1200"/>
            </a:lvl2pPr>
            <a:lvl3pPr marL="387332" indent="-152392">
              <a:lnSpc>
                <a:spcPct val="120000"/>
              </a:lnSpc>
              <a:spcBef>
                <a:spcPts val="0"/>
              </a:spcBef>
              <a:spcAft>
                <a:spcPts val="533"/>
              </a:spcAft>
              <a:buFont typeface="Lucida Grande"/>
              <a:buChar char="–"/>
              <a:defRPr sz="933"/>
            </a:lvl3pPr>
            <a:lvl4pPr marL="613803" indent="-152392">
              <a:lnSpc>
                <a:spcPct val="120000"/>
              </a:lnSpc>
              <a:spcBef>
                <a:spcPts val="0"/>
              </a:spcBef>
              <a:spcAft>
                <a:spcPts val="533"/>
              </a:spcAft>
              <a:defRPr sz="933"/>
            </a:lvl4pPr>
            <a:lvl5pPr marL="840275" indent="-152392">
              <a:lnSpc>
                <a:spcPct val="120000"/>
              </a:lnSpc>
              <a:spcBef>
                <a:spcPts val="0"/>
              </a:spcBef>
              <a:spcAft>
                <a:spcPts val="533"/>
              </a:spcAft>
              <a:buFont typeface="Lucida Grande"/>
              <a:buChar char="–"/>
              <a:defRPr sz="933" baseline="0"/>
            </a:lvl5pPr>
          </a:lstStyle>
          <a:p>
            <a:pPr lvl="0"/>
            <a:r>
              <a:rPr lang="en-US"/>
              <a:t>Body text</a:t>
            </a:r>
          </a:p>
          <a:p>
            <a:pPr lvl="1"/>
            <a:r>
              <a:rPr lang="en-US"/>
              <a:t>First level</a:t>
            </a:r>
          </a:p>
          <a:p>
            <a:pPr lvl="2"/>
            <a:r>
              <a:rPr lang="en-US"/>
              <a:t>Second level</a:t>
            </a:r>
          </a:p>
          <a:p>
            <a:pPr lvl="3"/>
            <a:r>
              <a:rPr lang="en-US"/>
              <a:t>Third level</a:t>
            </a:r>
          </a:p>
          <a:p>
            <a:pPr lvl="4"/>
            <a:r>
              <a:rPr lang="en-US"/>
              <a:t>Fourth level</a:t>
            </a:r>
          </a:p>
        </p:txBody>
      </p:sp>
      <p:sp>
        <p:nvSpPr>
          <p:cNvPr id="7" name="Text Placeholder 22"/>
          <p:cNvSpPr>
            <a:spLocks noGrp="1"/>
          </p:cNvSpPr>
          <p:nvPr>
            <p:ph type="body" sz="quarter" idx="12" hasCustomPrompt="1"/>
          </p:nvPr>
        </p:nvSpPr>
        <p:spPr>
          <a:xfrm>
            <a:off x="812800" y="1625600"/>
            <a:ext cx="10566400" cy="246221"/>
          </a:xfrm>
          <a:prstGeom prst="rect">
            <a:avLst/>
          </a:prstGeom>
        </p:spPr>
        <p:txBody>
          <a:bodyPr wrap="square" tIns="0" bIns="0">
            <a:spAutoFit/>
          </a:bodyPr>
          <a:lstStyle>
            <a:lvl1pPr marL="0" indent="0" algn="l">
              <a:lnSpc>
                <a:spcPct val="100000"/>
              </a:lnSpc>
              <a:spcBef>
                <a:spcPts val="0"/>
              </a:spcBef>
              <a:buNone/>
              <a:defRPr sz="1600" b="1" i="0">
                <a:latin typeface="Century Gothic"/>
                <a:ea typeface="Century Gothic"/>
                <a:cs typeface="Century Gothic"/>
              </a:defRPr>
            </a:lvl1pPr>
            <a:lvl2pPr marL="342882" indent="0">
              <a:buNone/>
              <a:defRPr b="0" i="0">
                <a:latin typeface="Montserrat Medium" charset="0"/>
                <a:ea typeface="Montserrat Medium" charset="0"/>
                <a:cs typeface="Montserrat Medium" charset="0"/>
              </a:defRPr>
            </a:lvl2pPr>
            <a:lvl3pPr marL="685766" indent="0">
              <a:buNone/>
              <a:defRPr b="0" i="0">
                <a:latin typeface="Montserrat Medium" charset="0"/>
                <a:ea typeface="Montserrat Medium" charset="0"/>
                <a:cs typeface="Montserrat Medium" charset="0"/>
              </a:defRPr>
            </a:lvl3pPr>
            <a:lvl4pPr marL="1028649" indent="0">
              <a:buNone/>
              <a:defRPr b="0" i="0">
                <a:latin typeface="Montserrat Medium" charset="0"/>
                <a:ea typeface="Montserrat Medium" charset="0"/>
                <a:cs typeface="Montserrat Medium" charset="0"/>
              </a:defRPr>
            </a:lvl4pPr>
            <a:lvl5pPr marL="1371532" indent="0">
              <a:buNone/>
              <a:defRPr b="0" i="0">
                <a:latin typeface="Montserrat Medium" charset="0"/>
                <a:ea typeface="Montserrat Medium" charset="0"/>
                <a:cs typeface="Montserrat Medium" charset="0"/>
              </a:defRPr>
            </a:lvl5pPr>
          </a:lstStyle>
          <a:p>
            <a:pPr lvl="0"/>
            <a:r>
              <a:rPr lang="en-US"/>
              <a:t>Headline 2</a:t>
            </a:r>
          </a:p>
        </p:txBody>
      </p:sp>
    </p:spTree>
    <p:extLst>
      <p:ext uri="{BB962C8B-B14F-4D97-AF65-F5344CB8AC3E}">
        <p14:creationId xmlns:p14="http://schemas.microsoft.com/office/powerpoint/2010/main" val="2808022696"/>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4594031"/>
      </p:ext>
    </p:extLst>
  </p:cSld>
  <p:clrMapOvr>
    <a:masterClrMapping/>
  </p:clrMapOvr>
  <p:extLst>
    <p:ext uri="{DCECCB84-F9BA-43D5-87BE-67443E8EF086}">
      <p15:sldGuideLst xmlns:p15="http://schemas.microsoft.com/office/powerpoint/2012/main">
        <p15:guide id="1" orient="horz" pos="848" userDrawn="1">
          <p15:clr>
            <a:srgbClr val="FBAE40"/>
          </p15:clr>
        </p15:guide>
        <p15:guide id="2" orient="horz" pos="3888" userDrawn="1">
          <p15:clr>
            <a:srgbClr val="FBAE40"/>
          </p15:clr>
        </p15:guide>
        <p15:guide id="4" pos="3757" userDrawn="1">
          <p15:clr>
            <a:srgbClr val="FBAE40"/>
          </p15:clr>
        </p15:guide>
        <p15:guide id="5" pos="3331" userDrawn="1">
          <p15:clr>
            <a:srgbClr val="FBAE40"/>
          </p15:clr>
        </p15:guide>
        <p15:guide id="6" pos="3168" userDrawn="1">
          <p15:clr>
            <a:srgbClr val="FBAE40"/>
          </p15:clr>
        </p15:guide>
        <p15:guide id="7" pos="2741" userDrawn="1">
          <p15:clr>
            <a:srgbClr val="FBAE40"/>
          </p15:clr>
        </p15:guide>
        <p15:guide id="8" pos="2579" userDrawn="1">
          <p15:clr>
            <a:srgbClr val="FBAE40"/>
          </p15:clr>
        </p15:guide>
        <p15:guide id="9" pos="2149" userDrawn="1">
          <p15:clr>
            <a:srgbClr val="FBAE40"/>
          </p15:clr>
        </p15:guide>
        <p15:guide id="10" pos="1989" userDrawn="1">
          <p15:clr>
            <a:srgbClr val="FBAE40"/>
          </p15:clr>
        </p15:guide>
        <p15:guide id="11" pos="1560" userDrawn="1">
          <p15:clr>
            <a:srgbClr val="FBAE40"/>
          </p15:clr>
        </p15:guide>
        <p15:guide id="12" pos="1400" userDrawn="1">
          <p15:clr>
            <a:srgbClr val="FBAE40"/>
          </p15:clr>
        </p15:guide>
        <p15:guide id="13" pos="971" userDrawn="1">
          <p15:clr>
            <a:srgbClr val="FBAE40"/>
          </p15:clr>
        </p15:guide>
        <p15:guide id="14" pos="811" userDrawn="1">
          <p15:clr>
            <a:srgbClr val="FBAE40"/>
          </p15:clr>
        </p15:guide>
        <p15:guide id="15" pos="381" userDrawn="1">
          <p15:clr>
            <a:srgbClr val="FBAE40"/>
          </p15:clr>
        </p15:guide>
        <p15:guide id="16" pos="3920" userDrawn="1">
          <p15:clr>
            <a:srgbClr val="FBAE40"/>
          </p15:clr>
        </p15:guide>
        <p15:guide id="17" pos="4347" userDrawn="1">
          <p15:clr>
            <a:srgbClr val="FBAE40"/>
          </p15:clr>
        </p15:guide>
        <p15:guide id="18" pos="4509" userDrawn="1">
          <p15:clr>
            <a:srgbClr val="FBAE40"/>
          </p15:clr>
        </p15:guide>
        <p15:guide id="19" pos="4936" userDrawn="1">
          <p15:clr>
            <a:srgbClr val="FBAE40"/>
          </p15:clr>
        </p15:guide>
        <p15:guide id="20" pos="5099" userDrawn="1">
          <p15:clr>
            <a:srgbClr val="FBAE40"/>
          </p15:clr>
        </p15:guide>
        <p15:guide id="21" pos="5525" userDrawn="1">
          <p15:clr>
            <a:srgbClr val="FBAE40"/>
          </p15:clr>
        </p15:guide>
        <p15:guide id="22" pos="5688" userDrawn="1">
          <p15:clr>
            <a:srgbClr val="FBAE40"/>
          </p15:clr>
        </p15:guide>
        <p15:guide id="23" pos="6115" userDrawn="1">
          <p15:clr>
            <a:srgbClr val="FBAE40"/>
          </p15:clr>
        </p15:guide>
        <p15:guide id="24" pos="6277" userDrawn="1">
          <p15:clr>
            <a:srgbClr val="FBAE40"/>
          </p15:clr>
        </p15:guide>
        <p15:guide id="25" pos="6704" userDrawn="1">
          <p15:clr>
            <a:srgbClr val="FBAE40"/>
          </p15:clr>
        </p15:guide>
        <p15:guide id="26" pos="6867" userDrawn="1">
          <p15:clr>
            <a:srgbClr val="FBAE40"/>
          </p15:clr>
        </p15:guide>
        <p15:guide id="27" pos="7296" userDrawn="1">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3 column text with thumbnails">
    <p:spTree>
      <p:nvGrpSpPr>
        <p:cNvPr id="1" name=""/>
        <p:cNvGrpSpPr/>
        <p:nvPr/>
      </p:nvGrpSpPr>
      <p:grpSpPr>
        <a:xfrm>
          <a:off x="0" y="0"/>
          <a:ext cx="0" cy="0"/>
          <a:chOff x="0" y="0"/>
          <a:chExt cx="0" cy="0"/>
        </a:xfrm>
      </p:grpSpPr>
      <p:sp>
        <p:nvSpPr>
          <p:cNvPr id="23" name="Text Placeholder 22"/>
          <p:cNvSpPr>
            <a:spLocks noGrp="1"/>
          </p:cNvSpPr>
          <p:nvPr>
            <p:ph type="body" sz="quarter" idx="10" hasCustomPrompt="1"/>
          </p:nvPr>
        </p:nvSpPr>
        <p:spPr>
          <a:xfrm>
            <a:off x="609601" y="3930997"/>
            <a:ext cx="3488267" cy="341119"/>
          </a:xfrm>
          <a:prstGeom prst="rect">
            <a:avLst/>
          </a:prstGeom>
        </p:spPr>
        <p:txBody>
          <a:bodyPr wrap="square" tIns="0" bIns="0">
            <a:spAutoFit/>
          </a:bodyPr>
          <a:lstStyle>
            <a:lvl1pPr marL="0" indent="0" algn="ctr">
              <a:lnSpc>
                <a:spcPts val="2800"/>
              </a:lnSpc>
              <a:buNone/>
              <a:defRPr sz="2267" b="0" i="0">
                <a:latin typeface="Montserrat Medium" charset="0"/>
                <a:ea typeface="Montserrat Medium" charset="0"/>
                <a:cs typeface="Montserrat Medium" charset="0"/>
              </a:defRPr>
            </a:lvl1pPr>
            <a:lvl2pPr marL="457178" indent="0">
              <a:buNone/>
              <a:defRPr b="0" i="0">
                <a:latin typeface="Montserrat Medium" charset="0"/>
                <a:ea typeface="Montserrat Medium" charset="0"/>
                <a:cs typeface="Montserrat Medium" charset="0"/>
              </a:defRPr>
            </a:lvl2pPr>
            <a:lvl3pPr marL="914354" indent="0">
              <a:buNone/>
              <a:defRPr b="0" i="0">
                <a:latin typeface="Montserrat Medium" charset="0"/>
                <a:ea typeface="Montserrat Medium" charset="0"/>
                <a:cs typeface="Montserrat Medium" charset="0"/>
              </a:defRPr>
            </a:lvl3pPr>
            <a:lvl4pPr marL="1371532" indent="0">
              <a:buNone/>
              <a:defRPr b="0" i="0">
                <a:latin typeface="Montserrat Medium" charset="0"/>
                <a:ea typeface="Montserrat Medium" charset="0"/>
                <a:cs typeface="Montserrat Medium" charset="0"/>
              </a:defRPr>
            </a:lvl4pPr>
            <a:lvl5pPr marL="1828709" indent="0">
              <a:buNone/>
              <a:defRPr b="0" i="0">
                <a:latin typeface="Montserrat Medium" charset="0"/>
                <a:ea typeface="Montserrat Medium" charset="0"/>
                <a:cs typeface="Montserrat Medium" charset="0"/>
              </a:defRPr>
            </a:lvl5pPr>
          </a:lstStyle>
          <a:p>
            <a:pPr lvl="0"/>
            <a:r>
              <a:rPr lang="en-US"/>
              <a:t>Headline 2</a:t>
            </a:r>
          </a:p>
        </p:txBody>
      </p:sp>
      <p:sp>
        <p:nvSpPr>
          <p:cNvPr id="24" name="Text Placeholder 22"/>
          <p:cNvSpPr>
            <a:spLocks noGrp="1"/>
          </p:cNvSpPr>
          <p:nvPr>
            <p:ph type="body" sz="quarter" idx="11" hasCustomPrompt="1"/>
          </p:nvPr>
        </p:nvSpPr>
        <p:spPr>
          <a:xfrm>
            <a:off x="609601" y="4413505"/>
            <a:ext cx="3488267" cy="974627"/>
          </a:xfrm>
          <a:prstGeom prst="rect">
            <a:avLst/>
          </a:prstGeom>
        </p:spPr>
        <p:txBody>
          <a:bodyPr wrap="square" tIns="0" bIns="0">
            <a:spAutoFit/>
          </a:bodyPr>
          <a:lstStyle>
            <a:lvl1pPr marL="0" indent="0" algn="ctr">
              <a:lnSpc>
                <a:spcPts val="1867"/>
              </a:lnSpc>
              <a:spcBef>
                <a:spcPts val="0"/>
              </a:spcBef>
              <a:spcAft>
                <a:spcPts val="1600"/>
              </a:spcAft>
              <a:buNone/>
              <a:defRPr sz="1133" b="0" i="0">
                <a:latin typeface="Montserrat Light" charset="0"/>
                <a:ea typeface="Montserrat Light" charset="0"/>
                <a:cs typeface="Montserrat Light" charset="0"/>
              </a:defRPr>
            </a:lvl1pPr>
            <a:lvl2pPr marL="457178" indent="0">
              <a:buNone/>
              <a:defRPr b="0" i="0">
                <a:latin typeface="Montserrat Medium" charset="0"/>
                <a:ea typeface="Montserrat Medium" charset="0"/>
                <a:cs typeface="Montserrat Medium" charset="0"/>
              </a:defRPr>
            </a:lvl2pPr>
            <a:lvl3pPr marL="914354" indent="0">
              <a:buNone/>
              <a:defRPr b="0" i="0">
                <a:latin typeface="Montserrat Medium" charset="0"/>
                <a:ea typeface="Montserrat Medium" charset="0"/>
                <a:cs typeface="Montserrat Medium" charset="0"/>
              </a:defRPr>
            </a:lvl3pPr>
            <a:lvl4pPr marL="1371532" indent="0">
              <a:buNone/>
              <a:defRPr b="0" i="0">
                <a:latin typeface="Montserrat Medium" charset="0"/>
                <a:ea typeface="Montserrat Medium" charset="0"/>
                <a:cs typeface="Montserrat Medium" charset="0"/>
              </a:defRPr>
            </a:lvl4pPr>
            <a:lvl5pPr marL="1828709" indent="0">
              <a:buNone/>
              <a:defRPr b="0" i="0">
                <a:latin typeface="Montserrat Medium" charset="0"/>
                <a:ea typeface="Montserrat Medium" charset="0"/>
                <a:cs typeface="Montserrat Medium" charset="0"/>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Cras</a:t>
            </a:r>
            <a:r>
              <a:rPr lang="en-US"/>
              <a:t> </a:t>
            </a:r>
            <a:r>
              <a:rPr lang="en-US" err="1"/>
              <a:t>mattis</a:t>
            </a:r>
            <a:r>
              <a:rPr lang="en-US"/>
              <a:t> </a:t>
            </a:r>
            <a:r>
              <a:rPr lang="en-US" err="1"/>
              <a:t>consectetur</a:t>
            </a:r>
            <a:r>
              <a:rPr lang="en-US"/>
              <a:t> </a:t>
            </a:r>
            <a:r>
              <a:rPr lang="en-US" err="1"/>
              <a:t>purus</a:t>
            </a:r>
            <a:r>
              <a:rPr lang="en-US"/>
              <a:t> sit </a:t>
            </a:r>
            <a:r>
              <a:rPr lang="en-US" err="1"/>
              <a:t>amet</a:t>
            </a:r>
            <a:r>
              <a:rPr lang="en-US"/>
              <a:t> </a:t>
            </a:r>
            <a:r>
              <a:rPr lang="en-US" err="1"/>
              <a:t>fermentum</a:t>
            </a:r>
            <a:r>
              <a:rPr lang="en-US"/>
              <a:t>. </a:t>
            </a:r>
            <a:r>
              <a:rPr lang="en-US" err="1"/>
              <a:t>Cras</a:t>
            </a:r>
            <a:r>
              <a:rPr lang="en-US"/>
              <a:t> </a:t>
            </a:r>
            <a:r>
              <a:rPr lang="en-US" err="1"/>
              <a:t>mattis</a:t>
            </a:r>
            <a:r>
              <a:rPr lang="en-US"/>
              <a:t> </a:t>
            </a:r>
            <a:r>
              <a:rPr lang="en-US" err="1"/>
              <a:t>consectetur</a:t>
            </a:r>
            <a:r>
              <a:rPr lang="en-US"/>
              <a:t> </a:t>
            </a:r>
            <a:r>
              <a:rPr lang="en-US" err="1"/>
              <a:t>purus</a:t>
            </a:r>
            <a:r>
              <a:rPr lang="en-US"/>
              <a:t> sit </a:t>
            </a:r>
            <a:r>
              <a:rPr lang="en-US" err="1"/>
              <a:t>amet</a:t>
            </a:r>
            <a:r>
              <a:rPr lang="en-US"/>
              <a:t> </a:t>
            </a:r>
            <a:r>
              <a:rPr lang="en-US" err="1"/>
              <a:t>fermentum</a:t>
            </a:r>
            <a:r>
              <a:rPr lang="en-US"/>
              <a:t>.</a:t>
            </a:r>
          </a:p>
        </p:txBody>
      </p:sp>
      <p:sp>
        <p:nvSpPr>
          <p:cNvPr id="26" name="Picture Placeholder 25"/>
          <p:cNvSpPr>
            <a:spLocks noGrp="1"/>
          </p:cNvSpPr>
          <p:nvPr>
            <p:ph type="pic" sz="quarter" idx="12" hasCustomPrompt="1"/>
          </p:nvPr>
        </p:nvSpPr>
        <p:spPr>
          <a:xfrm>
            <a:off x="1536700" y="2098845"/>
            <a:ext cx="1621536" cy="1621536"/>
          </a:xfrm>
          <a:prstGeom prst="rect">
            <a:avLst/>
          </a:prstGeom>
          <a:noFill/>
        </p:spPr>
        <p:txBody>
          <a:bodyPr/>
          <a:lstStyle>
            <a:lvl1pPr algn="ctr">
              <a:defRPr sz="1133" b="0" i="0">
                <a:latin typeface="Montserrat Light" charset="0"/>
                <a:ea typeface="Montserrat Light" charset="0"/>
                <a:cs typeface="Montserrat Light" charset="0"/>
              </a:defRPr>
            </a:lvl1pPr>
          </a:lstStyle>
          <a:p>
            <a:pPr marL="228589" marR="0" lvl="0" indent="-228589" algn="l" defTabSz="91435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thumbnail</a:t>
            </a:r>
          </a:p>
        </p:txBody>
      </p:sp>
      <p:sp>
        <p:nvSpPr>
          <p:cNvPr id="31" name="Text Placeholder 22"/>
          <p:cNvSpPr>
            <a:spLocks noGrp="1"/>
          </p:cNvSpPr>
          <p:nvPr>
            <p:ph type="body" sz="quarter" idx="13" hasCustomPrompt="1"/>
          </p:nvPr>
        </p:nvSpPr>
        <p:spPr>
          <a:xfrm>
            <a:off x="4351868" y="3930997"/>
            <a:ext cx="3488267" cy="341119"/>
          </a:xfrm>
          <a:prstGeom prst="rect">
            <a:avLst/>
          </a:prstGeom>
        </p:spPr>
        <p:txBody>
          <a:bodyPr wrap="square" tIns="0" bIns="0">
            <a:spAutoFit/>
          </a:bodyPr>
          <a:lstStyle>
            <a:lvl1pPr marL="0" indent="0" algn="ctr">
              <a:lnSpc>
                <a:spcPts val="2800"/>
              </a:lnSpc>
              <a:buNone/>
              <a:defRPr sz="2267" b="0" i="0">
                <a:latin typeface="Montserrat Medium" charset="0"/>
                <a:ea typeface="Montserrat Medium" charset="0"/>
                <a:cs typeface="Montserrat Medium" charset="0"/>
              </a:defRPr>
            </a:lvl1pPr>
            <a:lvl2pPr marL="457178" indent="0">
              <a:buNone/>
              <a:defRPr b="0" i="0">
                <a:latin typeface="Montserrat Medium" charset="0"/>
                <a:ea typeface="Montserrat Medium" charset="0"/>
                <a:cs typeface="Montserrat Medium" charset="0"/>
              </a:defRPr>
            </a:lvl2pPr>
            <a:lvl3pPr marL="914354" indent="0">
              <a:buNone/>
              <a:defRPr b="0" i="0">
                <a:latin typeface="Montserrat Medium" charset="0"/>
                <a:ea typeface="Montserrat Medium" charset="0"/>
                <a:cs typeface="Montserrat Medium" charset="0"/>
              </a:defRPr>
            </a:lvl3pPr>
            <a:lvl4pPr marL="1371532" indent="0">
              <a:buNone/>
              <a:defRPr b="0" i="0">
                <a:latin typeface="Montserrat Medium" charset="0"/>
                <a:ea typeface="Montserrat Medium" charset="0"/>
                <a:cs typeface="Montserrat Medium" charset="0"/>
              </a:defRPr>
            </a:lvl4pPr>
            <a:lvl5pPr marL="1828709" indent="0">
              <a:buNone/>
              <a:defRPr b="0" i="0">
                <a:latin typeface="Montserrat Medium" charset="0"/>
                <a:ea typeface="Montserrat Medium" charset="0"/>
                <a:cs typeface="Montserrat Medium" charset="0"/>
              </a:defRPr>
            </a:lvl5pPr>
          </a:lstStyle>
          <a:p>
            <a:pPr lvl="0"/>
            <a:r>
              <a:rPr lang="en-US"/>
              <a:t>Headline 2</a:t>
            </a:r>
          </a:p>
        </p:txBody>
      </p:sp>
      <p:sp>
        <p:nvSpPr>
          <p:cNvPr id="32" name="Text Placeholder 22"/>
          <p:cNvSpPr>
            <a:spLocks noGrp="1"/>
          </p:cNvSpPr>
          <p:nvPr>
            <p:ph type="body" sz="quarter" idx="14" hasCustomPrompt="1"/>
          </p:nvPr>
        </p:nvSpPr>
        <p:spPr>
          <a:xfrm>
            <a:off x="4351868" y="4413505"/>
            <a:ext cx="3488267" cy="974627"/>
          </a:xfrm>
          <a:prstGeom prst="rect">
            <a:avLst/>
          </a:prstGeom>
        </p:spPr>
        <p:txBody>
          <a:bodyPr wrap="square" tIns="0" bIns="0">
            <a:spAutoFit/>
          </a:bodyPr>
          <a:lstStyle>
            <a:lvl1pPr marL="0" indent="0" algn="ctr">
              <a:lnSpc>
                <a:spcPts val="1867"/>
              </a:lnSpc>
              <a:spcBef>
                <a:spcPts val="0"/>
              </a:spcBef>
              <a:spcAft>
                <a:spcPts val="1600"/>
              </a:spcAft>
              <a:buNone/>
              <a:defRPr sz="1133" b="0" i="0">
                <a:latin typeface="Montserrat Light" charset="0"/>
                <a:ea typeface="Montserrat Light" charset="0"/>
                <a:cs typeface="Montserrat Light" charset="0"/>
              </a:defRPr>
            </a:lvl1pPr>
            <a:lvl2pPr marL="457178" indent="0">
              <a:buNone/>
              <a:defRPr b="0" i="0">
                <a:latin typeface="Montserrat Medium" charset="0"/>
                <a:ea typeface="Montserrat Medium" charset="0"/>
                <a:cs typeface="Montserrat Medium" charset="0"/>
              </a:defRPr>
            </a:lvl2pPr>
            <a:lvl3pPr marL="914354" indent="0">
              <a:buNone/>
              <a:defRPr b="0" i="0">
                <a:latin typeface="Montserrat Medium" charset="0"/>
                <a:ea typeface="Montserrat Medium" charset="0"/>
                <a:cs typeface="Montserrat Medium" charset="0"/>
              </a:defRPr>
            </a:lvl3pPr>
            <a:lvl4pPr marL="1371532" indent="0">
              <a:buNone/>
              <a:defRPr b="0" i="0">
                <a:latin typeface="Montserrat Medium" charset="0"/>
                <a:ea typeface="Montserrat Medium" charset="0"/>
                <a:cs typeface="Montserrat Medium" charset="0"/>
              </a:defRPr>
            </a:lvl4pPr>
            <a:lvl5pPr marL="1828709" indent="0">
              <a:buNone/>
              <a:defRPr b="0" i="0">
                <a:latin typeface="Montserrat Medium" charset="0"/>
                <a:ea typeface="Montserrat Medium" charset="0"/>
                <a:cs typeface="Montserrat Medium" charset="0"/>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Cras</a:t>
            </a:r>
            <a:r>
              <a:rPr lang="en-US"/>
              <a:t> </a:t>
            </a:r>
            <a:r>
              <a:rPr lang="en-US" err="1"/>
              <a:t>mattis</a:t>
            </a:r>
            <a:r>
              <a:rPr lang="en-US"/>
              <a:t> </a:t>
            </a:r>
            <a:r>
              <a:rPr lang="en-US" err="1"/>
              <a:t>consectetur</a:t>
            </a:r>
            <a:r>
              <a:rPr lang="en-US"/>
              <a:t> </a:t>
            </a:r>
            <a:r>
              <a:rPr lang="en-US" err="1"/>
              <a:t>purus</a:t>
            </a:r>
            <a:r>
              <a:rPr lang="en-US"/>
              <a:t> sit </a:t>
            </a:r>
            <a:r>
              <a:rPr lang="en-US" err="1"/>
              <a:t>amet</a:t>
            </a:r>
            <a:r>
              <a:rPr lang="en-US"/>
              <a:t> </a:t>
            </a:r>
            <a:r>
              <a:rPr lang="en-US" err="1"/>
              <a:t>fermentum</a:t>
            </a:r>
            <a:r>
              <a:rPr lang="en-US"/>
              <a:t>. </a:t>
            </a:r>
            <a:r>
              <a:rPr lang="en-US" err="1"/>
              <a:t>Cras</a:t>
            </a:r>
            <a:r>
              <a:rPr lang="en-US"/>
              <a:t> </a:t>
            </a:r>
            <a:r>
              <a:rPr lang="en-US" err="1"/>
              <a:t>mattis</a:t>
            </a:r>
            <a:r>
              <a:rPr lang="en-US"/>
              <a:t> </a:t>
            </a:r>
            <a:r>
              <a:rPr lang="en-US" err="1"/>
              <a:t>consectetur</a:t>
            </a:r>
            <a:r>
              <a:rPr lang="en-US"/>
              <a:t> </a:t>
            </a:r>
            <a:r>
              <a:rPr lang="en-US" err="1"/>
              <a:t>purus</a:t>
            </a:r>
            <a:r>
              <a:rPr lang="en-US"/>
              <a:t> sit </a:t>
            </a:r>
            <a:r>
              <a:rPr lang="en-US" err="1"/>
              <a:t>amet</a:t>
            </a:r>
            <a:r>
              <a:rPr lang="en-US"/>
              <a:t> </a:t>
            </a:r>
            <a:r>
              <a:rPr lang="en-US" err="1"/>
              <a:t>fermentum</a:t>
            </a:r>
            <a:r>
              <a:rPr lang="en-US"/>
              <a:t>.</a:t>
            </a:r>
          </a:p>
        </p:txBody>
      </p:sp>
      <p:sp>
        <p:nvSpPr>
          <p:cNvPr id="33" name="Picture Placeholder 25"/>
          <p:cNvSpPr>
            <a:spLocks noGrp="1"/>
          </p:cNvSpPr>
          <p:nvPr>
            <p:ph type="pic" sz="quarter" idx="15" hasCustomPrompt="1"/>
          </p:nvPr>
        </p:nvSpPr>
        <p:spPr>
          <a:xfrm>
            <a:off x="5278967" y="2098845"/>
            <a:ext cx="1621536" cy="1621536"/>
          </a:xfrm>
          <a:prstGeom prst="rect">
            <a:avLst/>
          </a:prstGeom>
          <a:noFill/>
        </p:spPr>
        <p:txBody>
          <a:bodyPr/>
          <a:lstStyle>
            <a:lvl1pPr algn="ctr">
              <a:defRPr sz="1133" b="0" i="0">
                <a:latin typeface="Montserrat Light" charset="0"/>
                <a:ea typeface="Montserrat Light" charset="0"/>
                <a:cs typeface="Montserrat Light" charset="0"/>
              </a:defRPr>
            </a:lvl1pPr>
          </a:lstStyle>
          <a:p>
            <a:pPr marL="228589" marR="0" lvl="0" indent="-228589" algn="l" defTabSz="91435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thumbnail</a:t>
            </a:r>
          </a:p>
        </p:txBody>
      </p:sp>
      <p:sp>
        <p:nvSpPr>
          <p:cNvPr id="34" name="Text Placeholder 22"/>
          <p:cNvSpPr>
            <a:spLocks noGrp="1"/>
          </p:cNvSpPr>
          <p:nvPr>
            <p:ph type="body" sz="quarter" idx="16" hasCustomPrompt="1"/>
          </p:nvPr>
        </p:nvSpPr>
        <p:spPr>
          <a:xfrm>
            <a:off x="8089901" y="3930997"/>
            <a:ext cx="3488267" cy="341119"/>
          </a:xfrm>
          <a:prstGeom prst="rect">
            <a:avLst/>
          </a:prstGeom>
        </p:spPr>
        <p:txBody>
          <a:bodyPr wrap="square" tIns="0" bIns="0">
            <a:spAutoFit/>
          </a:bodyPr>
          <a:lstStyle>
            <a:lvl1pPr marL="0" indent="0" algn="ctr">
              <a:lnSpc>
                <a:spcPts val="2800"/>
              </a:lnSpc>
              <a:buNone/>
              <a:defRPr sz="2267" b="0" i="0">
                <a:latin typeface="Montserrat Medium" charset="0"/>
                <a:ea typeface="Montserrat Medium" charset="0"/>
                <a:cs typeface="Montserrat Medium" charset="0"/>
              </a:defRPr>
            </a:lvl1pPr>
            <a:lvl2pPr marL="457178" indent="0">
              <a:buNone/>
              <a:defRPr b="0" i="0">
                <a:latin typeface="Montserrat Medium" charset="0"/>
                <a:ea typeface="Montserrat Medium" charset="0"/>
                <a:cs typeface="Montserrat Medium" charset="0"/>
              </a:defRPr>
            </a:lvl2pPr>
            <a:lvl3pPr marL="914354" indent="0">
              <a:buNone/>
              <a:defRPr b="0" i="0">
                <a:latin typeface="Montserrat Medium" charset="0"/>
                <a:ea typeface="Montserrat Medium" charset="0"/>
                <a:cs typeface="Montserrat Medium" charset="0"/>
              </a:defRPr>
            </a:lvl3pPr>
            <a:lvl4pPr marL="1371532" indent="0">
              <a:buNone/>
              <a:defRPr b="0" i="0">
                <a:latin typeface="Montserrat Medium" charset="0"/>
                <a:ea typeface="Montserrat Medium" charset="0"/>
                <a:cs typeface="Montserrat Medium" charset="0"/>
              </a:defRPr>
            </a:lvl4pPr>
            <a:lvl5pPr marL="1828709" indent="0">
              <a:buNone/>
              <a:defRPr b="0" i="0">
                <a:latin typeface="Montserrat Medium" charset="0"/>
                <a:ea typeface="Montserrat Medium" charset="0"/>
                <a:cs typeface="Montserrat Medium" charset="0"/>
              </a:defRPr>
            </a:lvl5pPr>
          </a:lstStyle>
          <a:p>
            <a:pPr lvl="0"/>
            <a:r>
              <a:rPr lang="en-US"/>
              <a:t>Headline 2</a:t>
            </a:r>
          </a:p>
        </p:txBody>
      </p:sp>
      <p:sp>
        <p:nvSpPr>
          <p:cNvPr id="35" name="Text Placeholder 22"/>
          <p:cNvSpPr>
            <a:spLocks noGrp="1"/>
          </p:cNvSpPr>
          <p:nvPr>
            <p:ph type="body" sz="quarter" idx="17" hasCustomPrompt="1"/>
          </p:nvPr>
        </p:nvSpPr>
        <p:spPr>
          <a:xfrm>
            <a:off x="8089901" y="4413505"/>
            <a:ext cx="3488267" cy="974627"/>
          </a:xfrm>
          <a:prstGeom prst="rect">
            <a:avLst/>
          </a:prstGeom>
        </p:spPr>
        <p:txBody>
          <a:bodyPr wrap="square" tIns="0" bIns="0">
            <a:spAutoFit/>
          </a:bodyPr>
          <a:lstStyle>
            <a:lvl1pPr marL="0" indent="0" algn="ctr">
              <a:lnSpc>
                <a:spcPts val="1867"/>
              </a:lnSpc>
              <a:spcBef>
                <a:spcPts val="0"/>
              </a:spcBef>
              <a:spcAft>
                <a:spcPts val="1600"/>
              </a:spcAft>
              <a:buNone/>
              <a:defRPr sz="1133" b="0" i="0">
                <a:latin typeface="Montserrat Light" charset="0"/>
                <a:ea typeface="Montserrat Light" charset="0"/>
                <a:cs typeface="Montserrat Light" charset="0"/>
              </a:defRPr>
            </a:lvl1pPr>
            <a:lvl2pPr marL="457178" indent="0">
              <a:buNone/>
              <a:defRPr b="0" i="0">
                <a:latin typeface="Montserrat Medium" charset="0"/>
                <a:ea typeface="Montserrat Medium" charset="0"/>
                <a:cs typeface="Montserrat Medium" charset="0"/>
              </a:defRPr>
            </a:lvl2pPr>
            <a:lvl3pPr marL="914354" indent="0">
              <a:buNone/>
              <a:defRPr b="0" i="0">
                <a:latin typeface="Montserrat Medium" charset="0"/>
                <a:ea typeface="Montserrat Medium" charset="0"/>
                <a:cs typeface="Montserrat Medium" charset="0"/>
              </a:defRPr>
            </a:lvl3pPr>
            <a:lvl4pPr marL="1371532" indent="0">
              <a:buNone/>
              <a:defRPr b="0" i="0">
                <a:latin typeface="Montserrat Medium" charset="0"/>
                <a:ea typeface="Montserrat Medium" charset="0"/>
                <a:cs typeface="Montserrat Medium" charset="0"/>
              </a:defRPr>
            </a:lvl4pPr>
            <a:lvl5pPr marL="1828709" indent="0">
              <a:buNone/>
              <a:defRPr b="0" i="0">
                <a:latin typeface="Montserrat Medium" charset="0"/>
                <a:ea typeface="Montserrat Medium" charset="0"/>
                <a:cs typeface="Montserrat Medium" charset="0"/>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Cras</a:t>
            </a:r>
            <a:r>
              <a:rPr lang="en-US"/>
              <a:t> </a:t>
            </a:r>
            <a:r>
              <a:rPr lang="en-US" err="1"/>
              <a:t>mattis</a:t>
            </a:r>
            <a:r>
              <a:rPr lang="en-US"/>
              <a:t> </a:t>
            </a:r>
            <a:r>
              <a:rPr lang="en-US" err="1"/>
              <a:t>consectetur</a:t>
            </a:r>
            <a:r>
              <a:rPr lang="en-US"/>
              <a:t> </a:t>
            </a:r>
            <a:r>
              <a:rPr lang="en-US" err="1"/>
              <a:t>purus</a:t>
            </a:r>
            <a:r>
              <a:rPr lang="en-US"/>
              <a:t> sit </a:t>
            </a:r>
            <a:r>
              <a:rPr lang="en-US" err="1"/>
              <a:t>amet</a:t>
            </a:r>
            <a:r>
              <a:rPr lang="en-US"/>
              <a:t> </a:t>
            </a:r>
            <a:r>
              <a:rPr lang="en-US" err="1"/>
              <a:t>fermentum</a:t>
            </a:r>
            <a:r>
              <a:rPr lang="en-US"/>
              <a:t>. </a:t>
            </a:r>
            <a:r>
              <a:rPr lang="en-US" err="1"/>
              <a:t>Cras</a:t>
            </a:r>
            <a:r>
              <a:rPr lang="en-US"/>
              <a:t> </a:t>
            </a:r>
            <a:r>
              <a:rPr lang="en-US" err="1"/>
              <a:t>mattis</a:t>
            </a:r>
            <a:r>
              <a:rPr lang="en-US"/>
              <a:t> </a:t>
            </a:r>
            <a:r>
              <a:rPr lang="en-US" err="1"/>
              <a:t>consectetur</a:t>
            </a:r>
            <a:r>
              <a:rPr lang="en-US"/>
              <a:t> </a:t>
            </a:r>
            <a:r>
              <a:rPr lang="en-US" err="1"/>
              <a:t>purus</a:t>
            </a:r>
            <a:r>
              <a:rPr lang="en-US"/>
              <a:t> sit </a:t>
            </a:r>
            <a:r>
              <a:rPr lang="en-US" err="1"/>
              <a:t>amet</a:t>
            </a:r>
            <a:r>
              <a:rPr lang="en-US"/>
              <a:t> </a:t>
            </a:r>
            <a:r>
              <a:rPr lang="en-US" err="1"/>
              <a:t>fermentum</a:t>
            </a:r>
            <a:r>
              <a:rPr lang="en-US"/>
              <a:t>.</a:t>
            </a:r>
          </a:p>
        </p:txBody>
      </p:sp>
      <p:sp>
        <p:nvSpPr>
          <p:cNvPr id="36" name="Picture Placeholder 25"/>
          <p:cNvSpPr>
            <a:spLocks noGrp="1"/>
          </p:cNvSpPr>
          <p:nvPr>
            <p:ph type="pic" sz="quarter" idx="18" hasCustomPrompt="1"/>
          </p:nvPr>
        </p:nvSpPr>
        <p:spPr>
          <a:xfrm>
            <a:off x="9029700" y="2098845"/>
            <a:ext cx="1621536" cy="1621536"/>
          </a:xfrm>
          <a:prstGeom prst="rect">
            <a:avLst/>
          </a:prstGeom>
          <a:noFill/>
        </p:spPr>
        <p:txBody>
          <a:bodyPr/>
          <a:lstStyle>
            <a:lvl1pPr algn="ctr">
              <a:defRPr sz="1133" b="0" i="0">
                <a:latin typeface="Montserrat Light" charset="0"/>
                <a:ea typeface="Montserrat Light" charset="0"/>
                <a:cs typeface="Montserrat Light" charset="0"/>
              </a:defRPr>
            </a:lvl1pPr>
          </a:lstStyle>
          <a:p>
            <a:pPr marL="228589" marR="0" lvl="0" indent="-228589" algn="l" defTabSz="91435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thumbnail</a:t>
            </a:r>
          </a:p>
        </p:txBody>
      </p:sp>
      <p:sp>
        <p:nvSpPr>
          <p:cNvPr id="37" name="Title 1"/>
          <p:cNvSpPr>
            <a:spLocks noGrp="1"/>
          </p:cNvSpPr>
          <p:nvPr>
            <p:ph type="title" hasCustomPrompt="1"/>
          </p:nvPr>
        </p:nvSpPr>
        <p:spPr>
          <a:xfrm>
            <a:off x="609601" y="718294"/>
            <a:ext cx="10968567" cy="786540"/>
          </a:xfrm>
          <a:prstGeom prst="rect">
            <a:avLst/>
          </a:prstGeom>
        </p:spPr>
        <p:txBody>
          <a:bodyPr wrap="square" tIns="0" bIns="0">
            <a:spAutoFit/>
          </a:bodyPr>
          <a:lstStyle>
            <a:lvl1pPr algn="ctr">
              <a:lnSpc>
                <a:spcPts val="6133"/>
              </a:lnSpc>
              <a:defRPr lang="en-US" sz="5333" kern="1200" spc="1333" baseline="0" dirty="0" smtClean="0">
                <a:solidFill>
                  <a:schemeClr val="tx1"/>
                </a:solidFill>
                <a:latin typeface="Montserrat Light" charset="0"/>
                <a:ea typeface="Montserrat Light" charset="0"/>
                <a:cs typeface="Montserrat Light" charset="0"/>
              </a:defRPr>
            </a:lvl1pPr>
          </a:lstStyle>
          <a:p>
            <a:r>
              <a:rPr lang="en-US"/>
              <a:t>SECTION HEADER</a:t>
            </a:r>
          </a:p>
        </p:txBody>
      </p:sp>
    </p:spTree>
    <p:extLst>
      <p:ext uri="{BB962C8B-B14F-4D97-AF65-F5344CB8AC3E}">
        <p14:creationId xmlns:p14="http://schemas.microsoft.com/office/powerpoint/2010/main" val="2921023302"/>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Rectangle 6">
            <a:extLst>
              <a:ext uri="{FF2B5EF4-FFF2-40B4-BE49-F238E27FC236}">
                <a16:creationId xmlns:a16="http://schemas.microsoft.com/office/drawing/2014/main" id="{6BB1E862-4697-4457-96EE-12E73277E2F0}"/>
              </a:ext>
            </a:extLst>
          </p:cNvPr>
          <p:cNvSpPr>
            <a:spLocks noGrp="1" noChangeArrowheads="1"/>
          </p:cNvSpPr>
          <p:nvPr>
            <p:ph type="sldNum" sz="quarter" idx="10"/>
          </p:nvPr>
        </p:nvSpPr>
        <p:spPr>
          <a:ln/>
        </p:spPr>
        <p:txBody>
          <a:bodyPr/>
          <a:lstStyle>
            <a:lvl1pPr>
              <a:defRPr/>
            </a:lvl1pPr>
          </a:lstStyle>
          <a:p>
            <a:pPr>
              <a:defRPr/>
            </a:pPr>
            <a:r>
              <a:rPr lang="en-US" altLang="en-US"/>
              <a:t>| </a:t>
            </a:r>
            <a:fld id="{F7086CDE-736C-4418-A0EA-A62A0D4BCCF7}" type="slidenum">
              <a:rPr lang="en-US" altLang="en-US" smtClean="0">
                <a:solidFill>
                  <a:srgbClr val="B2B2B2"/>
                </a:solidFill>
              </a:rPr>
              <a:pPr>
                <a:defRPr/>
              </a:pPr>
              <a:t>‹#›</a:t>
            </a:fld>
            <a:endParaRPr lang="en-US" altLang="en-US">
              <a:solidFill>
                <a:srgbClr val="B2B2B2"/>
              </a:solidFill>
            </a:endParaRPr>
          </a:p>
        </p:txBody>
      </p:sp>
    </p:spTree>
    <p:extLst>
      <p:ext uri="{BB962C8B-B14F-4D97-AF65-F5344CB8AC3E}">
        <p14:creationId xmlns:p14="http://schemas.microsoft.com/office/powerpoint/2010/main" val="373997487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Rectangle 15"/>
          <p:cNvSpPr>
            <a:spLocks noChangeArrowheads="1"/>
          </p:cNvSpPr>
          <p:nvPr userDrawn="1"/>
        </p:nvSpPr>
        <p:spPr bwMode="auto">
          <a:xfrm>
            <a:off x="10761134" y="0"/>
            <a:ext cx="1439333" cy="6872288"/>
          </a:xfrm>
          <a:prstGeom prst="rect">
            <a:avLst/>
          </a:prstGeom>
          <a:solidFill>
            <a:srgbClr val="FBB03F"/>
          </a:solidFill>
          <a:ln w="9525">
            <a:noFill/>
            <a:miter lim="800000"/>
            <a:headEnd/>
            <a:tailEnd/>
          </a:ln>
          <a:effectLst/>
        </p:spPr>
        <p:txBody>
          <a:bodyPr wrap="none" anchor="ctr"/>
          <a:lstStyle/>
          <a:p>
            <a:pPr eaLnBrk="0" fontAlgn="base" hangingPunct="0">
              <a:spcBef>
                <a:spcPct val="50000"/>
              </a:spcBef>
              <a:spcAft>
                <a:spcPct val="0"/>
              </a:spcAft>
              <a:defRPr/>
            </a:pPr>
            <a:endParaRPr lang="en-US" sz="1600" b="1">
              <a:solidFill>
                <a:srgbClr val="002D62"/>
              </a:solidFill>
            </a:endParaRPr>
          </a:p>
        </p:txBody>
      </p:sp>
      <p:pic>
        <p:nvPicPr>
          <p:cNvPr id="5" name="Picture 16" descr="Logo - pelotas blancas"/>
          <p:cNvPicPr>
            <a:picLocks noChangeAspect="1" noChangeArrowheads="1"/>
          </p:cNvPicPr>
          <p:nvPr userDrawn="1"/>
        </p:nvPicPr>
        <p:blipFill>
          <a:blip r:embed="rId2" cstate="print"/>
          <a:srcRect/>
          <a:stretch>
            <a:fillRect/>
          </a:stretch>
        </p:blipFill>
        <p:spPr bwMode="auto">
          <a:xfrm>
            <a:off x="11112501" y="260350"/>
            <a:ext cx="886884" cy="985838"/>
          </a:xfrm>
          <a:prstGeom prst="rect">
            <a:avLst/>
          </a:prstGeom>
          <a:noFill/>
          <a:ln w="9525">
            <a:noFill/>
            <a:miter lim="800000"/>
            <a:headEnd/>
            <a:tailEnd/>
          </a:ln>
        </p:spPr>
      </p:pic>
      <p:pic>
        <p:nvPicPr>
          <p:cNvPr id="6" name="29 Imagen" descr="AZUL.wmf"/>
          <p:cNvPicPr>
            <a:picLocks noChangeAspect="1"/>
          </p:cNvPicPr>
          <p:nvPr userDrawn="1"/>
        </p:nvPicPr>
        <p:blipFill>
          <a:blip r:embed="rId3" cstate="print"/>
          <a:srcRect r="-5476"/>
          <a:stretch>
            <a:fillRect/>
          </a:stretch>
        </p:blipFill>
        <p:spPr bwMode="auto">
          <a:xfrm>
            <a:off x="336551" y="6021388"/>
            <a:ext cx="3187700" cy="639762"/>
          </a:xfrm>
          <a:prstGeom prst="rect">
            <a:avLst/>
          </a:prstGeom>
          <a:noFill/>
          <a:ln w="9525">
            <a:noFill/>
            <a:miter lim="800000"/>
            <a:headEnd/>
            <a:tailEnd/>
          </a:ln>
        </p:spPr>
      </p:pic>
      <p:sp>
        <p:nvSpPr>
          <p:cNvPr id="53258" name="Rectangle 3"/>
          <p:cNvSpPr>
            <a:spLocks noGrp="1" noChangeArrowheads="1"/>
          </p:cNvSpPr>
          <p:nvPr>
            <p:ph type="subTitle" idx="1"/>
          </p:nvPr>
        </p:nvSpPr>
        <p:spPr>
          <a:xfrm>
            <a:off x="334434" y="1601789"/>
            <a:ext cx="9505951" cy="3482975"/>
          </a:xfrm>
        </p:spPr>
        <p:txBody>
          <a:bodyPr/>
          <a:lstStyle>
            <a:lvl1pPr marL="0" indent="0">
              <a:buFontTx/>
              <a:buNone/>
              <a:defRPr smtClean="0"/>
            </a:lvl1pPr>
          </a:lstStyle>
          <a:p>
            <a:r>
              <a:rPr lang="en-US"/>
              <a:t>Click to edit Master subtitle style</a:t>
            </a:r>
          </a:p>
        </p:txBody>
      </p:sp>
      <p:sp>
        <p:nvSpPr>
          <p:cNvPr id="53259" name="Rectangle 2"/>
          <p:cNvSpPr>
            <a:spLocks noGrp="1" noChangeArrowheads="1"/>
          </p:cNvSpPr>
          <p:nvPr>
            <p:ph type="ctrTitle"/>
          </p:nvPr>
        </p:nvSpPr>
        <p:spPr>
          <a:xfrm>
            <a:off x="334434" y="476250"/>
            <a:ext cx="9505951" cy="1081088"/>
          </a:xfrm>
        </p:spPr>
        <p:txBody>
          <a:bodyPr/>
          <a:lstStyle>
            <a:lvl1pPr>
              <a:defRPr smtClean="0"/>
            </a:lvl1pPr>
          </a:lstStyle>
          <a:p>
            <a:r>
              <a:rPr lang="en-US"/>
              <a:t>CLICK TO EDIT MASTER TITLE STYLE</a:t>
            </a:r>
          </a:p>
        </p:txBody>
      </p:sp>
    </p:spTree>
    <p:extLst>
      <p:ext uri="{BB962C8B-B14F-4D97-AF65-F5344CB8AC3E}">
        <p14:creationId xmlns:p14="http://schemas.microsoft.com/office/powerpoint/2010/main" val="850654037"/>
      </p:ext>
    </p:extLst>
  </p:cSld>
  <p:clrMapOvr>
    <a:masterClrMapping/>
  </p:clrMapOvr>
  <p:hf hdr="0" ftr="0" dt="0"/>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r>
              <a:rPr lang="en-US"/>
              <a:t>| </a:t>
            </a:r>
            <a:fld id="{A1E05332-54C3-48A0-89AF-A7F15008F0F8}"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3906240364"/>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lstStyle>
            <a:lvl1pPr algn="l">
              <a:defRPr sz="4000" b="1" cap="all"/>
            </a:lvl1pPr>
          </a:lstStyle>
          <a:p>
            <a:r>
              <a:rPr lang="es-ES"/>
              <a:t>Haga clic para modificar el estilo de título del patrón</a:t>
            </a:r>
            <a:endParaRPr lang="en-US"/>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6"/>
          <p:cNvSpPr>
            <a:spLocks noGrp="1" noChangeArrowheads="1"/>
          </p:cNvSpPr>
          <p:nvPr>
            <p:ph type="sldNum" sz="quarter" idx="10"/>
          </p:nvPr>
        </p:nvSpPr>
        <p:spPr>
          <a:ln/>
        </p:spPr>
        <p:txBody>
          <a:bodyPr/>
          <a:lstStyle>
            <a:lvl1pPr>
              <a:defRPr/>
            </a:lvl1pPr>
          </a:lstStyle>
          <a:p>
            <a:pPr>
              <a:defRPr/>
            </a:pPr>
            <a:r>
              <a:rPr lang="en-US"/>
              <a:t>| </a:t>
            </a:r>
            <a:fld id="{70A00ED1-5B03-4618-8517-F93002751E6E}"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543860197"/>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contenido"/>
          <p:cNvSpPr>
            <a:spLocks noGrp="1"/>
          </p:cNvSpPr>
          <p:nvPr>
            <p:ph sz="half" idx="1"/>
          </p:nvPr>
        </p:nvSpPr>
        <p:spPr>
          <a:xfrm>
            <a:off x="372534" y="1125538"/>
            <a:ext cx="5592233"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contenido"/>
          <p:cNvSpPr>
            <a:spLocks noGrp="1"/>
          </p:cNvSpPr>
          <p:nvPr>
            <p:ph sz="half" idx="2"/>
          </p:nvPr>
        </p:nvSpPr>
        <p:spPr>
          <a:xfrm>
            <a:off x="6167968" y="1125538"/>
            <a:ext cx="5592233"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Rectangle 6"/>
          <p:cNvSpPr>
            <a:spLocks noGrp="1" noChangeArrowheads="1"/>
          </p:cNvSpPr>
          <p:nvPr>
            <p:ph type="sldNum" sz="quarter" idx="10"/>
          </p:nvPr>
        </p:nvSpPr>
        <p:spPr>
          <a:ln/>
        </p:spPr>
        <p:txBody>
          <a:bodyPr/>
          <a:lstStyle>
            <a:lvl1pPr>
              <a:defRPr/>
            </a:lvl1pPr>
          </a:lstStyle>
          <a:p>
            <a:pPr>
              <a:defRPr/>
            </a:pPr>
            <a:r>
              <a:rPr lang="en-US"/>
              <a:t>| </a:t>
            </a:r>
            <a:fld id="{27BB7A4E-1993-4C0A-A572-0E9EC36D4E11}"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2352713410"/>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4638"/>
            <a:ext cx="10972800" cy="1143000"/>
          </a:xfrm>
        </p:spPr>
        <p:txBody>
          <a:bodyPr/>
          <a:lstStyle>
            <a:lvl1pPr>
              <a:defRPr/>
            </a:lvl1pPr>
          </a:lstStyle>
          <a:p>
            <a:r>
              <a:rPr lang="es-ES"/>
              <a:t>Haga clic para modificar el estilo de título del patrón</a:t>
            </a:r>
            <a:endParaRPr lang="en-US"/>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Rectangle 6"/>
          <p:cNvSpPr>
            <a:spLocks noGrp="1" noChangeArrowheads="1"/>
          </p:cNvSpPr>
          <p:nvPr>
            <p:ph type="sldNum" sz="quarter" idx="10"/>
          </p:nvPr>
        </p:nvSpPr>
        <p:spPr>
          <a:ln/>
        </p:spPr>
        <p:txBody>
          <a:bodyPr/>
          <a:lstStyle>
            <a:lvl1pPr>
              <a:defRPr/>
            </a:lvl1pPr>
          </a:lstStyle>
          <a:p>
            <a:pPr>
              <a:defRPr/>
            </a:pPr>
            <a:r>
              <a:rPr lang="en-US"/>
              <a:t>| </a:t>
            </a:r>
            <a:fld id="{79DCB34D-4872-493C-A44A-32D02C64B72A}"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123926171"/>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Rectangle 6"/>
          <p:cNvSpPr>
            <a:spLocks noGrp="1" noChangeArrowheads="1"/>
          </p:cNvSpPr>
          <p:nvPr>
            <p:ph type="sldNum" sz="quarter" idx="10"/>
          </p:nvPr>
        </p:nvSpPr>
        <p:spPr>
          <a:ln/>
        </p:spPr>
        <p:txBody>
          <a:bodyPr/>
          <a:lstStyle>
            <a:lvl1pPr>
              <a:defRPr/>
            </a:lvl1pPr>
          </a:lstStyle>
          <a:p>
            <a:pPr>
              <a:defRPr/>
            </a:pPr>
            <a:r>
              <a:rPr lang="en-US"/>
              <a:t>| </a:t>
            </a:r>
            <a:fld id="{4D52DFD2-B7A4-41A9-9FCB-56323FD606DD}"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2409272843"/>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en-US"/>
              <a:t>| </a:t>
            </a:r>
            <a:fld id="{B562BDBD-34F9-49F1-98B5-751500D78356}"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93163519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n-US"/>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6"/>
          <p:cNvSpPr>
            <a:spLocks noGrp="1" noChangeArrowheads="1"/>
          </p:cNvSpPr>
          <p:nvPr>
            <p:ph type="sldNum" sz="quarter" idx="10"/>
          </p:nvPr>
        </p:nvSpPr>
        <p:spPr>
          <a:ln/>
        </p:spPr>
        <p:txBody>
          <a:bodyPr/>
          <a:lstStyle>
            <a:lvl1pPr>
              <a:defRPr/>
            </a:lvl1pPr>
          </a:lstStyle>
          <a:p>
            <a:pPr>
              <a:defRPr/>
            </a:pPr>
            <a:r>
              <a:rPr lang="en-US"/>
              <a:t>| </a:t>
            </a:r>
            <a:fld id="{8E22F7C3-15FB-4B7F-8809-E3A38814F794}"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19302241"/>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n-US"/>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6"/>
          <p:cNvSpPr>
            <a:spLocks noGrp="1" noChangeArrowheads="1"/>
          </p:cNvSpPr>
          <p:nvPr>
            <p:ph type="sldNum" sz="quarter" idx="10"/>
          </p:nvPr>
        </p:nvSpPr>
        <p:spPr>
          <a:ln/>
        </p:spPr>
        <p:txBody>
          <a:bodyPr/>
          <a:lstStyle>
            <a:lvl1pPr>
              <a:defRPr/>
            </a:lvl1pPr>
          </a:lstStyle>
          <a:p>
            <a:pPr>
              <a:defRPr/>
            </a:pPr>
            <a:r>
              <a:rPr lang="en-US"/>
              <a:t>| </a:t>
            </a:r>
            <a:fld id="{F771321A-06BA-4F8D-9A73-CC34E07D3340}"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166956963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r>
              <a:rPr lang="en-US"/>
              <a:t>| </a:t>
            </a:r>
            <a:fld id="{1F4B266B-D158-4AA5-88EE-A04932D6D26F}"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240445087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9059334" y="185738"/>
            <a:ext cx="2893484" cy="5465762"/>
          </a:xfrm>
        </p:spPr>
        <p:txBody>
          <a:bodyPr vert="eaVert"/>
          <a:lstStyle/>
          <a:p>
            <a:r>
              <a:rPr lang="es-ES"/>
              <a:t>Haga clic para modificar el estilo de título del patrón</a:t>
            </a:r>
            <a:endParaRPr lang="en-US"/>
          </a:p>
        </p:txBody>
      </p:sp>
      <p:sp>
        <p:nvSpPr>
          <p:cNvPr id="3" name="2 Marcador de texto vertical"/>
          <p:cNvSpPr>
            <a:spLocks noGrp="1"/>
          </p:cNvSpPr>
          <p:nvPr>
            <p:ph type="body" orient="vert" idx="1"/>
          </p:nvPr>
        </p:nvSpPr>
        <p:spPr>
          <a:xfrm>
            <a:off x="372533" y="185738"/>
            <a:ext cx="8483600" cy="5465762"/>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r>
              <a:rPr lang="en-US"/>
              <a:t>| </a:t>
            </a:r>
            <a:fld id="{D7667281-811E-462F-BE2E-2E8700B67C68}"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1660047463"/>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sp>
        <p:nvSpPr>
          <p:cNvPr id="2" name="6 Rectángulo"/>
          <p:cNvSpPr/>
          <p:nvPr userDrawn="1"/>
        </p:nvSpPr>
        <p:spPr bwMode="auto">
          <a:xfrm>
            <a:off x="336551" y="495300"/>
            <a:ext cx="11855449" cy="800100"/>
          </a:xfrm>
          <a:prstGeom prst="rect">
            <a:avLst/>
          </a:prstGeom>
          <a:solidFill>
            <a:schemeClr val="accent1"/>
          </a:solidFill>
          <a:ln w="9525" cap="flat" cmpd="sng" algn="ctr">
            <a:noFill/>
            <a:prstDash val="solid"/>
            <a:round/>
            <a:headEnd type="none" w="med" len="med"/>
            <a:tailEnd type="none" w="med" len="med"/>
          </a:ln>
          <a:effectLst/>
        </p:spPr>
        <p:txBody>
          <a:bodyPr anchor="ctr"/>
          <a:lstStyle/>
          <a:p>
            <a:pPr eaLnBrk="0" hangingPunct="0">
              <a:spcBef>
                <a:spcPct val="50000"/>
              </a:spcBef>
              <a:defRPr/>
            </a:pPr>
            <a:endParaRPr lang="es-AR" sz="1800">
              <a:solidFill>
                <a:srgbClr val="002D62"/>
              </a:solidFill>
            </a:endParaRPr>
          </a:p>
        </p:txBody>
      </p:sp>
      <p:sp>
        <p:nvSpPr>
          <p:cNvPr id="3" name="2 Marcador de número de diapositiva"/>
          <p:cNvSpPr>
            <a:spLocks noGrp="1"/>
          </p:cNvSpPr>
          <p:nvPr>
            <p:ph type="sldNum" sz="quarter" idx="10"/>
          </p:nvPr>
        </p:nvSpPr>
        <p:spPr/>
        <p:txBody>
          <a:bodyPr/>
          <a:lstStyle>
            <a:lvl1pPr>
              <a:defRPr/>
            </a:lvl1pPr>
          </a:lstStyle>
          <a:p>
            <a:pPr>
              <a:defRPr/>
            </a:pPr>
            <a:r>
              <a:rPr lang="en-US"/>
              <a:t>| </a:t>
            </a:r>
            <a:fld id="{1CD82617-8069-4799-83F2-DE0C0BC63376}"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364746628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2" name="Rectangle 4"/>
          <p:cNvSpPr>
            <a:spLocks/>
          </p:cNvSpPr>
          <p:nvPr userDrawn="1"/>
        </p:nvSpPr>
        <p:spPr bwMode="auto">
          <a:xfrm>
            <a:off x="120651" y="6675438"/>
            <a:ext cx="4131733" cy="13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altLang="en-US" sz="800" b="1">
                <a:solidFill>
                  <a:srgbClr val="B2B2B2"/>
                </a:solidFill>
                <a:sym typeface="Trebuchet MS" pitchFamily="34" charset="0"/>
              </a:rPr>
              <a:t>© 2013 Axialent, Inc. All Rights Reserved. </a:t>
            </a:r>
          </a:p>
        </p:txBody>
      </p:sp>
      <p:sp>
        <p:nvSpPr>
          <p:cNvPr id="3" name="Slide Number Placeholder 2"/>
          <p:cNvSpPr>
            <a:spLocks noGrp="1"/>
          </p:cNvSpPr>
          <p:nvPr>
            <p:ph type="sldNum" sz="quarter" idx="10"/>
          </p:nvPr>
        </p:nvSpPr>
        <p:spPr/>
        <p:txBody>
          <a:bodyPr/>
          <a:lstStyle>
            <a:lvl1pPr>
              <a:defRPr/>
            </a:lvl1pPr>
          </a:lstStyle>
          <a:p>
            <a:pPr>
              <a:defRPr/>
            </a:pPr>
            <a:r>
              <a:rPr lang="en-US"/>
              <a:t>| </a:t>
            </a:r>
            <a:fld id="{15E906F2-C4BA-4850-BAB8-4B65E4512F2D}" type="slidenum">
              <a:rPr lang="en-US">
                <a:solidFill>
                  <a:srgbClr val="B2B2B2"/>
                </a:solidFill>
              </a:rPr>
              <a:pPr>
                <a:defRPr/>
              </a:pPr>
              <a:t>‹#›</a:t>
            </a:fld>
            <a:endParaRPr lang="en-US">
              <a:solidFill>
                <a:srgbClr val="B2B2B2"/>
              </a:solidFill>
            </a:endParaRPr>
          </a:p>
        </p:txBody>
      </p:sp>
    </p:spTree>
    <p:extLst>
      <p:ext uri="{BB962C8B-B14F-4D97-AF65-F5344CB8AC3E}">
        <p14:creationId xmlns:p14="http://schemas.microsoft.com/office/powerpoint/2010/main" val="312408520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4_Section blank">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812800" y="463296"/>
            <a:ext cx="10566400" cy="533480"/>
          </a:xfrm>
          <a:prstGeom prst="rect">
            <a:avLst/>
          </a:prstGeom>
        </p:spPr>
        <p:txBody>
          <a:bodyPr wrap="square" tIns="0" bIns="0">
            <a:spAutoFit/>
          </a:bodyPr>
          <a:lstStyle>
            <a:lvl1pPr algn="ctr">
              <a:lnSpc>
                <a:spcPct val="100000"/>
              </a:lnSpc>
              <a:defRPr lang="en-US" sz="3467" kern="1200" cap="all" spc="533" baseline="0" dirty="0" smtClean="0">
                <a:solidFill>
                  <a:schemeClr val="tx1"/>
                </a:solidFill>
                <a:latin typeface="Century Gothic"/>
                <a:ea typeface="Century Gothic"/>
                <a:cs typeface="Century Gothic"/>
              </a:defRPr>
            </a:lvl1pPr>
          </a:lstStyle>
          <a:p>
            <a:r>
              <a:rPr lang="en-US"/>
              <a:t>SECTION HEADER</a:t>
            </a:r>
          </a:p>
        </p:txBody>
      </p:sp>
      <p:sp>
        <p:nvSpPr>
          <p:cNvPr id="3" name="Google Shape;16;p3">
            <a:extLst>
              <a:ext uri="{FF2B5EF4-FFF2-40B4-BE49-F238E27FC236}">
                <a16:creationId xmlns:a16="http://schemas.microsoft.com/office/drawing/2014/main" id="{EF73EFB3-A55E-4137-9AF9-2894A1B0C464}"/>
              </a:ext>
            </a:extLst>
          </p:cNvPr>
          <p:cNvSpPr txBox="1"/>
          <p:nvPr userDrawn="1"/>
        </p:nvSpPr>
        <p:spPr>
          <a:xfrm>
            <a:off x="812801" y="6427123"/>
            <a:ext cx="2178756" cy="21544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800"/>
              <a:buFont typeface="Century Gothic"/>
              <a:buNone/>
            </a:pPr>
            <a:r>
              <a:rPr lang="en-US" sz="800" b="0" i="0" u="none" strike="noStrike" cap="none">
                <a:solidFill>
                  <a:schemeClr val="dk1"/>
                </a:solidFill>
                <a:latin typeface="Century Gothic"/>
                <a:ea typeface="Century Gothic"/>
                <a:cs typeface="Century Gothic"/>
                <a:sym typeface="Century Gothic"/>
              </a:rPr>
              <a:t>© 2021 Axialent, Inc. All rights reserved.</a:t>
            </a:r>
            <a:endParaRPr sz="8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728197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7.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63" Type="http://schemas.openxmlformats.org/officeDocument/2006/relationships/slideLayout" Target="../slideLayouts/slideLayout7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5" Type="http://schemas.openxmlformats.org/officeDocument/2006/relationships/slideLayout" Target="../slideLayouts/slideLayout16.xml"/><Relationship Id="rId61" Type="http://schemas.openxmlformats.org/officeDocument/2006/relationships/slideLayout" Target="../slideLayouts/slideLayout72.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64" Type="http://schemas.openxmlformats.org/officeDocument/2006/relationships/slideLayout" Target="../slideLayouts/slideLayout75.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62" Type="http://schemas.openxmlformats.org/officeDocument/2006/relationships/slideLayout" Target="../slideLayouts/slideLayout7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65"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9" Type="http://schemas.openxmlformats.org/officeDocument/2006/relationships/slideLayout" Target="../slideLayouts/slideLayout5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3.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theme" Target="../theme/theme3.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112.xml"/><Relationship Id="rId21" Type="http://schemas.openxmlformats.org/officeDocument/2006/relationships/slideLayout" Target="../slideLayouts/slideLayout107.xml"/><Relationship Id="rId42" Type="http://schemas.openxmlformats.org/officeDocument/2006/relationships/slideLayout" Target="../slideLayouts/slideLayout128.xml"/><Relationship Id="rId47" Type="http://schemas.openxmlformats.org/officeDocument/2006/relationships/slideLayout" Target="../slideLayouts/slideLayout133.xml"/><Relationship Id="rId63" Type="http://schemas.openxmlformats.org/officeDocument/2006/relationships/slideLayout" Target="../slideLayouts/slideLayout149.xml"/><Relationship Id="rId68" Type="http://schemas.openxmlformats.org/officeDocument/2006/relationships/slideLayout" Target="../slideLayouts/slideLayout154.xml"/><Relationship Id="rId7" Type="http://schemas.openxmlformats.org/officeDocument/2006/relationships/slideLayout" Target="../slideLayouts/slideLayout93.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29" Type="http://schemas.openxmlformats.org/officeDocument/2006/relationships/slideLayout" Target="../slideLayouts/slideLayout115.xml"/><Relationship Id="rId11" Type="http://schemas.openxmlformats.org/officeDocument/2006/relationships/slideLayout" Target="../slideLayouts/slideLayout97.xml"/><Relationship Id="rId24" Type="http://schemas.openxmlformats.org/officeDocument/2006/relationships/slideLayout" Target="../slideLayouts/slideLayout110.xml"/><Relationship Id="rId32" Type="http://schemas.openxmlformats.org/officeDocument/2006/relationships/slideLayout" Target="../slideLayouts/slideLayout118.xml"/><Relationship Id="rId37" Type="http://schemas.openxmlformats.org/officeDocument/2006/relationships/slideLayout" Target="../slideLayouts/slideLayout123.xml"/><Relationship Id="rId40" Type="http://schemas.openxmlformats.org/officeDocument/2006/relationships/slideLayout" Target="../slideLayouts/slideLayout126.xml"/><Relationship Id="rId45" Type="http://schemas.openxmlformats.org/officeDocument/2006/relationships/slideLayout" Target="../slideLayouts/slideLayout131.xml"/><Relationship Id="rId53" Type="http://schemas.openxmlformats.org/officeDocument/2006/relationships/slideLayout" Target="../slideLayouts/slideLayout139.xml"/><Relationship Id="rId58" Type="http://schemas.openxmlformats.org/officeDocument/2006/relationships/slideLayout" Target="../slideLayouts/slideLayout144.xml"/><Relationship Id="rId66" Type="http://schemas.openxmlformats.org/officeDocument/2006/relationships/slideLayout" Target="../slideLayouts/slideLayout152.xml"/><Relationship Id="rId5" Type="http://schemas.openxmlformats.org/officeDocument/2006/relationships/slideLayout" Target="../slideLayouts/slideLayout91.xml"/><Relationship Id="rId61" Type="http://schemas.openxmlformats.org/officeDocument/2006/relationships/slideLayout" Target="../slideLayouts/slideLayout147.xml"/><Relationship Id="rId19" Type="http://schemas.openxmlformats.org/officeDocument/2006/relationships/slideLayout" Target="../slideLayouts/slideLayout105.xml"/><Relationship Id="rId14" Type="http://schemas.openxmlformats.org/officeDocument/2006/relationships/slideLayout" Target="../slideLayouts/slideLayout100.xml"/><Relationship Id="rId22" Type="http://schemas.openxmlformats.org/officeDocument/2006/relationships/slideLayout" Target="../slideLayouts/slideLayout108.xml"/><Relationship Id="rId27" Type="http://schemas.openxmlformats.org/officeDocument/2006/relationships/slideLayout" Target="../slideLayouts/slideLayout113.xml"/><Relationship Id="rId30" Type="http://schemas.openxmlformats.org/officeDocument/2006/relationships/slideLayout" Target="../slideLayouts/slideLayout116.xml"/><Relationship Id="rId35" Type="http://schemas.openxmlformats.org/officeDocument/2006/relationships/slideLayout" Target="../slideLayouts/slideLayout121.xml"/><Relationship Id="rId43" Type="http://schemas.openxmlformats.org/officeDocument/2006/relationships/slideLayout" Target="../slideLayouts/slideLayout129.xml"/><Relationship Id="rId48" Type="http://schemas.openxmlformats.org/officeDocument/2006/relationships/slideLayout" Target="../slideLayouts/slideLayout134.xml"/><Relationship Id="rId56" Type="http://schemas.openxmlformats.org/officeDocument/2006/relationships/slideLayout" Target="../slideLayouts/slideLayout142.xml"/><Relationship Id="rId64" Type="http://schemas.openxmlformats.org/officeDocument/2006/relationships/slideLayout" Target="../slideLayouts/slideLayout150.xml"/><Relationship Id="rId69" Type="http://schemas.openxmlformats.org/officeDocument/2006/relationships/theme" Target="../theme/theme4.xml"/><Relationship Id="rId8" Type="http://schemas.openxmlformats.org/officeDocument/2006/relationships/slideLayout" Target="../slideLayouts/slideLayout94.xml"/><Relationship Id="rId51" Type="http://schemas.openxmlformats.org/officeDocument/2006/relationships/slideLayout" Target="../slideLayouts/slideLayout137.xml"/><Relationship Id="rId3" Type="http://schemas.openxmlformats.org/officeDocument/2006/relationships/slideLayout" Target="../slideLayouts/slideLayout89.xml"/><Relationship Id="rId12" Type="http://schemas.openxmlformats.org/officeDocument/2006/relationships/slideLayout" Target="../slideLayouts/slideLayout98.xml"/><Relationship Id="rId17" Type="http://schemas.openxmlformats.org/officeDocument/2006/relationships/slideLayout" Target="../slideLayouts/slideLayout103.xml"/><Relationship Id="rId25" Type="http://schemas.openxmlformats.org/officeDocument/2006/relationships/slideLayout" Target="../slideLayouts/slideLayout111.xml"/><Relationship Id="rId33" Type="http://schemas.openxmlformats.org/officeDocument/2006/relationships/slideLayout" Target="../slideLayouts/slideLayout119.xml"/><Relationship Id="rId38" Type="http://schemas.openxmlformats.org/officeDocument/2006/relationships/slideLayout" Target="../slideLayouts/slideLayout124.xml"/><Relationship Id="rId46" Type="http://schemas.openxmlformats.org/officeDocument/2006/relationships/slideLayout" Target="../slideLayouts/slideLayout132.xml"/><Relationship Id="rId59" Type="http://schemas.openxmlformats.org/officeDocument/2006/relationships/slideLayout" Target="../slideLayouts/slideLayout145.xml"/><Relationship Id="rId67" Type="http://schemas.openxmlformats.org/officeDocument/2006/relationships/slideLayout" Target="../slideLayouts/slideLayout153.xml"/><Relationship Id="rId20" Type="http://schemas.openxmlformats.org/officeDocument/2006/relationships/slideLayout" Target="../slideLayouts/slideLayout106.xml"/><Relationship Id="rId41" Type="http://schemas.openxmlformats.org/officeDocument/2006/relationships/slideLayout" Target="../slideLayouts/slideLayout127.xml"/><Relationship Id="rId54" Type="http://schemas.openxmlformats.org/officeDocument/2006/relationships/slideLayout" Target="../slideLayouts/slideLayout140.xml"/><Relationship Id="rId62" Type="http://schemas.openxmlformats.org/officeDocument/2006/relationships/slideLayout" Target="../slideLayouts/slideLayout14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5" Type="http://schemas.openxmlformats.org/officeDocument/2006/relationships/slideLayout" Target="../slideLayouts/slideLayout101.xml"/><Relationship Id="rId23" Type="http://schemas.openxmlformats.org/officeDocument/2006/relationships/slideLayout" Target="../slideLayouts/slideLayout109.xml"/><Relationship Id="rId28" Type="http://schemas.openxmlformats.org/officeDocument/2006/relationships/slideLayout" Target="../slideLayouts/slideLayout114.xml"/><Relationship Id="rId36" Type="http://schemas.openxmlformats.org/officeDocument/2006/relationships/slideLayout" Target="../slideLayouts/slideLayout122.xml"/><Relationship Id="rId49" Type="http://schemas.openxmlformats.org/officeDocument/2006/relationships/slideLayout" Target="../slideLayouts/slideLayout135.xml"/><Relationship Id="rId57" Type="http://schemas.openxmlformats.org/officeDocument/2006/relationships/slideLayout" Target="../slideLayouts/slideLayout143.xml"/><Relationship Id="rId10" Type="http://schemas.openxmlformats.org/officeDocument/2006/relationships/slideLayout" Target="../slideLayouts/slideLayout96.xml"/><Relationship Id="rId31" Type="http://schemas.openxmlformats.org/officeDocument/2006/relationships/slideLayout" Target="../slideLayouts/slideLayout117.xml"/><Relationship Id="rId44" Type="http://schemas.openxmlformats.org/officeDocument/2006/relationships/slideLayout" Target="../slideLayouts/slideLayout130.xml"/><Relationship Id="rId52" Type="http://schemas.openxmlformats.org/officeDocument/2006/relationships/slideLayout" Target="../slideLayouts/slideLayout138.xml"/><Relationship Id="rId60" Type="http://schemas.openxmlformats.org/officeDocument/2006/relationships/slideLayout" Target="../slideLayouts/slideLayout146.xml"/><Relationship Id="rId65" Type="http://schemas.openxmlformats.org/officeDocument/2006/relationships/slideLayout" Target="../slideLayouts/slideLayout151.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3" Type="http://schemas.openxmlformats.org/officeDocument/2006/relationships/slideLayout" Target="../slideLayouts/slideLayout99.xml"/><Relationship Id="rId18" Type="http://schemas.openxmlformats.org/officeDocument/2006/relationships/slideLayout" Target="../slideLayouts/slideLayout104.xml"/><Relationship Id="rId39" Type="http://schemas.openxmlformats.org/officeDocument/2006/relationships/slideLayout" Target="../slideLayouts/slideLayout125.xml"/><Relationship Id="rId34" Type="http://schemas.openxmlformats.org/officeDocument/2006/relationships/slideLayout" Target="../slideLayouts/slideLayout120.xml"/><Relationship Id="rId50" Type="http://schemas.openxmlformats.org/officeDocument/2006/relationships/slideLayout" Target="../slideLayouts/slideLayout136.xml"/><Relationship Id="rId55" Type="http://schemas.openxmlformats.org/officeDocument/2006/relationships/slideLayout" Target="../slideLayouts/slideLayout1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62.xml"/><Relationship Id="rId13" Type="http://schemas.openxmlformats.org/officeDocument/2006/relationships/slideLayout" Target="../slideLayouts/slideLayout167.xml"/><Relationship Id="rId3" Type="http://schemas.openxmlformats.org/officeDocument/2006/relationships/slideLayout" Target="../slideLayouts/slideLayout157.xml"/><Relationship Id="rId7" Type="http://schemas.openxmlformats.org/officeDocument/2006/relationships/slideLayout" Target="../slideLayouts/slideLayout161.xml"/><Relationship Id="rId12" Type="http://schemas.openxmlformats.org/officeDocument/2006/relationships/slideLayout" Target="../slideLayouts/slideLayout166.xml"/><Relationship Id="rId2" Type="http://schemas.openxmlformats.org/officeDocument/2006/relationships/slideLayout" Target="../slideLayouts/slideLayout156.xml"/><Relationship Id="rId1" Type="http://schemas.openxmlformats.org/officeDocument/2006/relationships/slideLayout" Target="../slideLayouts/slideLayout155.xml"/><Relationship Id="rId6" Type="http://schemas.openxmlformats.org/officeDocument/2006/relationships/slideLayout" Target="../slideLayouts/slideLayout160.xml"/><Relationship Id="rId11" Type="http://schemas.openxmlformats.org/officeDocument/2006/relationships/slideLayout" Target="../slideLayouts/slideLayout165.xml"/><Relationship Id="rId5" Type="http://schemas.openxmlformats.org/officeDocument/2006/relationships/slideLayout" Target="../slideLayouts/slideLayout159.xml"/><Relationship Id="rId15" Type="http://schemas.openxmlformats.org/officeDocument/2006/relationships/theme" Target="../theme/theme5.xml"/><Relationship Id="rId10" Type="http://schemas.openxmlformats.org/officeDocument/2006/relationships/slideLayout" Target="../slideLayouts/slideLayout164.xml"/><Relationship Id="rId4" Type="http://schemas.openxmlformats.org/officeDocument/2006/relationships/slideLayout" Target="../slideLayouts/slideLayout158.xml"/><Relationship Id="rId9" Type="http://schemas.openxmlformats.org/officeDocument/2006/relationships/slideLayout" Target="../slideLayouts/slideLayout163.xml"/><Relationship Id="rId14" Type="http://schemas.openxmlformats.org/officeDocument/2006/relationships/slideLayout" Target="../slideLayouts/slideLayout16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12/11/25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48D70709-AAB5-4E21-9789-EA934726C2A2}"/>
              </a:ext>
            </a:extLst>
          </p:cNvPr>
          <p:cNvSpPr txBox="1"/>
          <p:nvPr userDrawn="1"/>
        </p:nvSpPr>
        <p:spPr>
          <a:xfrm>
            <a:off x="812801" y="6437116"/>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2019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619307338"/>
      </p:ext>
    </p:extLst>
  </p:cSld>
  <p:clrMap bg1="lt1" tx1="dk1" bg2="lt2" tx2="dk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 id="2147483844" r:id="rId12"/>
    <p:sldLayoutId id="2147483845" r:id="rId13"/>
    <p:sldLayoutId id="2147483846" r:id="rId14"/>
    <p:sldLayoutId id="2147483847" r:id="rId15"/>
    <p:sldLayoutId id="2147483848" r:id="rId16"/>
    <p:sldLayoutId id="2147483849" r:id="rId17"/>
    <p:sldLayoutId id="2147483850" r:id="rId18"/>
    <p:sldLayoutId id="2147483851" r:id="rId19"/>
    <p:sldLayoutId id="2147483852" r:id="rId20"/>
    <p:sldLayoutId id="2147483853" r:id="rId21"/>
    <p:sldLayoutId id="2147483854" r:id="rId22"/>
    <p:sldLayoutId id="2147483855" r:id="rId23"/>
    <p:sldLayoutId id="2147483856" r:id="rId24"/>
    <p:sldLayoutId id="2147483857" r:id="rId25"/>
    <p:sldLayoutId id="2147483858" r:id="rId26"/>
    <p:sldLayoutId id="2147483859" r:id="rId27"/>
    <p:sldLayoutId id="2147483860" r:id="rId28"/>
    <p:sldLayoutId id="2147483861" r:id="rId29"/>
    <p:sldLayoutId id="2147483862" r:id="rId30"/>
    <p:sldLayoutId id="2147483863" r:id="rId31"/>
    <p:sldLayoutId id="2147483864" r:id="rId32"/>
    <p:sldLayoutId id="2147483865" r:id="rId33"/>
    <p:sldLayoutId id="2147483866" r:id="rId34"/>
    <p:sldLayoutId id="2147483867" r:id="rId35"/>
    <p:sldLayoutId id="2147483868" r:id="rId36"/>
    <p:sldLayoutId id="2147483869" r:id="rId37"/>
    <p:sldLayoutId id="2147483870" r:id="rId38"/>
    <p:sldLayoutId id="2147483871" r:id="rId39"/>
    <p:sldLayoutId id="2147483872" r:id="rId40"/>
    <p:sldLayoutId id="2147483873" r:id="rId41"/>
    <p:sldLayoutId id="2147483874" r:id="rId42"/>
    <p:sldLayoutId id="2147483875" r:id="rId43"/>
    <p:sldLayoutId id="2147483876" r:id="rId44"/>
    <p:sldLayoutId id="2147483877" r:id="rId45"/>
    <p:sldLayoutId id="2147483878" r:id="rId46"/>
    <p:sldLayoutId id="2147483879" r:id="rId47"/>
    <p:sldLayoutId id="2147483880" r:id="rId48"/>
    <p:sldLayoutId id="2147483881" r:id="rId49"/>
    <p:sldLayoutId id="2147483882" r:id="rId50"/>
    <p:sldLayoutId id="2147483883" r:id="rId51"/>
    <p:sldLayoutId id="2147483884" r:id="rId52"/>
    <p:sldLayoutId id="2147483885" r:id="rId53"/>
    <p:sldLayoutId id="2147483886" r:id="rId54"/>
    <p:sldLayoutId id="2147483887" r:id="rId55"/>
    <p:sldLayoutId id="2147483888" r:id="rId56"/>
    <p:sldLayoutId id="2147483889" r:id="rId57"/>
    <p:sldLayoutId id="2147483890" r:id="rId58"/>
    <p:sldLayoutId id="2147483891" r:id="rId59"/>
    <p:sldLayoutId id="2147483892" r:id="rId60"/>
    <p:sldLayoutId id="2147483893" r:id="rId61"/>
    <p:sldLayoutId id="2147483894" r:id="rId62"/>
    <p:sldLayoutId id="2147483895" r:id="rId63"/>
    <p:sldLayoutId id="2147483896" r:id="rId6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 userDrawn="1">
          <p15:clr>
            <a:srgbClr val="F26B43"/>
          </p15:clr>
        </p15:guide>
        <p15:guide id="2" pos="608" userDrawn="1">
          <p15:clr>
            <a:srgbClr val="F26B43"/>
          </p15:clr>
        </p15:guide>
        <p15:guide id="3" pos="727" userDrawn="1">
          <p15:clr>
            <a:srgbClr val="F26B43"/>
          </p15:clr>
        </p15:guide>
        <p15:guide id="4" pos="1171" userDrawn="1">
          <p15:clr>
            <a:srgbClr val="F26B43"/>
          </p15:clr>
        </p15:guide>
        <p15:guide id="5" pos="1051" userDrawn="1">
          <p15:clr>
            <a:srgbClr val="F26B43"/>
          </p15:clr>
        </p15:guide>
        <p15:guide id="6" pos="1492" userDrawn="1">
          <p15:clr>
            <a:srgbClr val="F26B43"/>
          </p15:clr>
        </p15:guide>
        <p15:guide id="7" pos="1612" userDrawn="1">
          <p15:clr>
            <a:srgbClr val="F26B43"/>
          </p15:clr>
        </p15:guide>
        <p15:guide id="8" pos="1936" userDrawn="1">
          <p15:clr>
            <a:srgbClr val="F26B43"/>
          </p15:clr>
        </p15:guide>
        <p15:guide id="9" pos="2055" userDrawn="1">
          <p15:clr>
            <a:srgbClr val="F26B43"/>
          </p15:clr>
        </p15:guide>
        <p15:guide id="10" pos="2377" userDrawn="1">
          <p15:clr>
            <a:srgbClr val="F26B43"/>
          </p15:clr>
        </p15:guide>
        <p15:guide id="11" pos="2499" userDrawn="1">
          <p15:clr>
            <a:srgbClr val="F26B43"/>
          </p15:clr>
        </p15:guide>
        <p15:guide id="12" pos="2819" userDrawn="1">
          <p15:clr>
            <a:srgbClr val="F26B43"/>
          </p15:clr>
        </p15:guide>
        <p15:guide id="13" pos="2939" userDrawn="1">
          <p15:clr>
            <a:srgbClr val="F26B43"/>
          </p15:clr>
        </p15:guide>
        <p15:guide id="14" pos="3260" userDrawn="1">
          <p15:clr>
            <a:srgbClr val="F26B43"/>
          </p15:clr>
        </p15:guide>
        <p15:guide id="15" pos="3380" userDrawn="1">
          <p15:clr>
            <a:srgbClr val="F26B43"/>
          </p15:clr>
        </p15:guide>
        <p15:guide id="16" pos="3704" userDrawn="1">
          <p15:clr>
            <a:srgbClr val="F26B43"/>
          </p15:clr>
        </p15:guide>
        <p15:guide id="17" pos="3823" userDrawn="1">
          <p15:clr>
            <a:srgbClr val="F26B43"/>
          </p15:clr>
        </p15:guide>
        <p15:guide id="18" pos="4145" userDrawn="1">
          <p15:clr>
            <a:srgbClr val="F26B43"/>
          </p15:clr>
        </p15:guide>
        <p15:guide id="19" pos="4267" userDrawn="1">
          <p15:clr>
            <a:srgbClr val="F26B43"/>
          </p15:clr>
        </p15:guide>
        <p15:guide id="20" pos="4587" userDrawn="1">
          <p15:clr>
            <a:srgbClr val="F26B43"/>
          </p15:clr>
        </p15:guide>
        <p15:guide id="21" pos="4707" userDrawn="1">
          <p15:clr>
            <a:srgbClr val="F26B43"/>
          </p15:clr>
        </p15:guide>
        <p15:guide id="22" pos="5028" userDrawn="1">
          <p15:clr>
            <a:srgbClr val="F26B43"/>
          </p15:clr>
        </p15:guide>
        <p15:guide id="23" pos="5149" userDrawn="1">
          <p15:clr>
            <a:srgbClr val="F26B43"/>
          </p15:clr>
        </p15:guide>
        <p15:guide id="24" pos="5472" userDrawn="1">
          <p15:clr>
            <a:srgbClr val="F26B43"/>
          </p15:clr>
        </p15:guide>
        <p15:guide id="25" orient="horz" pos="848" userDrawn="1">
          <p15:clr>
            <a:srgbClr val="F26B43"/>
          </p15:clr>
        </p15:guide>
        <p15:guide id="26" orient="horz" pos="388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E25D4CD-E4EF-4320-B47A-569285F378F9}"/>
              </a:ext>
            </a:extLst>
          </p:cNvPr>
          <p:cNvSpPr>
            <a:spLocks noGrp="1" noChangeArrowheads="1"/>
          </p:cNvSpPr>
          <p:nvPr>
            <p:ph type="title"/>
          </p:nvPr>
        </p:nvSpPr>
        <p:spPr bwMode="auto">
          <a:xfrm>
            <a:off x="372535" y="185739"/>
            <a:ext cx="11580284"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s-AR"/>
              <a:t>click to edit master title style</a:t>
            </a:r>
          </a:p>
        </p:txBody>
      </p:sp>
      <p:sp>
        <p:nvSpPr>
          <p:cNvPr id="3075" name="Rectangle 3">
            <a:extLst>
              <a:ext uri="{FF2B5EF4-FFF2-40B4-BE49-F238E27FC236}">
                <a16:creationId xmlns:a16="http://schemas.microsoft.com/office/drawing/2014/main" id="{2248E19E-AC58-4353-82AE-4FF5DE4EF7E3}"/>
              </a:ext>
            </a:extLst>
          </p:cNvPr>
          <p:cNvSpPr>
            <a:spLocks noGrp="1" noChangeArrowheads="1"/>
          </p:cNvSpPr>
          <p:nvPr>
            <p:ph type="body" idx="1"/>
          </p:nvPr>
        </p:nvSpPr>
        <p:spPr bwMode="auto">
          <a:xfrm>
            <a:off x="372533" y="1125537"/>
            <a:ext cx="1138766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s-AR"/>
              <a:t>Click to edit Master text styles</a:t>
            </a:r>
          </a:p>
          <a:p>
            <a:pPr lvl="1"/>
            <a:r>
              <a:rPr lang="en-US" altLang="es-AR"/>
              <a:t>Second level</a:t>
            </a:r>
          </a:p>
          <a:p>
            <a:pPr lvl="2"/>
            <a:r>
              <a:rPr lang="en-US" altLang="es-AR"/>
              <a:t>Third level</a:t>
            </a:r>
          </a:p>
        </p:txBody>
      </p:sp>
      <p:sp>
        <p:nvSpPr>
          <p:cNvPr id="1030" name="Rectangle 6">
            <a:extLst>
              <a:ext uri="{FF2B5EF4-FFF2-40B4-BE49-F238E27FC236}">
                <a16:creationId xmlns:a16="http://schemas.microsoft.com/office/drawing/2014/main" id="{E9B7B01E-3088-4ACF-8836-972ACE36045B}"/>
              </a:ext>
            </a:extLst>
          </p:cNvPr>
          <p:cNvSpPr>
            <a:spLocks noGrp="1" noChangeArrowheads="1"/>
          </p:cNvSpPr>
          <p:nvPr>
            <p:ph type="sldNum" sz="quarter" idx="4"/>
          </p:nvPr>
        </p:nvSpPr>
        <p:spPr bwMode="auto">
          <a:xfrm>
            <a:off x="9347200" y="6591301"/>
            <a:ext cx="28448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000">
                <a:solidFill>
                  <a:srgbClr val="FBB03F"/>
                </a:solidFill>
                <a:sym typeface="Trebuchet MS" panose="020B0603020202020204" pitchFamily="34" charset="0"/>
              </a:defRPr>
            </a:lvl1pPr>
          </a:lstStyle>
          <a:p>
            <a:r>
              <a:rPr lang="en-US" altLang="es-AR"/>
              <a:t>| </a:t>
            </a:r>
            <a:fld id="{4787321C-7AA4-4E15-8555-6364A32EA621}" type="slidenum">
              <a:rPr lang="en-US" altLang="es-AR">
                <a:solidFill>
                  <a:srgbClr val="B2B2B2"/>
                </a:solidFill>
              </a:rPr>
              <a:pPr/>
              <a:t>‹#›</a:t>
            </a:fld>
            <a:endParaRPr lang="en-US" altLang="es-AR">
              <a:solidFill>
                <a:srgbClr val="B2B2B2"/>
              </a:solidFill>
            </a:endParaRPr>
          </a:p>
        </p:txBody>
      </p:sp>
      <p:sp>
        <p:nvSpPr>
          <p:cNvPr id="51206" name="Line 39">
            <a:extLst>
              <a:ext uri="{FF2B5EF4-FFF2-40B4-BE49-F238E27FC236}">
                <a16:creationId xmlns:a16="http://schemas.microsoft.com/office/drawing/2014/main" id="{F8D7BC8E-5982-4648-87D1-D64A00E9AF9D}"/>
              </a:ext>
            </a:extLst>
          </p:cNvPr>
          <p:cNvSpPr>
            <a:spLocks noChangeShapeType="1"/>
          </p:cNvSpPr>
          <p:nvPr/>
        </p:nvSpPr>
        <p:spPr bwMode="auto">
          <a:xfrm>
            <a:off x="469902" y="712788"/>
            <a:ext cx="11722100" cy="0"/>
          </a:xfrm>
          <a:prstGeom prst="line">
            <a:avLst/>
          </a:prstGeom>
          <a:noFill/>
          <a:ln w="38100">
            <a:solidFill>
              <a:srgbClr val="EAEAEA"/>
            </a:solidFill>
            <a:round/>
            <a:headEnd/>
            <a:tailEnd/>
          </a:ln>
        </p:spPr>
        <p:txBody>
          <a:bodyPr/>
          <a:lstStyle/>
          <a:p>
            <a:pPr>
              <a:defRPr/>
            </a:pPr>
            <a:endParaRPr lang="en-US" sz="1600">
              <a:solidFill>
                <a:srgbClr val="002D62"/>
              </a:solidFill>
              <a:latin typeface="Arial" charset="0"/>
              <a:cs typeface="Arial" charset="0"/>
            </a:endParaRPr>
          </a:p>
        </p:txBody>
      </p:sp>
      <p:sp>
        <p:nvSpPr>
          <p:cNvPr id="51207" name="Rectangle 4">
            <a:extLst>
              <a:ext uri="{FF2B5EF4-FFF2-40B4-BE49-F238E27FC236}">
                <a16:creationId xmlns:a16="http://schemas.microsoft.com/office/drawing/2014/main" id="{2B9B1871-E52A-4938-AEF1-BC6F7C46B66F}"/>
              </a:ext>
            </a:extLst>
          </p:cNvPr>
          <p:cNvSpPr>
            <a:spLocks/>
          </p:cNvSpPr>
          <p:nvPr/>
        </p:nvSpPr>
        <p:spPr bwMode="auto">
          <a:xfrm>
            <a:off x="120651" y="6675439"/>
            <a:ext cx="4131733" cy="139700"/>
          </a:xfrm>
          <a:prstGeom prst="rect">
            <a:avLst/>
          </a:prstGeom>
          <a:noFill/>
          <a:ln w="12700">
            <a:noFill/>
            <a:miter lim="800000"/>
            <a:headEnd/>
            <a:tailEnd/>
          </a:ln>
        </p:spPr>
        <p:txBody>
          <a:bodyPr lIns="0" tIns="0" rIns="0" bIns="0" anchor="ctr"/>
          <a:lstStyle/>
          <a:p>
            <a:pPr eaLnBrk="1" hangingPunct="1">
              <a:spcBef>
                <a:spcPct val="0"/>
              </a:spcBef>
              <a:defRPr/>
            </a:pPr>
            <a:r>
              <a:rPr lang="en-US" sz="800">
                <a:solidFill>
                  <a:srgbClr val="B2B2B2"/>
                </a:solidFill>
                <a:latin typeface="Arial" charset="0"/>
                <a:cs typeface="Arial" charset="0"/>
                <a:sym typeface="Trebuchet MS" pitchFamily="34" charset="0"/>
              </a:rPr>
              <a:t>© 2014 Axialent, Inc. All Rights Reserved. </a:t>
            </a:r>
          </a:p>
        </p:txBody>
      </p:sp>
      <p:sp>
        <p:nvSpPr>
          <p:cNvPr id="51220" name="Text Box 20">
            <a:extLst>
              <a:ext uri="{FF2B5EF4-FFF2-40B4-BE49-F238E27FC236}">
                <a16:creationId xmlns:a16="http://schemas.microsoft.com/office/drawing/2014/main" id="{4A1DD5EF-0D10-4596-B1E9-3CD19ECD712E}"/>
              </a:ext>
            </a:extLst>
          </p:cNvPr>
          <p:cNvSpPr txBox="1">
            <a:spLocks noChangeArrowheads="1"/>
          </p:cNvSpPr>
          <p:nvPr userDrawn="1"/>
        </p:nvSpPr>
        <p:spPr bwMode="auto">
          <a:xfrm>
            <a:off x="1871133" y="3789365"/>
            <a:ext cx="4607984" cy="369332"/>
          </a:xfrm>
          <a:prstGeom prst="rect">
            <a:avLst/>
          </a:prstGeom>
          <a:noFill/>
          <a:ln w="9525" algn="ctr">
            <a:noFill/>
            <a:miter lim="800000"/>
            <a:headEnd/>
            <a:tailEnd/>
          </a:ln>
          <a:effectLst/>
        </p:spPr>
        <p:txBody>
          <a:bodyPr wrap="square">
            <a:spAutoFit/>
          </a:bodyPr>
          <a:lstStyle/>
          <a:p>
            <a:pPr>
              <a:defRPr/>
            </a:pPr>
            <a:endParaRPr lang="en-US" sz="1600">
              <a:solidFill>
                <a:srgbClr val="002D62"/>
              </a:solidFill>
              <a:latin typeface="Arial" charset="0"/>
              <a:cs typeface="Arial" charset="0"/>
            </a:endParaRPr>
          </a:p>
        </p:txBody>
      </p:sp>
    </p:spTree>
    <p:extLst>
      <p:ext uri="{BB962C8B-B14F-4D97-AF65-F5344CB8AC3E}">
        <p14:creationId xmlns:p14="http://schemas.microsoft.com/office/powerpoint/2010/main" val="4046006319"/>
      </p:ext>
    </p:extLst>
  </p:cSld>
  <p:clrMap bg1="lt1" tx1="dk1" bg2="lt2" tx2="dk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Lst>
  <p:hf hdr="0" ftr="0" dt="0"/>
  <p:txStyles>
    <p:titleStyle>
      <a:lvl1pPr algn="l" rtl="0" eaLnBrk="0" fontAlgn="base" hangingPunct="0">
        <a:spcBef>
          <a:spcPct val="0"/>
        </a:spcBef>
        <a:spcAft>
          <a:spcPct val="0"/>
        </a:spcAft>
        <a:defRPr sz="2100" b="1">
          <a:solidFill>
            <a:srgbClr val="002D62"/>
          </a:solidFill>
          <a:latin typeface="+mj-lt"/>
          <a:ea typeface="+mj-ea"/>
          <a:cs typeface="+mj-cs"/>
        </a:defRPr>
      </a:lvl1pPr>
      <a:lvl2pPr algn="l" rtl="0" eaLnBrk="0" fontAlgn="base" hangingPunct="0">
        <a:spcBef>
          <a:spcPct val="0"/>
        </a:spcBef>
        <a:spcAft>
          <a:spcPct val="0"/>
        </a:spcAft>
        <a:defRPr sz="2100" b="1">
          <a:solidFill>
            <a:srgbClr val="002D62"/>
          </a:solidFill>
          <a:latin typeface="Arial" pitchFamily="34" charset="0"/>
          <a:cs typeface="Arial" pitchFamily="34" charset="0"/>
        </a:defRPr>
      </a:lvl2pPr>
      <a:lvl3pPr algn="l" rtl="0" eaLnBrk="0" fontAlgn="base" hangingPunct="0">
        <a:spcBef>
          <a:spcPct val="0"/>
        </a:spcBef>
        <a:spcAft>
          <a:spcPct val="0"/>
        </a:spcAft>
        <a:defRPr sz="2100" b="1">
          <a:solidFill>
            <a:srgbClr val="002D62"/>
          </a:solidFill>
          <a:latin typeface="Arial" pitchFamily="34" charset="0"/>
          <a:cs typeface="Arial" pitchFamily="34" charset="0"/>
        </a:defRPr>
      </a:lvl3pPr>
      <a:lvl4pPr algn="l" rtl="0" eaLnBrk="0" fontAlgn="base" hangingPunct="0">
        <a:spcBef>
          <a:spcPct val="0"/>
        </a:spcBef>
        <a:spcAft>
          <a:spcPct val="0"/>
        </a:spcAft>
        <a:defRPr sz="2100" b="1">
          <a:solidFill>
            <a:srgbClr val="002D62"/>
          </a:solidFill>
          <a:latin typeface="Arial" pitchFamily="34" charset="0"/>
          <a:cs typeface="Arial" pitchFamily="34" charset="0"/>
        </a:defRPr>
      </a:lvl4pPr>
      <a:lvl5pPr algn="l" rtl="0" eaLnBrk="0" fontAlgn="base" hangingPunct="0">
        <a:spcBef>
          <a:spcPct val="0"/>
        </a:spcBef>
        <a:spcAft>
          <a:spcPct val="0"/>
        </a:spcAft>
        <a:defRPr sz="2100" b="1">
          <a:solidFill>
            <a:srgbClr val="002D62"/>
          </a:solidFill>
          <a:latin typeface="Arial" pitchFamily="34" charset="0"/>
          <a:cs typeface="Arial" pitchFamily="34" charset="0"/>
        </a:defRPr>
      </a:lvl5pPr>
      <a:lvl6pPr marL="342900" algn="l" rtl="0" eaLnBrk="0" fontAlgn="base" hangingPunct="0">
        <a:spcBef>
          <a:spcPct val="0"/>
        </a:spcBef>
        <a:spcAft>
          <a:spcPct val="0"/>
        </a:spcAft>
        <a:defRPr sz="2100" b="1">
          <a:solidFill>
            <a:srgbClr val="002D62"/>
          </a:solidFill>
          <a:latin typeface="Arial" pitchFamily="34" charset="0"/>
          <a:cs typeface="Arial" pitchFamily="34" charset="0"/>
        </a:defRPr>
      </a:lvl6pPr>
      <a:lvl7pPr marL="685800" algn="l" rtl="0" eaLnBrk="0" fontAlgn="base" hangingPunct="0">
        <a:spcBef>
          <a:spcPct val="0"/>
        </a:spcBef>
        <a:spcAft>
          <a:spcPct val="0"/>
        </a:spcAft>
        <a:defRPr sz="2100" b="1">
          <a:solidFill>
            <a:srgbClr val="002D62"/>
          </a:solidFill>
          <a:latin typeface="Arial" pitchFamily="34" charset="0"/>
          <a:cs typeface="Arial" pitchFamily="34" charset="0"/>
        </a:defRPr>
      </a:lvl7pPr>
      <a:lvl8pPr marL="1028700" algn="l" rtl="0" eaLnBrk="0" fontAlgn="base" hangingPunct="0">
        <a:spcBef>
          <a:spcPct val="0"/>
        </a:spcBef>
        <a:spcAft>
          <a:spcPct val="0"/>
        </a:spcAft>
        <a:defRPr sz="2100" b="1">
          <a:solidFill>
            <a:srgbClr val="002D62"/>
          </a:solidFill>
          <a:latin typeface="Arial" pitchFamily="34" charset="0"/>
          <a:cs typeface="Arial" pitchFamily="34" charset="0"/>
        </a:defRPr>
      </a:lvl8pPr>
      <a:lvl9pPr marL="1371600" algn="l" rtl="0" eaLnBrk="0" fontAlgn="base" hangingPunct="0">
        <a:spcBef>
          <a:spcPct val="0"/>
        </a:spcBef>
        <a:spcAft>
          <a:spcPct val="0"/>
        </a:spcAft>
        <a:defRPr sz="2100" b="1">
          <a:solidFill>
            <a:srgbClr val="002D62"/>
          </a:solidFill>
          <a:latin typeface="Arial" pitchFamily="34" charset="0"/>
          <a:cs typeface="Arial" pitchFamily="34" charset="0"/>
        </a:defRPr>
      </a:lvl9pPr>
    </p:titleStyle>
    <p:bodyStyle>
      <a:lvl1pPr marL="173831" indent="-173831" algn="l" rtl="0" eaLnBrk="0" fontAlgn="base" hangingPunct="0">
        <a:spcBef>
          <a:spcPct val="60000"/>
        </a:spcBef>
        <a:spcAft>
          <a:spcPct val="0"/>
        </a:spcAft>
        <a:buClr>
          <a:schemeClr val="accent2"/>
        </a:buClr>
        <a:buChar char="•"/>
        <a:defRPr b="1">
          <a:solidFill>
            <a:srgbClr val="002D62"/>
          </a:solidFill>
          <a:latin typeface="+mn-lt"/>
          <a:ea typeface="+mn-ea"/>
          <a:cs typeface="+mn-cs"/>
        </a:defRPr>
      </a:lvl1pPr>
      <a:lvl2pPr marL="425054" indent="-165497" algn="l" rtl="0" eaLnBrk="0" fontAlgn="base" hangingPunct="0">
        <a:spcBef>
          <a:spcPct val="60000"/>
        </a:spcBef>
        <a:spcAft>
          <a:spcPct val="0"/>
        </a:spcAft>
        <a:buClr>
          <a:srgbClr val="A6A6A6"/>
        </a:buClr>
        <a:buFont typeface="Verdana" panose="020B0604030504040204" pitchFamily="34" charset="0"/>
        <a:buChar char="›"/>
        <a:defRPr sz="1200" b="1">
          <a:solidFill>
            <a:srgbClr val="002D62"/>
          </a:solidFill>
          <a:latin typeface="+mn-lt"/>
          <a:cs typeface="+mn-cs"/>
        </a:defRPr>
      </a:lvl2pPr>
      <a:lvl3pPr marL="685800" indent="-175022" algn="l" rtl="0" eaLnBrk="0" fontAlgn="base" hangingPunct="0">
        <a:spcBef>
          <a:spcPct val="60000"/>
        </a:spcBef>
        <a:spcAft>
          <a:spcPct val="0"/>
        </a:spcAft>
        <a:buClr>
          <a:srgbClr val="A6A6A6"/>
        </a:buClr>
        <a:buFont typeface="Arial" panose="020B0604020202020204" pitchFamily="34" charset="0"/>
        <a:buChar char="-"/>
        <a:defRPr sz="1050" b="1">
          <a:solidFill>
            <a:srgbClr val="002D62"/>
          </a:solidFill>
          <a:latin typeface="+mn-lt"/>
          <a:cs typeface="+mn-cs"/>
        </a:defRPr>
      </a:lvl3pPr>
      <a:lvl4pPr marL="1200150" indent="-171450" algn="l" rtl="0" eaLnBrk="0" fontAlgn="base" hangingPunct="0">
        <a:spcBef>
          <a:spcPct val="20000"/>
        </a:spcBef>
        <a:spcAft>
          <a:spcPct val="0"/>
        </a:spcAft>
        <a:buChar char="–"/>
        <a:defRPr sz="1050">
          <a:solidFill>
            <a:srgbClr val="002D62"/>
          </a:solidFill>
          <a:latin typeface="+mn-lt"/>
          <a:cs typeface="+mn-cs"/>
        </a:defRPr>
      </a:lvl4pPr>
      <a:lvl5pPr marL="1543050" indent="-171450" algn="l" rtl="0" eaLnBrk="0" fontAlgn="base" hangingPunct="0">
        <a:spcBef>
          <a:spcPct val="20000"/>
        </a:spcBef>
        <a:spcAft>
          <a:spcPct val="0"/>
        </a:spcAft>
        <a:buChar char="»"/>
        <a:defRPr sz="1050">
          <a:solidFill>
            <a:srgbClr val="002D62"/>
          </a:solidFill>
          <a:latin typeface="+mn-lt"/>
          <a:cs typeface="+mn-cs"/>
        </a:defRPr>
      </a:lvl5pPr>
      <a:lvl6pPr marL="1885950" indent="-171450" algn="l" rtl="0" eaLnBrk="0" fontAlgn="base" hangingPunct="0">
        <a:spcBef>
          <a:spcPct val="20000"/>
        </a:spcBef>
        <a:spcAft>
          <a:spcPct val="0"/>
        </a:spcAft>
        <a:buChar char="»"/>
        <a:defRPr sz="1050">
          <a:solidFill>
            <a:srgbClr val="002D62"/>
          </a:solidFill>
          <a:latin typeface="+mn-lt"/>
          <a:cs typeface="+mn-cs"/>
        </a:defRPr>
      </a:lvl6pPr>
      <a:lvl7pPr marL="2228850" indent="-171450" algn="l" rtl="0" eaLnBrk="0" fontAlgn="base" hangingPunct="0">
        <a:spcBef>
          <a:spcPct val="20000"/>
        </a:spcBef>
        <a:spcAft>
          <a:spcPct val="0"/>
        </a:spcAft>
        <a:buChar char="»"/>
        <a:defRPr sz="1050">
          <a:solidFill>
            <a:srgbClr val="002D62"/>
          </a:solidFill>
          <a:latin typeface="+mn-lt"/>
          <a:cs typeface="+mn-cs"/>
        </a:defRPr>
      </a:lvl7pPr>
      <a:lvl8pPr marL="2571750" indent="-171450" algn="l" rtl="0" eaLnBrk="0" fontAlgn="base" hangingPunct="0">
        <a:spcBef>
          <a:spcPct val="20000"/>
        </a:spcBef>
        <a:spcAft>
          <a:spcPct val="0"/>
        </a:spcAft>
        <a:buChar char="»"/>
        <a:defRPr sz="1050">
          <a:solidFill>
            <a:srgbClr val="002D62"/>
          </a:solidFill>
          <a:latin typeface="+mn-lt"/>
          <a:cs typeface="+mn-cs"/>
        </a:defRPr>
      </a:lvl8pPr>
      <a:lvl9pPr marL="2914650" indent="-171450" algn="l" rtl="0" eaLnBrk="0" fontAlgn="base" hangingPunct="0">
        <a:spcBef>
          <a:spcPct val="20000"/>
        </a:spcBef>
        <a:spcAft>
          <a:spcPct val="0"/>
        </a:spcAft>
        <a:buChar char="»"/>
        <a:defRPr sz="1050">
          <a:solidFill>
            <a:srgbClr val="002D62"/>
          </a:solidFill>
          <a:latin typeface="+mn-lt"/>
          <a:cs typeface="+mn-cs"/>
        </a:defRPr>
      </a:lvl9pPr>
    </p:bodyStyle>
    <p:otherStyle>
      <a:defPPr>
        <a:defRPr lang="es-A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D1CED3A6-C205-4B30-89A0-F81D754EB579}"/>
              </a:ext>
            </a:extLst>
          </p:cNvPr>
          <p:cNvSpPr txBox="1"/>
          <p:nvPr userDrawn="1"/>
        </p:nvSpPr>
        <p:spPr>
          <a:xfrm>
            <a:off x="812801" y="6427123"/>
            <a:ext cx="2178756" cy="215444"/>
          </a:xfrm>
          <a:prstGeom prst="rect">
            <a:avLst/>
          </a:prstGeom>
          <a:noFill/>
        </p:spPr>
        <p:txBody>
          <a:bodyPr wrap="square" rtlCol="0">
            <a:spAutoFit/>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800" kern="1200">
                <a:solidFill>
                  <a:schemeClr val="tx1"/>
                </a:solidFill>
                <a:effectLst/>
                <a:latin typeface="+mn-lt"/>
                <a:ea typeface="+mn-ea"/>
                <a:cs typeface="+mn-cs"/>
              </a:rPr>
              <a:t>©</a:t>
            </a:r>
            <a:r>
              <a:rPr lang="en-US" sz="800" kern="1200" baseline="0">
                <a:solidFill>
                  <a:schemeClr val="tx1"/>
                </a:solidFill>
                <a:effectLst/>
                <a:latin typeface="+mn-lt"/>
                <a:ea typeface="+mn-ea"/>
                <a:cs typeface="+mn-cs"/>
              </a:rPr>
              <a:t> 2019 Axialent, Inc. All rights reserved.</a:t>
            </a:r>
            <a:endParaRPr lang="en-US" sz="800" kern="1200">
              <a:solidFill>
                <a:schemeClr val="tx1"/>
              </a:solidFill>
              <a:effectLst/>
              <a:latin typeface="+mn-lt"/>
              <a:ea typeface="+mn-ea"/>
              <a:cs typeface="+mn-cs"/>
            </a:endParaRPr>
          </a:p>
        </p:txBody>
      </p:sp>
    </p:spTree>
    <p:extLst>
      <p:ext uri="{BB962C8B-B14F-4D97-AF65-F5344CB8AC3E}">
        <p14:creationId xmlns:p14="http://schemas.microsoft.com/office/powerpoint/2010/main" val="1643480894"/>
      </p:ext>
    </p:extLst>
  </p:cSld>
  <p:clrMap bg1="lt1" tx1="dk1" bg2="lt2" tx2="dk2" accent1="accent1" accent2="accent2" accent3="accent3" accent4="accent4" accent5="accent5" accent6="accent6" hlink="hlink" folHlink="folHlink"/>
  <p:sldLayoutIdLst>
    <p:sldLayoutId id="2147484125" r:id="rId1"/>
    <p:sldLayoutId id="2147483789" r:id="rId2"/>
    <p:sldLayoutId id="2147483703" r:id="rId3"/>
    <p:sldLayoutId id="2147484121" r:id="rId4"/>
    <p:sldLayoutId id="2147484122" r:id="rId5"/>
    <p:sldLayoutId id="2147483770" r:id="rId6"/>
    <p:sldLayoutId id="2147483771" r:id="rId7"/>
    <p:sldLayoutId id="2147484123" r:id="rId8"/>
    <p:sldLayoutId id="2147483767" r:id="rId9"/>
    <p:sldLayoutId id="2147483712" r:id="rId10"/>
    <p:sldLayoutId id="2147483727" r:id="rId11"/>
    <p:sldLayoutId id="2147483730" r:id="rId12"/>
    <p:sldLayoutId id="2147483724" r:id="rId13"/>
    <p:sldLayoutId id="2147483705" r:id="rId14"/>
    <p:sldLayoutId id="2147483729" r:id="rId15"/>
    <p:sldLayoutId id="2147483745" r:id="rId16"/>
    <p:sldLayoutId id="2147483750" r:id="rId17"/>
    <p:sldLayoutId id="2147483747" r:id="rId18"/>
    <p:sldLayoutId id="2147483748" r:id="rId19"/>
    <p:sldLayoutId id="2147483749" r:id="rId20"/>
    <p:sldLayoutId id="2147483751" r:id="rId21"/>
    <p:sldLayoutId id="2147483702" r:id="rId22"/>
    <p:sldLayoutId id="2147483725" r:id="rId23"/>
    <p:sldLayoutId id="2147483726" r:id="rId24"/>
    <p:sldLayoutId id="2147483734" r:id="rId25"/>
    <p:sldLayoutId id="2147483721" r:id="rId26"/>
    <p:sldLayoutId id="2147483744" r:id="rId27"/>
    <p:sldLayoutId id="2147483743" r:id="rId28"/>
    <p:sldLayoutId id="2147483742" r:id="rId29"/>
    <p:sldLayoutId id="2147483722" r:id="rId30"/>
    <p:sldLayoutId id="2147483723" r:id="rId31"/>
    <p:sldLayoutId id="2147483708" r:id="rId32"/>
    <p:sldLayoutId id="2147483754" r:id="rId33"/>
    <p:sldLayoutId id="2147483753" r:id="rId34"/>
    <p:sldLayoutId id="2147483752" r:id="rId35"/>
    <p:sldLayoutId id="2147483710" r:id="rId36"/>
    <p:sldLayoutId id="2147483709" r:id="rId37"/>
    <p:sldLayoutId id="2147483757" r:id="rId38"/>
    <p:sldLayoutId id="2147483720" r:id="rId39"/>
    <p:sldLayoutId id="2147483758" r:id="rId40"/>
    <p:sldLayoutId id="2147484124" r:id="rId41"/>
    <p:sldLayoutId id="2147483715" r:id="rId42"/>
    <p:sldLayoutId id="2147483759" r:id="rId43"/>
    <p:sldLayoutId id="2147483716" r:id="rId44"/>
    <p:sldLayoutId id="2147483760" r:id="rId45"/>
    <p:sldLayoutId id="2147483717" r:id="rId46"/>
    <p:sldLayoutId id="2147483761" r:id="rId47"/>
    <p:sldLayoutId id="2147483737" r:id="rId48"/>
    <p:sldLayoutId id="2147483738" r:id="rId49"/>
    <p:sldLayoutId id="2147483762" r:id="rId50"/>
    <p:sldLayoutId id="2147483763" r:id="rId51"/>
    <p:sldLayoutId id="2147483764" r:id="rId52"/>
    <p:sldLayoutId id="2147483765" r:id="rId53"/>
    <p:sldLayoutId id="2147483733" r:id="rId54"/>
    <p:sldLayoutId id="2147483735" r:id="rId55"/>
    <p:sldLayoutId id="2147483736" r:id="rId56"/>
    <p:sldLayoutId id="2147484128" r:id="rId57"/>
    <p:sldLayoutId id="2147483756" r:id="rId58"/>
    <p:sldLayoutId id="2147483700" r:id="rId59"/>
    <p:sldLayoutId id="2147483755" r:id="rId60"/>
    <p:sldLayoutId id="2147484126" r:id="rId61"/>
    <p:sldLayoutId id="2147484127" r:id="rId62"/>
    <p:sldLayoutId id="2147484129" r:id="rId63"/>
    <p:sldLayoutId id="2147483787" r:id="rId64"/>
    <p:sldLayoutId id="2147484040" r:id="rId65"/>
    <p:sldLayoutId id="2147484104" r:id="rId66"/>
    <p:sldLayoutId id="2147484105" r:id="rId67"/>
    <p:sldLayoutId id="2147484106" r:id="rId68"/>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 userDrawn="1">
          <p15:clr>
            <a:srgbClr val="F26B43"/>
          </p15:clr>
        </p15:guide>
        <p15:guide id="2" pos="608" userDrawn="1">
          <p15:clr>
            <a:srgbClr val="F26B43"/>
          </p15:clr>
        </p15:guide>
        <p15:guide id="3" pos="727" userDrawn="1">
          <p15:clr>
            <a:srgbClr val="F26B43"/>
          </p15:clr>
        </p15:guide>
        <p15:guide id="4" pos="1171" userDrawn="1">
          <p15:clr>
            <a:srgbClr val="F26B43"/>
          </p15:clr>
        </p15:guide>
        <p15:guide id="5" pos="1051" userDrawn="1">
          <p15:clr>
            <a:srgbClr val="F26B43"/>
          </p15:clr>
        </p15:guide>
        <p15:guide id="6" pos="1492" userDrawn="1">
          <p15:clr>
            <a:srgbClr val="F26B43"/>
          </p15:clr>
        </p15:guide>
        <p15:guide id="7" pos="1612" userDrawn="1">
          <p15:clr>
            <a:srgbClr val="F26B43"/>
          </p15:clr>
        </p15:guide>
        <p15:guide id="8" pos="1936" userDrawn="1">
          <p15:clr>
            <a:srgbClr val="F26B43"/>
          </p15:clr>
        </p15:guide>
        <p15:guide id="9" pos="2055" userDrawn="1">
          <p15:clr>
            <a:srgbClr val="F26B43"/>
          </p15:clr>
        </p15:guide>
        <p15:guide id="10" pos="2377" userDrawn="1">
          <p15:clr>
            <a:srgbClr val="F26B43"/>
          </p15:clr>
        </p15:guide>
        <p15:guide id="11" pos="2499" userDrawn="1">
          <p15:clr>
            <a:srgbClr val="F26B43"/>
          </p15:clr>
        </p15:guide>
        <p15:guide id="12" pos="2819" userDrawn="1">
          <p15:clr>
            <a:srgbClr val="F26B43"/>
          </p15:clr>
        </p15:guide>
        <p15:guide id="13" pos="2939" userDrawn="1">
          <p15:clr>
            <a:srgbClr val="F26B43"/>
          </p15:clr>
        </p15:guide>
        <p15:guide id="14" pos="3260" userDrawn="1">
          <p15:clr>
            <a:srgbClr val="F26B43"/>
          </p15:clr>
        </p15:guide>
        <p15:guide id="15" pos="3380" userDrawn="1">
          <p15:clr>
            <a:srgbClr val="F26B43"/>
          </p15:clr>
        </p15:guide>
        <p15:guide id="16" pos="3704" userDrawn="1">
          <p15:clr>
            <a:srgbClr val="F26B43"/>
          </p15:clr>
        </p15:guide>
        <p15:guide id="17" pos="3823" userDrawn="1">
          <p15:clr>
            <a:srgbClr val="F26B43"/>
          </p15:clr>
        </p15:guide>
        <p15:guide id="18" pos="4145" userDrawn="1">
          <p15:clr>
            <a:srgbClr val="F26B43"/>
          </p15:clr>
        </p15:guide>
        <p15:guide id="19" pos="4267" userDrawn="1">
          <p15:clr>
            <a:srgbClr val="F26B43"/>
          </p15:clr>
        </p15:guide>
        <p15:guide id="20" pos="4587" userDrawn="1">
          <p15:clr>
            <a:srgbClr val="F26B43"/>
          </p15:clr>
        </p15:guide>
        <p15:guide id="21" pos="4707" userDrawn="1">
          <p15:clr>
            <a:srgbClr val="F26B43"/>
          </p15:clr>
        </p15:guide>
        <p15:guide id="22" pos="5028" userDrawn="1">
          <p15:clr>
            <a:srgbClr val="F26B43"/>
          </p15:clr>
        </p15:guide>
        <p15:guide id="23" pos="5149" userDrawn="1">
          <p15:clr>
            <a:srgbClr val="F26B43"/>
          </p15:clr>
        </p15:guide>
        <p15:guide id="24" pos="5472" userDrawn="1">
          <p15:clr>
            <a:srgbClr val="F26B43"/>
          </p15:clr>
        </p15:guide>
        <p15:guide id="25" orient="horz" pos="848" userDrawn="1">
          <p15:clr>
            <a:srgbClr val="F26B43"/>
          </p15:clr>
        </p15:guide>
        <p15:guide id="26" orient="horz" pos="3888"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72534" y="185739"/>
            <a:ext cx="11580284" cy="57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372533" y="1125538"/>
            <a:ext cx="11387667"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1030" name="Rectangle 6"/>
          <p:cNvSpPr>
            <a:spLocks noGrp="1" noChangeArrowheads="1"/>
          </p:cNvSpPr>
          <p:nvPr>
            <p:ph type="sldNum" sz="quarter" idx="4"/>
          </p:nvPr>
        </p:nvSpPr>
        <p:spPr bwMode="auto">
          <a:xfrm>
            <a:off x="9347200" y="6591300"/>
            <a:ext cx="28448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000" b="1">
                <a:solidFill>
                  <a:srgbClr val="FBB03F"/>
                </a:solidFill>
                <a:latin typeface="+mn-lt"/>
                <a:cs typeface="+mn-cs"/>
                <a:sym typeface="Trebuchet MS" pitchFamily="34" charset="0"/>
              </a:defRPr>
            </a:lvl1pPr>
          </a:lstStyle>
          <a:p>
            <a:pPr fontAlgn="base">
              <a:spcAft>
                <a:spcPct val="0"/>
              </a:spcAft>
              <a:defRPr/>
            </a:pPr>
            <a:r>
              <a:rPr lang="en-US"/>
              <a:t>| </a:t>
            </a:r>
            <a:fld id="{5EBBE9AB-68E2-449B-869E-5AAA1A4A0C1C}" type="slidenum">
              <a:rPr lang="en-US">
                <a:solidFill>
                  <a:srgbClr val="B2B2B2"/>
                </a:solidFill>
              </a:rPr>
              <a:pPr fontAlgn="base">
                <a:spcAft>
                  <a:spcPct val="0"/>
                </a:spcAft>
                <a:defRPr/>
              </a:pPr>
              <a:t>‹#›</a:t>
            </a:fld>
            <a:endParaRPr lang="en-US">
              <a:solidFill>
                <a:srgbClr val="B2B2B2"/>
              </a:solidFill>
            </a:endParaRPr>
          </a:p>
        </p:txBody>
      </p:sp>
      <p:sp>
        <p:nvSpPr>
          <p:cNvPr id="51207" name="Rectangle 4"/>
          <p:cNvSpPr>
            <a:spLocks/>
          </p:cNvSpPr>
          <p:nvPr/>
        </p:nvSpPr>
        <p:spPr bwMode="auto">
          <a:xfrm>
            <a:off x="120651" y="6675438"/>
            <a:ext cx="4131733" cy="139700"/>
          </a:xfrm>
          <a:prstGeom prst="rect">
            <a:avLst/>
          </a:prstGeom>
          <a:noFill/>
          <a:ln w="12700">
            <a:noFill/>
            <a:miter lim="800000"/>
            <a:headEnd/>
            <a:tailEnd/>
          </a:ln>
        </p:spPr>
        <p:txBody>
          <a:bodyPr lIns="0" tIns="0" rIns="0" bIns="0" anchor="ctr"/>
          <a:lstStyle/>
          <a:p>
            <a:pPr fontAlgn="base">
              <a:spcBef>
                <a:spcPct val="0"/>
              </a:spcBef>
              <a:spcAft>
                <a:spcPct val="0"/>
              </a:spcAft>
              <a:defRPr/>
            </a:pPr>
            <a:r>
              <a:rPr lang="en-US" sz="800" b="1">
                <a:solidFill>
                  <a:srgbClr val="B2B2B2"/>
                </a:solidFill>
                <a:sym typeface="Trebuchet MS" pitchFamily="34" charset="0"/>
              </a:rPr>
              <a:t>© 2015 Axialent, Inc. All Rights Reserved. </a:t>
            </a:r>
          </a:p>
        </p:txBody>
      </p:sp>
    </p:spTree>
    <p:extLst>
      <p:ext uri="{BB962C8B-B14F-4D97-AF65-F5344CB8AC3E}">
        <p14:creationId xmlns:p14="http://schemas.microsoft.com/office/powerpoint/2010/main" val="3117409042"/>
      </p:ext>
    </p:extLst>
  </p:cSld>
  <p:clrMap bg1="lt1" tx1="dk1" bg2="lt2" tx2="dk2" accent1="accent1" accent2="accent2" accent3="accent3" accent4="accent4" accent5="accent5" accent6="accent6" hlink="hlink" folHlink="folHlink"/>
  <p:sldLayoutIdLst>
    <p:sldLayoutId id="2147484131" r:id="rId1"/>
    <p:sldLayoutId id="2147484132" r:id="rId2"/>
    <p:sldLayoutId id="2147484133" r:id="rId3"/>
    <p:sldLayoutId id="2147484134" r:id="rId4"/>
    <p:sldLayoutId id="2147484135" r:id="rId5"/>
    <p:sldLayoutId id="2147484136" r:id="rId6"/>
    <p:sldLayoutId id="2147484137" r:id="rId7"/>
    <p:sldLayoutId id="2147484138" r:id="rId8"/>
    <p:sldLayoutId id="2147484139" r:id="rId9"/>
    <p:sldLayoutId id="2147484140" r:id="rId10"/>
    <p:sldLayoutId id="2147484141" r:id="rId11"/>
    <p:sldLayoutId id="2147484142" r:id="rId12"/>
    <p:sldLayoutId id="2147484143" r:id="rId13"/>
    <p:sldLayoutId id="2147484144" r:id="rId14"/>
  </p:sldLayoutIdLst>
  <p:hf hdr="0" ftr="0" dt="0"/>
  <p:txStyles>
    <p:titleStyle>
      <a:lvl1pPr algn="l" rtl="0" eaLnBrk="0" fontAlgn="base" hangingPunct="0">
        <a:spcBef>
          <a:spcPct val="0"/>
        </a:spcBef>
        <a:spcAft>
          <a:spcPct val="0"/>
        </a:spcAft>
        <a:defRPr sz="2800" b="1">
          <a:solidFill>
            <a:srgbClr val="002D62"/>
          </a:solidFill>
          <a:latin typeface="+mj-lt"/>
          <a:ea typeface="+mj-ea"/>
          <a:cs typeface="+mj-cs"/>
        </a:defRPr>
      </a:lvl1pPr>
      <a:lvl2pPr algn="l" rtl="0" eaLnBrk="0" fontAlgn="base" hangingPunct="0">
        <a:spcBef>
          <a:spcPct val="0"/>
        </a:spcBef>
        <a:spcAft>
          <a:spcPct val="0"/>
        </a:spcAft>
        <a:defRPr sz="2800" b="1">
          <a:solidFill>
            <a:srgbClr val="002D62"/>
          </a:solidFill>
          <a:latin typeface="Arial" charset="0"/>
          <a:cs typeface="Arial" charset="0"/>
        </a:defRPr>
      </a:lvl2pPr>
      <a:lvl3pPr algn="l" rtl="0" eaLnBrk="0" fontAlgn="base" hangingPunct="0">
        <a:spcBef>
          <a:spcPct val="0"/>
        </a:spcBef>
        <a:spcAft>
          <a:spcPct val="0"/>
        </a:spcAft>
        <a:defRPr sz="2800" b="1">
          <a:solidFill>
            <a:srgbClr val="002D62"/>
          </a:solidFill>
          <a:latin typeface="Arial" charset="0"/>
          <a:cs typeface="Arial" charset="0"/>
        </a:defRPr>
      </a:lvl3pPr>
      <a:lvl4pPr algn="l" rtl="0" eaLnBrk="0" fontAlgn="base" hangingPunct="0">
        <a:spcBef>
          <a:spcPct val="0"/>
        </a:spcBef>
        <a:spcAft>
          <a:spcPct val="0"/>
        </a:spcAft>
        <a:defRPr sz="2800" b="1">
          <a:solidFill>
            <a:srgbClr val="002D62"/>
          </a:solidFill>
          <a:latin typeface="Arial" charset="0"/>
          <a:cs typeface="Arial" charset="0"/>
        </a:defRPr>
      </a:lvl4pPr>
      <a:lvl5pPr algn="l" rtl="0" eaLnBrk="0" fontAlgn="base" hangingPunct="0">
        <a:spcBef>
          <a:spcPct val="0"/>
        </a:spcBef>
        <a:spcAft>
          <a:spcPct val="0"/>
        </a:spcAft>
        <a:defRPr sz="2800" b="1">
          <a:solidFill>
            <a:srgbClr val="002D62"/>
          </a:solidFill>
          <a:latin typeface="Arial" charset="0"/>
          <a:cs typeface="Arial" charset="0"/>
        </a:defRPr>
      </a:lvl5pPr>
      <a:lvl6pPr marL="457200" algn="l" rtl="0" eaLnBrk="0" fontAlgn="base" hangingPunct="0">
        <a:spcBef>
          <a:spcPct val="0"/>
        </a:spcBef>
        <a:spcAft>
          <a:spcPct val="0"/>
        </a:spcAft>
        <a:defRPr sz="2800" b="1">
          <a:solidFill>
            <a:srgbClr val="002D62"/>
          </a:solidFill>
          <a:latin typeface="Arial" charset="0"/>
          <a:cs typeface="Arial" charset="0"/>
        </a:defRPr>
      </a:lvl6pPr>
      <a:lvl7pPr marL="914400" algn="l" rtl="0" eaLnBrk="0" fontAlgn="base" hangingPunct="0">
        <a:spcBef>
          <a:spcPct val="0"/>
        </a:spcBef>
        <a:spcAft>
          <a:spcPct val="0"/>
        </a:spcAft>
        <a:defRPr sz="2800" b="1">
          <a:solidFill>
            <a:srgbClr val="002D62"/>
          </a:solidFill>
          <a:latin typeface="Arial" charset="0"/>
          <a:cs typeface="Arial" charset="0"/>
        </a:defRPr>
      </a:lvl7pPr>
      <a:lvl8pPr marL="1371600" algn="l" rtl="0" eaLnBrk="0" fontAlgn="base" hangingPunct="0">
        <a:spcBef>
          <a:spcPct val="0"/>
        </a:spcBef>
        <a:spcAft>
          <a:spcPct val="0"/>
        </a:spcAft>
        <a:defRPr sz="2800" b="1">
          <a:solidFill>
            <a:srgbClr val="002D62"/>
          </a:solidFill>
          <a:latin typeface="Arial" charset="0"/>
          <a:cs typeface="Arial" charset="0"/>
        </a:defRPr>
      </a:lvl8pPr>
      <a:lvl9pPr marL="1828800" algn="l" rtl="0" eaLnBrk="0" fontAlgn="base" hangingPunct="0">
        <a:spcBef>
          <a:spcPct val="0"/>
        </a:spcBef>
        <a:spcAft>
          <a:spcPct val="0"/>
        </a:spcAft>
        <a:defRPr sz="2800" b="1">
          <a:solidFill>
            <a:srgbClr val="002D62"/>
          </a:solidFill>
          <a:latin typeface="Arial" charset="0"/>
          <a:cs typeface="Arial" charset="0"/>
        </a:defRPr>
      </a:lvl9pPr>
    </p:titleStyle>
    <p:bodyStyle>
      <a:lvl1pPr marL="231775" indent="-231775" algn="l" rtl="0" eaLnBrk="0" fontAlgn="base" hangingPunct="0">
        <a:spcBef>
          <a:spcPct val="60000"/>
        </a:spcBef>
        <a:spcAft>
          <a:spcPct val="0"/>
        </a:spcAft>
        <a:buClr>
          <a:schemeClr val="accent2"/>
        </a:buClr>
        <a:buChar char="•"/>
        <a:defRPr b="1">
          <a:solidFill>
            <a:srgbClr val="002D62"/>
          </a:solidFill>
          <a:latin typeface="+mn-lt"/>
          <a:ea typeface="+mn-ea"/>
          <a:cs typeface="+mn-cs"/>
        </a:defRPr>
      </a:lvl1pPr>
      <a:lvl2pPr marL="566738" indent="-220663" algn="l" rtl="0" eaLnBrk="0" fontAlgn="base" hangingPunct="0">
        <a:spcBef>
          <a:spcPct val="60000"/>
        </a:spcBef>
        <a:spcAft>
          <a:spcPct val="0"/>
        </a:spcAft>
        <a:buClr>
          <a:srgbClr val="A6A6A6"/>
        </a:buClr>
        <a:buFont typeface="Verdana" pitchFamily="34" charset="0"/>
        <a:buChar char="›"/>
        <a:defRPr sz="1600" b="1">
          <a:solidFill>
            <a:srgbClr val="002D62"/>
          </a:solidFill>
          <a:latin typeface="+mn-lt"/>
          <a:cs typeface="+mn-cs"/>
        </a:defRPr>
      </a:lvl2pPr>
      <a:lvl3pPr marL="914400" indent="-233363" algn="l" rtl="0" eaLnBrk="0" fontAlgn="base" hangingPunct="0">
        <a:spcBef>
          <a:spcPct val="60000"/>
        </a:spcBef>
        <a:spcAft>
          <a:spcPct val="0"/>
        </a:spcAft>
        <a:buClr>
          <a:srgbClr val="A6A6A6"/>
        </a:buClr>
        <a:buFont typeface="Arial" charset="0"/>
        <a:buChar char="-"/>
        <a:defRPr sz="1400" b="1">
          <a:solidFill>
            <a:srgbClr val="002D62"/>
          </a:solidFill>
          <a:latin typeface="+mn-lt"/>
          <a:cs typeface="+mn-cs"/>
        </a:defRPr>
      </a:lvl3pPr>
      <a:lvl4pPr marL="1600200" indent="-228600" algn="l" rtl="0" eaLnBrk="0" fontAlgn="base" hangingPunct="0">
        <a:spcBef>
          <a:spcPct val="20000"/>
        </a:spcBef>
        <a:spcAft>
          <a:spcPct val="0"/>
        </a:spcAft>
        <a:buChar char="–"/>
        <a:defRPr sz="1400">
          <a:solidFill>
            <a:srgbClr val="002D62"/>
          </a:solidFill>
          <a:latin typeface="+mn-lt"/>
          <a:cs typeface="+mn-cs"/>
        </a:defRPr>
      </a:lvl4pPr>
      <a:lvl5pPr marL="2057400" indent="-228600" algn="l" rtl="0" eaLnBrk="0" fontAlgn="base" hangingPunct="0">
        <a:spcBef>
          <a:spcPct val="20000"/>
        </a:spcBef>
        <a:spcAft>
          <a:spcPct val="0"/>
        </a:spcAft>
        <a:buChar char="»"/>
        <a:defRPr sz="1400">
          <a:solidFill>
            <a:srgbClr val="002D62"/>
          </a:solidFill>
          <a:latin typeface="+mn-lt"/>
          <a:cs typeface="+mn-cs"/>
        </a:defRPr>
      </a:lvl5pPr>
      <a:lvl6pPr marL="2514600" indent="-228600" algn="l" rtl="0" eaLnBrk="0" fontAlgn="base" hangingPunct="0">
        <a:spcBef>
          <a:spcPct val="20000"/>
        </a:spcBef>
        <a:spcAft>
          <a:spcPct val="0"/>
        </a:spcAft>
        <a:buChar char="»"/>
        <a:defRPr sz="1400">
          <a:solidFill>
            <a:srgbClr val="002D62"/>
          </a:solidFill>
          <a:latin typeface="+mn-lt"/>
          <a:cs typeface="+mn-cs"/>
        </a:defRPr>
      </a:lvl6pPr>
      <a:lvl7pPr marL="2971800" indent="-228600" algn="l" rtl="0" eaLnBrk="0" fontAlgn="base" hangingPunct="0">
        <a:spcBef>
          <a:spcPct val="20000"/>
        </a:spcBef>
        <a:spcAft>
          <a:spcPct val="0"/>
        </a:spcAft>
        <a:buChar char="»"/>
        <a:defRPr sz="1400">
          <a:solidFill>
            <a:srgbClr val="002D62"/>
          </a:solidFill>
          <a:latin typeface="+mn-lt"/>
          <a:cs typeface="+mn-cs"/>
        </a:defRPr>
      </a:lvl7pPr>
      <a:lvl8pPr marL="3429000" indent="-228600" algn="l" rtl="0" eaLnBrk="0" fontAlgn="base" hangingPunct="0">
        <a:spcBef>
          <a:spcPct val="20000"/>
        </a:spcBef>
        <a:spcAft>
          <a:spcPct val="0"/>
        </a:spcAft>
        <a:buChar char="»"/>
        <a:defRPr sz="1400">
          <a:solidFill>
            <a:srgbClr val="002D62"/>
          </a:solidFill>
          <a:latin typeface="+mn-lt"/>
          <a:cs typeface="+mn-cs"/>
        </a:defRPr>
      </a:lvl8pPr>
      <a:lvl9pPr marL="3886200" indent="-228600" algn="l" rtl="0" eaLnBrk="0" fontAlgn="base" hangingPunct="0">
        <a:spcBef>
          <a:spcPct val="20000"/>
        </a:spcBef>
        <a:spcAft>
          <a:spcPct val="0"/>
        </a:spcAft>
        <a:buChar char="»"/>
        <a:defRPr sz="1400">
          <a:solidFill>
            <a:srgbClr val="002D6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5.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5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6.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56.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5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8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8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8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8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8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8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8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6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8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ES"/>
          </a:p>
        </p:txBody>
      </p:sp>
      <p:sp>
        <p:nvSpPr>
          <p:cNvPr id="3" name="Subtítulo 2"/>
          <p:cNvSpPr>
            <a:spLocks noGrp="1"/>
          </p:cNvSpPr>
          <p:nvPr>
            <p:ph type="subTitle" idx="1"/>
          </p:nvPr>
        </p:nvSpPr>
        <p:spPr/>
        <p:txBody>
          <a:bodyPr/>
          <a:lstStyle/>
          <a:p>
            <a:endParaRPr lang="es-ES"/>
          </a:p>
        </p:txBody>
      </p:sp>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AE290-E4D7-2D4B-8B10-F7A19B9A32C1}"/>
              </a:ext>
            </a:extLst>
          </p:cNvPr>
          <p:cNvSpPr>
            <a:spLocks noGrp="1"/>
          </p:cNvSpPr>
          <p:nvPr>
            <p:ph type="title"/>
          </p:nvPr>
        </p:nvSpPr>
        <p:spPr>
          <a:xfrm>
            <a:off x="812800" y="3200934"/>
            <a:ext cx="10566400" cy="276999"/>
          </a:xfrm>
        </p:spPr>
        <p:txBody>
          <a:bodyPr wrap="square" lIns="91440" tIns="0" rIns="91440" bIns="0" anchor="b" anchorCtr="1">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en-US">
                <a:solidFill>
                  <a:schemeClr val="bg1"/>
                </a:solidFill>
              </a:rPr>
              <a:t>OUR PHILOSOPHY &amp; FRAMEWORK</a:t>
            </a:r>
          </a:p>
        </p:txBody>
      </p:sp>
    </p:spTree>
    <p:extLst>
      <p:ext uri="{BB962C8B-B14F-4D97-AF65-F5344CB8AC3E}">
        <p14:creationId xmlns:p14="http://schemas.microsoft.com/office/powerpoint/2010/main" val="1760356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número de diapositiva"/>
          <p:cNvSpPr>
            <a:spLocks noGrp="1"/>
          </p:cNvSpPr>
          <p:nvPr>
            <p:ph type="sldNum" sz="quarter" idx="10"/>
          </p:nvPr>
        </p:nvSpPr>
        <p:spPr/>
        <p:txBody>
          <a:bodyPr/>
          <a:lstStyle/>
          <a:p>
            <a:pPr>
              <a:defRPr/>
            </a:pPr>
            <a:r>
              <a:rPr lang="en-US"/>
              <a:t>| </a:t>
            </a:r>
            <a:fld id="{587DB966-DF72-40EC-9EF6-A72F8261C51A}" type="slidenum">
              <a:rPr lang="en-US">
                <a:solidFill>
                  <a:srgbClr val="B2B2B2"/>
                </a:solidFill>
              </a:rPr>
              <a:pPr>
                <a:defRPr/>
              </a:pPr>
              <a:t>3</a:t>
            </a:fld>
            <a:endParaRPr lang="en-US">
              <a:solidFill>
                <a:srgbClr val="B2B2B2"/>
              </a:solidFill>
            </a:endParaRPr>
          </a:p>
        </p:txBody>
      </p:sp>
      <p:sp>
        <p:nvSpPr>
          <p:cNvPr id="47107" name="Rectangle 2"/>
          <p:cNvSpPr>
            <a:spLocks noGrp="1" noChangeArrowheads="1"/>
          </p:cNvSpPr>
          <p:nvPr>
            <p:ph type="title"/>
          </p:nvPr>
        </p:nvSpPr>
        <p:spPr/>
        <p:txBody>
          <a:bodyPr/>
          <a:lstStyle/>
          <a:p>
            <a:r>
              <a:rPr lang="en-US" altLang="en-US"/>
              <a:t>high performing teams - habit forming!</a:t>
            </a:r>
          </a:p>
        </p:txBody>
      </p:sp>
      <p:sp>
        <p:nvSpPr>
          <p:cNvPr id="47108" name="TextBox 5"/>
          <p:cNvSpPr txBox="1">
            <a:spLocks noChangeArrowheads="1"/>
          </p:cNvSpPr>
          <p:nvPr/>
        </p:nvSpPr>
        <p:spPr bwMode="auto">
          <a:xfrm>
            <a:off x="1647106" y="1999986"/>
            <a:ext cx="4448894" cy="337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itchFamily="34" charset="0"/>
                <a:cs typeface="Arial" pitchFamily="34" charset="0"/>
              </a:defRPr>
            </a:lvl1pPr>
            <a:lvl2pPr marL="742950" indent="-285750">
              <a:defRPr b="1">
                <a:solidFill>
                  <a:schemeClr val="tx1"/>
                </a:solidFill>
                <a:latin typeface="Arial" pitchFamily="34" charset="0"/>
                <a:cs typeface="Arial" pitchFamily="34" charset="0"/>
              </a:defRPr>
            </a:lvl2pPr>
            <a:lvl3pPr marL="1143000" indent="-228600">
              <a:defRPr b="1">
                <a:solidFill>
                  <a:schemeClr val="tx1"/>
                </a:solidFill>
                <a:latin typeface="Arial" pitchFamily="34" charset="0"/>
                <a:cs typeface="Arial" pitchFamily="34" charset="0"/>
              </a:defRPr>
            </a:lvl3pPr>
            <a:lvl4pPr marL="1600200" indent="-228600">
              <a:defRPr b="1">
                <a:solidFill>
                  <a:schemeClr val="tx1"/>
                </a:solidFill>
                <a:latin typeface="Arial" pitchFamily="34" charset="0"/>
                <a:cs typeface="Arial" pitchFamily="34" charset="0"/>
              </a:defRPr>
            </a:lvl4pPr>
            <a:lvl5pPr marL="2057400" indent="-228600">
              <a:defRPr b="1">
                <a:solidFill>
                  <a:schemeClr val="tx1"/>
                </a:solidFill>
                <a:latin typeface="Arial" pitchFamily="34" charset="0"/>
                <a:cs typeface="Arial" pitchFamily="34" charset="0"/>
              </a:defRPr>
            </a:lvl5pPr>
            <a:lvl6pPr marL="2514600" indent="-228600" eaLnBrk="0" fontAlgn="base" hangingPunct="0">
              <a:spcBef>
                <a:spcPct val="50000"/>
              </a:spcBef>
              <a:spcAft>
                <a:spcPct val="0"/>
              </a:spcAft>
              <a:defRPr b="1">
                <a:solidFill>
                  <a:schemeClr val="tx1"/>
                </a:solidFill>
                <a:latin typeface="Arial" pitchFamily="34" charset="0"/>
                <a:cs typeface="Arial" pitchFamily="34" charset="0"/>
              </a:defRPr>
            </a:lvl6pPr>
            <a:lvl7pPr marL="2971800" indent="-228600" eaLnBrk="0" fontAlgn="base" hangingPunct="0">
              <a:spcBef>
                <a:spcPct val="50000"/>
              </a:spcBef>
              <a:spcAft>
                <a:spcPct val="0"/>
              </a:spcAft>
              <a:defRPr b="1">
                <a:solidFill>
                  <a:schemeClr val="tx1"/>
                </a:solidFill>
                <a:latin typeface="Arial" pitchFamily="34" charset="0"/>
                <a:cs typeface="Arial" pitchFamily="34" charset="0"/>
              </a:defRPr>
            </a:lvl7pPr>
            <a:lvl8pPr marL="3429000" indent="-228600" eaLnBrk="0" fontAlgn="base" hangingPunct="0">
              <a:spcBef>
                <a:spcPct val="50000"/>
              </a:spcBef>
              <a:spcAft>
                <a:spcPct val="0"/>
              </a:spcAft>
              <a:defRPr b="1">
                <a:solidFill>
                  <a:schemeClr val="tx1"/>
                </a:solidFill>
                <a:latin typeface="Arial" pitchFamily="34" charset="0"/>
                <a:cs typeface="Arial" pitchFamily="34" charset="0"/>
              </a:defRPr>
            </a:lvl8pPr>
            <a:lvl9pPr marL="3886200" indent="-228600" eaLnBrk="0" fontAlgn="base" hangingPunct="0">
              <a:spcBef>
                <a:spcPct val="50000"/>
              </a:spcBef>
              <a:spcAft>
                <a:spcPct val="0"/>
              </a:spcAft>
              <a:defRPr b="1">
                <a:solidFill>
                  <a:schemeClr val="tx1"/>
                </a:solidFill>
                <a:latin typeface="Arial" pitchFamily="34" charset="0"/>
                <a:cs typeface="Arial" pitchFamily="34" charset="0"/>
              </a:defRPr>
            </a:lvl9pPr>
          </a:lstStyle>
          <a:p>
            <a:pPr algn="r" eaLnBrk="1" hangingPunct="1">
              <a:lnSpc>
                <a:spcPct val="130000"/>
              </a:lnSpc>
              <a:spcBef>
                <a:spcPct val="0"/>
              </a:spcBef>
            </a:pPr>
            <a:r>
              <a:rPr lang="en-US" altLang="en-US" sz="2800"/>
              <a:t>“We are what we repeatedly do. Excellence, then, is not an act, but a habit.”</a:t>
            </a:r>
          </a:p>
          <a:p>
            <a:pPr algn="r" eaLnBrk="1" hangingPunct="1">
              <a:lnSpc>
                <a:spcPct val="130000"/>
              </a:lnSpc>
              <a:spcBef>
                <a:spcPct val="0"/>
              </a:spcBef>
            </a:pPr>
            <a:endParaRPr lang="en-US" altLang="en-US" sz="2800"/>
          </a:p>
          <a:p>
            <a:pPr algn="r" eaLnBrk="1" hangingPunct="1">
              <a:lnSpc>
                <a:spcPct val="130000"/>
              </a:lnSpc>
              <a:spcBef>
                <a:spcPct val="0"/>
              </a:spcBef>
            </a:pPr>
            <a:r>
              <a:rPr lang="en-US" altLang="en-US" sz="2400"/>
              <a:t>Aristotle </a:t>
            </a:r>
          </a:p>
        </p:txBody>
      </p:sp>
      <p:pic>
        <p:nvPicPr>
          <p:cNvPr id="2050" name="Picture 2" descr="https://upload.wikimedia.org/wikipedia/commons/3/35/Aristotle_Bust_White_Background_Transparen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4454" y="1271588"/>
            <a:ext cx="4083546" cy="5586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8784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ltLang="es-AR"/>
              <a:t>DEFINITION OF A TEAM</a:t>
            </a:r>
            <a:endParaRPr lang="en-US"/>
          </a:p>
        </p:txBody>
      </p:sp>
      <p:sp>
        <p:nvSpPr>
          <p:cNvPr id="7" name="Content Placeholder 2"/>
          <p:cNvSpPr>
            <a:spLocks noGrp="1"/>
          </p:cNvSpPr>
          <p:nvPr>
            <p:ph sz="quarter" idx="10"/>
          </p:nvPr>
        </p:nvSpPr>
        <p:spPr>
          <a:xfrm>
            <a:off x="812800" y="1524000"/>
            <a:ext cx="10566400" cy="4669537"/>
          </a:xfr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lvl="1" algn="ctr">
              <a:buFont typeface="Arial"/>
              <a:buNone/>
            </a:pPr>
            <a:r>
              <a:rPr lang="en-US" sz="3200" b="0" i="0" dirty="0">
                <a:solidFill>
                  <a:srgbClr val="202124"/>
                </a:solidFill>
                <a:effectLst/>
              </a:rPr>
              <a:t>“a </a:t>
            </a:r>
            <a:r>
              <a:rPr lang="en-US" sz="3200" b="1" i="0" dirty="0">
                <a:solidFill>
                  <a:srgbClr val="202124"/>
                </a:solidFill>
                <a:effectLst/>
              </a:rPr>
              <a:t>team</a:t>
            </a:r>
            <a:r>
              <a:rPr lang="en-US" sz="3200" b="0" i="0" dirty="0">
                <a:solidFill>
                  <a:srgbClr val="202124"/>
                </a:solidFill>
                <a:effectLst/>
              </a:rPr>
              <a:t> is a small number of people with complementary skills who are committed to a common purpose, performance goals and approach for which they hold themselves mutually accountable.”</a:t>
            </a:r>
          </a:p>
          <a:p>
            <a:pPr marL="457188" lvl="2" algn="r">
              <a:buNone/>
            </a:pPr>
            <a:r>
              <a:rPr lang="en-US" altLang="es-AR" sz="3200" dirty="0">
                <a:solidFill>
                  <a:srgbClr val="202124"/>
                </a:solidFill>
              </a:rPr>
              <a:t>		Katzenbach &amp; Smith</a:t>
            </a:r>
          </a:p>
          <a:p>
            <a:pPr marL="457188" lvl="2" algn="r">
              <a:buNone/>
            </a:pPr>
            <a:r>
              <a:rPr lang="en-US" altLang="es-AR" sz="1867" dirty="0">
                <a:solidFill>
                  <a:srgbClr val="202124"/>
                </a:solidFill>
              </a:rPr>
              <a:t>The wisdom of teams</a:t>
            </a:r>
            <a:endParaRPr lang="en-US" altLang="es-AR" sz="1867" dirty="0"/>
          </a:p>
        </p:txBody>
      </p:sp>
    </p:spTree>
    <p:extLst>
      <p:ext uri="{BB962C8B-B14F-4D97-AF65-F5344CB8AC3E}">
        <p14:creationId xmlns:p14="http://schemas.microsoft.com/office/powerpoint/2010/main" val="945210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7"/>
          <p:cNvSpPr/>
          <p:nvPr/>
        </p:nvSpPr>
        <p:spPr>
          <a:xfrm>
            <a:off x="5709037" y="2414019"/>
            <a:ext cx="2694432" cy="2694432"/>
          </a:xfrm>
          <a:prstGeom prst="ellipse">
            <a:avLst/>
          </a:prstGeom>
          <a:noFill/>
          <a:ln w="25400">
            <a:solidFill>
              <a:schemeClr val="tx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914423"/>
            <a:endParaRPr lang="en-US" sz="1867">
              <a:solidFill>
                <a:prstClr val="white"/>
              </a:solidFill>
              <a:latin typeface="Century Gothic" charset="0"/>
              <a:ea typeface="Century Gothic" charset="0"/>
              <a:cs typeface="Century Gothic" charset="0"/>
            </a:endParaRPr>
          </a:p>
        </p:txBody>
      </p:sp>
      <p:sp>
        <p:nvSpPr>
          <p:cNvPr id="2" name="Oval 1"/>
          <p:cNvSpPr/>
          <p:nvPr/>
        </p:nvSpPr>
        <p:spPr>
          <a:xfrm>
            <a:off x="5934589" y="1797461"/>
            <a:ext cx="1584960" cy="1584960"/>
          </a:xfrm>
          <a:prstGeom prst="ellipse">
            <a:avLst/>
          </a:prstGeom>
          <a:solidFill>
            <a:srgbClr val="FBB03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914423"/>
            <a:endParaRPr lang="en-US" sz="1867">
              <a:solidFill>
                <a:prstClr val="white"/>
              </a:solidFill>
              <a:latin typeface="Century Gothic" charset="0"/>
              <a:ea typeface="Century Gothic" charset="0"/>
              <a:cs typeface="Century Gothic" charset="0"/>
            </a:endParaRPr>
          </a:p>
        </p:txBody>
      </p:sp>
      <p:sp>
        <p:nvSpPr>
          <p:cNvPr id="3" name="Oval 2"/>
          <p:cNvSpPr/>
          <p:nvPr/>
        </p:nvSpPr>
        <p:spPr>
          <a:xfrm>
            <a:off x="5934589" y="4164000"/>
            <a:ext cx="1584960" cy="1584960"/>
          </a:xfrm>
          <a:prstGeom prst="ellipse">
            <a:avLst/>
          </a:prstGeom>
          <a:solidFill>
            <a:srgbClr val="FBB03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914423"/>
            <a:endParaRPr lang="en-US" sz="1867">
              <a:solidFill>
                <a:prstClr val="white"/>
              </a:solidFill>
              <a:latin typeface="Century Gothic" charset="0"/>
              <a:ea typeface="Century Gothic" charset="0"/>
              <a:cs typeface="Century Gothic" charset="0"/>
            </a:endParaRPr>
          </a:p>
        </p:txBody>
      </p:sp>
      <p:sp>
        <p:nvSpPr>
          <p:cNvPr id="4" name="Oval 3"/>
          <p:cNvSpPr/>
          <p:nvPr/>
        </p:nvSpPr>
        <p:spPr>
          <a:xfrm>
            <a:off x="7610989" y="2968755"/>
            <a:ext cx="1584960" cy="1584960"/>
          </a:xfrm>
          <a:prstGeom prst="ellipse">
            <a:avLst/>
          </a:prstGeom>
          <a:solidFill>
            <a:srgbClr val="FBB03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914423"/>
            <a:endParaRPr lang="en-US" sz="1867">
              <a:solidFill>
                <a:prstClr val="white"/>
              </a:solidFill>
              <a:latin typeface="Century Gothic" charset="0"/>
              <a:ea typeface="Century Gothic" charset="0"/>
              <a:cs typeface="Century Gothic" charset="0"/>
            </a:endParaRPr>
          </a:p>
        </p:txBody>
      </p:sp>
      <p:sp>
        <p:nvSpPr>
          <p:cNvPr id="9" name="TextBox 8"/>
          <p:cNvSpPr txBox="1"/>
          <p:nvPr/>
        </p:nvSpPr>
        <p:spPr>
          <a:xfrm>
            <a:off x="5934589" y="4711800"/>
            <a:ext cx="1584960" cy="490561"/>
          </a:xfrm>
          <a:prstGeom prst="rect">
            <a:avLst/>
          </a:prstGeom>
          <a:noFill/>
        </p:spPr>
        <p:txBody>
          <a:bodyPr wrap="square" lIns="121920" tIns="0" rIns="121920" bIns="0"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914423">
              <a:lnSpc>
                <a:spcPts val="2000"/>
              </a:lnSpc>
            </a:pPr>
            <a:r>
              <a:rPr lang="en-US" sz="2133" b="1">
                <a:solidFill>
                  <a:prstClr val="black"/>
                </a:solidFill>
                <a:latin typeface="Century Gothic" charset="0"/>
                <a:ea typeface="Century Gothic" charset="0"/>
                <a:cs typeface="Century Gothic" charset="0"/>
              </a:rPr>
              <a:t>I</a:t>
            </a:r>
            <a:endParaRPr lang="en-US" sz="2133">
              <a:solidFill>
                <a:prstClr val="white"/>
              </a:solidFill>
              <a:latin typeface="Century Gothic" charset="0"/>
              <a:ea typeface="Century Gothic" charset="0"/>
              <a:cs typeface="Century Gothic" charset="0"/>
            </a:endParaRPr>
          </a:p>
          <a:p>
            <a:pPr algn="ctr" defTabSz="914423">
              <a:lnSpc>
                <a:spcPts val="2000"/>
              </a:lnSpc>
            </a:pPr>
            <a:r>
              <a:rPr lang="en-US" sz="1467">
                <a:solidFill>
                  <a:prstClr val="white"/>
                </a:solidFill>
                <a:latin typeface="Century Gothic" charset="0"/>
                <a:ea typeface="Century Gothic" charset="0"/>
                <a:cs typeface="Century Gothic" charset="0"/>
              </a:rPr>
              <a:t>Individual </a:t>
            </a:r>
          </a:p>
        </p:txBody>
      </p:sp>
      <p:sp>
        <p:nvSpPr>
          <p:cNvPr id="10" name="TextBox 9"/>
          <p:cNvSpPr txBox="1"/>
          <p:nvPr/>
        </p:nvSpPr>
        <p:spPr>
          <a:xfrm>
            <a:off x="5934589" y="2345260"/>
            <a:ext cx="1584960" cy="490561"/>
          </a:xfrm>
          <a:prstGeom prst="rect">
            <a:avLst/>
          </a:prstGeom>
          <a:noFill/>
        </p:spPr>
        <p:txBody>
          <a:bodyPr wrap="square" lIns="121920" tIns="0" rIns="121920" bIns="0"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914423">
              <a:lnSpc>
                <a:spcPts val="2000"/>
              </a:lnSpc>
            </a:pPr>
            <a:r>
              <a:rPr lang="en-US" sz="2133" b="1">
                <a:solidFill>
                  <a:prstClr val="black"/>
                </a:solidFill>
                <a:latin typeface="Century Gothic" charset="0"/>
                <a:ea typeface="Century Gothic" charset="0"/>
                <a:cs typeface="Century Gothic" charset="0"/>
              </a:rPr>
              <a:t>IT</a:t>
            </a:r>
          </a:p>
          <a:p>
            <a:pPr algn="ctr" defTabSz="914423">
              <a:lnSpc>
                <a:spcPts val="2000"/>
              </a:lnSpc>
            </a:pPr>
            <a:r>
              <a:rPr lang="en-US" sz="1467">
                <a:solidFill>
                  <a:prstClr val="white"/>
                </a:solidFill>
                <a:latin typeface="Century Gothic" charset="0"/>
                <a:ea typeface="Century Gothic" charset="0"/>
                <a:cs typeface="Century Gothic" charset="0"/>
              </a:rPr>
              <a:t>Task</a:t>
            </a:r>
          </a:p>
        </p:txBody>
      </p:sp>
      <p:sp>
        <p:nvSpPr>
          <p:cNvPr id="11" name="TextBox 10"/>
          <p:cNvSpPr txBox="1"/>
          <p:nvPr/>
        </p:nvSpPr>
        <p:spPr>
          <a:xfrm>
            <a:off x="7610989" y="3516553"/>
            <a:ext cx="1584960" cy="490561"/>
          </a:xfrm>
          <a:prstGeom prst="rect">
            <a:avLst/>
          </a:prstGeom>
          <a:noFill/>
        </p:spPr>
        <p:txBody>
          <a:bodyPr wrap="square" lIns="121920" tIns="0" rIns="121920" bIns="0"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914423">
              <a:lnSpc>
                <a:spcPts val="2000"/>
              </a:lnSpc>
            </a:pPr>
            <a:r>
              <a:rPr lang="en-US" sz="2133" b="1">
                <a:solidFill>
                  <a:prstClr val="black"/>
                </a:solidFill>
                <a:latin typeface="Century Gothic" charset="0"/>
                <a:ea typeface="Century Gothic" charset="0"/>
                <a:cs typeface="Century Gothic" charset="0"/>
              </a:rPr>
              <a:t>We</a:t>
            </a:r>
            <a:r>
              <a:rPr lang="en-US" sz="1467" b="1">
                <a:solidFill>
                  <a:prstClr val="black"/>
                </a:solidFill>
                <a:latin typeface="Century Gothic" charset="0"/>
                <a:ea typeface="Century Gothic" charset="0"/>
                <a:cs typeface="Century Gothic" charset="0"/>
              </a:rPr>
              <a:t> </a:t>
            </a:r>
            <a:r>
              <a:rPr lang="en-US" sz="1467">
                <a:solidFill>
                  <a:prstClr val="white"/>
                </a:solidFill>
                <a:latin typeface="Century Gothic" charset="0"/>
                <a:ea typeface="Century Gothic" charset="0"/>
                <a:cs typeface="Century Gothic" charset="0"/>
              </a:rPr>
              <a:t>Interpersonal</a:t>
            </a:r>
          </a:p>
        </p:txBody>
      </p:sp>
      <p:sp>
        <p:nvSpPr>
          <p:cNvPr id="12" name="TextBox 11"/>
          <p:cNvSpPr txBox="1"/>
          <p:nvPr/>
        </p:nvSpPr>
        <p:spPr>
          <a:xfrm>
            <a:off x="1157577" y="1911096"/>
            <a:ext cx="3209831" cy="2462213"/>
          </a:xfrm>
          <a:prstGeom prst="rect">
            <a:avLst/>
          </a:prstGeom>
          <a:noFill/>
        </p:spPr>
        <p:txBody>
          <a:bodyPr wrap="square" lIns="121920" tIns="0" rIns="12192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23"/>
            <a:r>
              <a:rPr lang="en-US" sz="1600">
                <a:solidFill>
                  <a:prstClr val="black"/>
                </a:solidFill>
                <a:latin typeface="Century Gothic"/>
                <a:ea typeface="Century Gothic" charset="0"/>
                <a:cs typeface="Arial"/>
              </a:rPr>
              <a:t>We believe conscious high-performing teams understand that</a:t>
            </a:r>
            <a:r>
              <a:rPr lang="en-US" sz="1600" b="1">
                <a:solidFill>
                  <a:prstClr val="black"/>
                </a:solidFill>
                <a:latin typeface="Century Gothic"/>
                <a:ea typeface="Century Gothic" charset="0"/>
                <a:cs typeface="Arial"/>
              </a:rPr>
              <a:t> exceptional sustainable results</a:t>
            </a:r>
            <a:r>
              <a:rPr lang="en-US" sz="1600">
                <a:solidFill>
                  <a:prstClr val="black"/>
                </a:solidFill>
                <a:latin typeface="Century Gothic"/>
                <a:ea typeface="Century Gothic" charset="0"/>
                <a:cs typeface="Arial"/>
              </a:rPr>
              <a:t> come from integrating three </a:t>
            </a:r>
            <a:r>
              <a:rPr lang="en-US" sz="1600" err="1">
                <a:solidFill>
                  <a:prstClr val="black"/>
                </a:solidFill>
                <a:latin typeface="Century Gothic"/>
                <a:ea typeface="Century Gothic" charset="0"/>
                <a:cs typeface="Arial"/>
              </a:rPr>
              <a:t>criticaldimensions</a:t>
            </a:r>
            <a:r>
              <a:rPr lang="en-US" sz="1600">
                <a:solidFill>
                  <a:prstClr val="black"/>
                </a:solidFill>
                <a:latin typeface="Century Gothic"/>
                <a:ea typeface="Century Gothic" charset="0"/>
                <a:cs typeface="Arial"/>
              </a:rPr>
              <a:t>: IT (task), WE (relationships) and I (self). </a:t>
            </a:r>
          </a:p>
          <a:p>
            <a:pPr defTabSz="914423"/>
            <a:endParaRPr lang="en-US" sz="1600">
              <a:solidFill>
                <a:prstClr val="black"/>
              </a:solidFill>
              <a:latin typeface="Century Gothic"/>
            </a:endParaRPr>
          </a:p>
          <a:p>
            <a:pPr defTabSz="914423"/>
            <a:endParaRPr lang="en-US" sz="1600">
              <a:solidFill>
                <a:prstClr val="black"/>
              </a:solidFill>
              <a:latin typeface="Century Gothic" charset="0"/>
              <a:ea typeface="Century Gothic" charset="0"/>
              <a:cs typeface="Century Gothic" charset="0"/>
            </a:endParaRPr>
          </a:p>
          <a:p>
            <a:pPr defTabSz="914423"/>
            <a:endParaRPr lang="en-US" sz="1600">
              <a:solidFill>
                <a:prstClr val="black"/>
              </a:solidFill>
              <a:latin typeface="Century Gothic" charset="0"/>
              <a:ea typeface="Century Gothic" charset="0"/>
              <a:cs typeface="Century Gothic" charset="0"/>
            </a:endParaRPr>
          </a:p>
        </p:txBody>
      </p:sp>
      <p:sp>
        <p:nvSpPr>
          <p:cNvPr id="13" name="TextBox 12"/>
          <p:cNvSpPr txBox="1"/>
          <p:nvPr/>
        </p:nvSpPr>
        <p:spPr>
          <a:xfrm>
            <a:off x="7610946" y="1582636"/>
            <a:ext cx="3481124" cy="1077218"/>
          </a:xfrm>
          <a:prstGeom prst="rect">
            <a:avLst/>
          </a:prstGeom>
          <a:noFill/>
        </p:spPr>
        <p:txBody>
          <a:bodyPr wrap="square" lIns="121920" tIns="0" rIns="121920" bIns="0"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11" indent="-228611" defTabSz="914423">
              <a:spcAft>
                <a:spcPts val="400"/>
              </a:spcAft>
              <a:buFont typeface="Arial" panose="020B0604020202020204" pitchFamily="34" charset="0"/>
              <a:buChar char="•"/>
            </a:pPr>
            <a:r>
              <a:rPr lang="en-US" sz="1333">
                <a:solidFill>
                  <a:prstClr val="black"/>
                </a:solidFill>
                <a:latin typeface="Century Gothic" charset="0"/>
                <a:ea typeface="Century Gothic" charset="0"/>
                <a:cs typeface="Century Gothic" charset="0"/>
              </a:rPr>
              <a:t>They consistently achieve exceptional results that </a:t>
            </a:r>
            <a:r>
              <a:rPr lang="en-US" sz="1333" b="1">
                <a:solidFill>
                  <a:prstClr val="black"/>
                </a:solidFill>
                <a:latin typeface="Century Gothic" charset="0"/>
                <a:ea typeface="Century Gothic" charset="0"/>
                <a:cs typeface="Century Gothic" charset="0"/>
              </a:rPr>
              <a:t>exceed individual performance</a:t>
            </a:r>
            <a:r>
              <a:rPr lang="en-US" sz="1333">
                <a:solidFill>
                  <a:prstClr val="black"/>
                </a:solidFill>
                <a:latin typeface="Century Gothic" charset="0"/>
                <a:ea typeface="Century Gothic" charset="0"/>
                <a:cs typeface="Century Gothic" charset="0"/>
              </a:rPr>
              <a:t>.</a:t>
            </a:r>
          </a:p>
          <a:p>
            <a:pPr marL="228611" indent="-228611" defTabSz="914423">
              <a:spcAft>
                <a:spcPts val="400"/>
              </a:spcAft>
              <a:buFont typeface="Arial" panose="020B0604020202020204" pitchFamily="34" charset="0"/>
              <a:buChar char="•"/>
            </a:pPr>
            <a:r>
              <a:rPr lang="en-US" sz="1333">
                <a:solidFill>
                  <a:prstClr val="black"/>
                </a:solidFill>
                <a:latin typeface="Century Gothic" charset="0"/>
                <a:ea typeface="Century Gothic" charset="0"/>
                <a:cs typeface="Century Gothic" charset="0"/>
              </a:rPr>
              <a:t>They are </a:t>
            </a:r>
            <a:r>
              <a:rPr lang="en-US" sz="1333" b="1">
                <a:solidFill>
                  <a:prstClr val="black"/>
                </a:solidFill>
                <a:latin typeface="Century Gothic" charset="0"/>
                <a:ea typeface="Century Gothic" charset="0"/>
                <a:cs typeface="Century Gothic" charset="0"/>
              </a:rPr>
              <a:t>passionate about exceptional results</a:t>
            </a:r>
            <a:r>
              <a:rPr lang="en-US" sz="1333">
                <a:solidFill>
                  <a:prstClr val="black"/>
                </a:solidFill>
                <a:latin typeface="Century Gothic" charset="0"/>
                <a:ea typeface="Century Gothic" charset="0"/>
                <a:cs typeface="Century Gothic" charset="0"/>
              </a:rPr>
              <a:t>.</a:t>
            </a:r>
            <a:endParaRPr lang="es-ES" sz="1333">
              <a:solidFill>
                <a:prstClr val="black"/>
              </a:solidFill>
              <a:latin typeface="Century Gothic" charset="0"/>
              <a:ea typeface="Century Gothic" charset="0"/>
              <a:cs typeface="Century Gothic" charset="0"/>
            </a:endParaRPr>
          </a:p>
        </p:txBody>
      </p:sp>
      <p:sp>
        <p:nvSpPr>
          <p:cNvPr id="15" name="TextBox 14"/>
          <p:cNvSpPr txBox="1"/>
          <p:nvPr/>
        </p:nvSpPr>
        <p:spPr>
          <a:xfrm>
            <a:off x="9248030" y="3219039"/>
            <a:ext cx="2694431" cy="1230722"/>
          </a:xfrm>
          <a:prstGeom prst="rect">
            <a:avLst/>
          </a:prstGeom>
          <a:noFill/>
        </p:spPr>
        <p:txBody>
          <a:bodyPr wrap="square" lIns="121920" tIns="0" rIns="121920" bIns="0"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11" indent="-228611" defTabSz="914423">
              <a:spcAft>
                <a:spcPts val="400"/>
              </a:spcAft>
              <a:buFont typeface="Arial" panose="020B0604020202020204" pitchFamily="34" charset="0"/>
              <a:buChar char="•"/>
            </a:pPr>
            <a:r>
              <a:rPr lang="en-US" sz="1333">
                <a:solidFill>
                  <a:prstClr val="black"/>
                </a:solidFill>
                <a:latin typeface="Century Gothic" charset="0"/>
              </a:rPr>
              <a:t>Its members love working and having fun together. They have a passion for learning.</a:t>
            </a:r>
          </a:p>
          <a:p>
            <a:pPr marL="228611" indent="-228611" defTabSz="914423">
              <a:spcAft>
                <a:spcPts val="400"/>
              </a:spcAft>
              <a:buFont typeface="Arial" panose="020B0604020202020204" pitchFamily="34" charset="0"/>
              <a:buChar char="•"/>
            </a:pPr>
            <a:r>
              <a:rPr lang="en-US" sz="1333">
                <a:solidFill>
                  <a:prstClr val="black"/>
                </a:solidFill>
                <a:latin typeface="Century Gothic" charset="0"/>
              </a:rPr>
              <a:t>They are role models: they represent the best of the organizational culture.</a:t>
            </a:r>
            <a:endParaRPr lang="es-AR" sz="1333">
              <a:solidFill>
                <a:prstClr val="black"/>
              </a:solidFill>
              <a:latin typeface="Century Gothic" charset="0"/>
            </a:endParaRPr>
          </a:p>
        </p:txBody>
      </p:sp>
      <p:sp>
        <p:nvSpPr>
          <p:cNvPr id="16" name="TextBox 15"/>
          <p:cNvSpPr txBox="1"/>
          <p:nvPr/>
        </p:nvSpPr>
        <p:spPr>
          <a:xfrm>
            <a:off x="7519550" y="5121128"/>
            <a:ext cx="3082191" cy="820481"/>
          </a:xfrm>
          <a:prstGeom prst="rect">
            <a:avLst/>
          </a:prstGeom>
          <a:noFill/>
        </p:spPr>
        <p:txBody>
          <a:bodyPr wrap="square" lIns="121920" tIns="0" rIns="121920" bIns="0"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1333" b="0"/>
              <a:t>They allow the </a:t>
            </a:r>
            <a:r>
              <a:rPr lang="en-US" sz="1333"/>
              <a:t>full expression of their team members talents</a:t>
            </a:r>
            <a:endParaRPr lang="en-US" sz="1333" b="0"/>
          </a:p>
          <a:p>
            <a:r>
              <a:rPr lang="en-US" sz="1333" b="0"/>
              <a:t>They create a safe </a:t>
            </a:r>
            <a:r>
              <a:rPr lang="en-US" sz="1333"/>
              <a:t>space of belonging </a:t>
            </a:r>
            <a:r>
              <a:rPr lang="en-US" sz="1333" b="0"/>
              <a:t>and for making a </a:t>
            </a:r>
            <a:r>
              <a:rPr lang="en-US" sz="1333"/>
              <a:t>significant contribution.</a:t>
            </a:r>
            <a:endParaRPr lang="es-ES" sz="1333"/>
          </a:p>
        </p:txBody>
      </p:sp>
      <p:sp>
        <p:nvSpPr>
          <p:cNvPr id="5" name="Title 4"/>
          <p:cNvSpPr>
            <a:spLocks noGrp="1"/>
          </p:cNvSpPr>
          <p:nvPr>
            <p:ph type="title"/>
          </p:nvPr>
        </p:nvSpPr>
        <p:spPr>
          <a:xfrm>
            <a:off x="812800" y="240987"/>
            <a:ext cx="10566400" cy="1046440"/>
          </a:xfrm>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2800"/>
              <a:t>teams: performance “lever” of an organization</a:t>
            </a:r>
            <a:endParaRPr lang="es-ES_tradnl" sz="2800" b="0">
              <a:solidFill>
                <a:srgbClr val="000000"/>
              </a:solidFill>
            </a:endParaRPr>
          </a:p>
          <a:p>
            <a:endParaRPr lang="es-ES_tradnl"/>
          </a:p>
        </p:txBody>
      </p:sp>
    </p:spTree>
    <p:extLst>
      <p:ext uri="{BB962C8B-B14F-4D97-AF65-F5344CB8AC3E}">
        <p14:creationId xmlns:p14="http://schemas.microsoft.com/office/powerpoint/2010/main" val="4019786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15141"/>
            <a:ext cx="10566400" cy="533480"/>
          </a:xfr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ltLang="es-AR"/>
              <a:t>FRAMEWORK</a:t>
            </a:r>
            <a:endParaRPr lang="en-US"/>
          </a:p>
        </p:txBody>
      </p:sp>
      <p:sp>
        <p:nvSpPr>
          <p:cNvPr id="9" name="Content Placeholder 2"/>
          <p:cNvSpPr>
            <a:spLocks noGrp="1"/>
          </p:cNvSpPr>
          <p:nvPr>
            <p:ph sz="quarter" idx="10"/>
          </p:nvPr>
        </p:nvSpPr>
        <p:spPr>
          <a:xfrm>
            <a:off x="381227" y="996777"/>
            <a:ext cx="11131043" cy="4669537"/>
          </a:xfr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lvl="1">
              <a:buNone/>
            </a:pPr>
            <a:r>
              <a:rPr lang="en-US" altLang="es-AR" sz="1600"/>
              <a:t>Our beliefs on leadership team effectiveness:</a:t>
            </a:r>
          </a:p>
          <a:p>
            <a:pPr marL="0" lvl="1">
              <a:buNone/>
            </a:pPr>
            <a:endParaRPr lang="en-US" altLang="es-AR" sz="267"/>
          </a:p>
          <a:p>
            <a:pPr lvl="1" fontAlgn="base"/>
            <a:r>
              <a:rPr lang="en-US" altLang="es-AR" sz="1600"/>
              <a:t>We focus on helping leadership teams drive business performance improvement, rather than “teaming for teaming’s sake”.</a:t>
            </a:r>
          </a:p>
          <a:p>
            <a:pPr lvl="1" fontAlgn="base"/>
            <a:r>
              <a:rPr lang="en-US" altLang="es-AR" sz="1600"/>
              <a:t>We uniquely combine work on “Hard - structure” and “Soft - behavior and culture” in our work with teams. </a:t>
            </a:r>
          </a:p>
          <a:p>
            <a:pPr lvl="1" fontAlgn="base"/>
            <a:r>
              <a:rPr lang="en-US" altLang="es-AR" sz="1600"/>
              <a:t>Some of our fundamental philosophies for senior leadership teams are:</a:t>
            </a:r>
          </a:p>
          <a:p>
            <a:pPr marL="755632" lvl="1" indent="-294210" defTabSz="1219170" eaLnBrk="0" fontAlgn="base" hangingPunct="0">
              <a:lnSpc>
                <a:spcPct val="100000"/>
              </a:lnSpc>
              <a:spcBef>
                <a:spcPct val="60000"/>
              </a:spcBef>
              <a:spcAft>
                <a:spcPct val="0"/>
              </a:spcAft>
              <a:buClr>
                <a:srgbClr val="A6A6A6"/>
              </a:buClr>
              <a:buFont typeface="Verdana" pitchFamily="34" charset="0"/>
              <a:buChar char="›"/>
            </a:pPr>
            <a:r>
              <a:rPr lang="en-US" altLang="es-AR" sz="1600" b="1"/>
              <a:t>Business objectives drive the optimal structure </a:t>
            </a:r>
            <a:r>
              <a:rPr lang="en-US" altLang="es-AR" sz="1600"/>
              <a:t>(teams, sub-teams) </a:t>
            </a:r>
            <a:r>
              <a:rPr lang="en-US" altLang="es-AR" sz="1600" b="1"/>
              <a:t>and process </a:t>
            </a:r>
            <a:r>
              <a:rPr lang="en-US" altLang="es-AR" sz="1600"/>
              <a:t>(meetings, roles) of leadership teams. Leadership Teams don’t always need to be teaming more; sometimes they should be teaming less, and/or more effectively. The key is to make disciplined choices about when and how to work together.</a:t>
            </a:r>
          </a:p>
          <a:p>
            <a:pPr marL="755632" lvl="1" indent="-294210" defTabSz="1219170" eaLnBrk="0" fontAlgn="base" hangingPunct="0">
              <a:lnSpc>
                <a:spcPct val="100000"/>
              </a:lnSpc>
              <a:spcBef>
                <a:spcPct val="60000"/>
              </a:spcBef>
              <a:spcAft>
                <a:spcPct val="0"/>
              </a:spcAft>
              <a:buClr>
                <a:srgbClr val="A6A6A6"/>
              </a:buClr>
              <a:buFont typeface="Verdana" pitchFamily="34" charset="0"/>
              <a:buChar char="›"/>
            </a:pPr>
            <a:r>
              <a:rPr lang="en-US" altLang="es-AR" sz="1600" b="1"/>
              <a:t>Efforts to improve team effectiveness should be anchored to an actual business performance challenge(s)</a:t>
            </a:r>
            <a:r>
              <a:rPr lang="en-US" altLang="es-AR" sz="1600"/>
              <a:t>. This improves team effectiveness in realistic situations, and ensures real progress on a business imperative, which in turn makes the new behaviors sustainable.</a:t>
            </a:r>
          </a:p>
          <a:p>
            <a:pPr marL="755632" lvl="1" indent="-294210" defTabSz="1219170" eaLnBrk="0" fontAlgn="base" hangingPunct="0">
              <a:lnSpc>
                <a:spcPct val="100000"/>
              </a:lnSpc>
              <a:spcBef>
                <a:spcPct val="60000"/>
              </a:spcBef>
              <a:spcAft>
                <a:spcPct val="0"/>
              </a:spcAft>
              <a:buClr>
                <a:srgbClr val="A6A6A6"/>
              </a:buClr>
              <a:buFont typeface="Verdana" pitchFamily="34" charset="0"/>
              <a:buChar char="›"/>
            </a:pPr>
            <a:r>
              <a:rPr lang="en-US" altLang="es-AR" sz="1600" b="1"/>
              <a:t>Teaming improvements come from reviewing and adapting not just the team’s structure and process, but also its culture </a:t>
            </a:r>
            <a:r>
              <a:rPr lang="en-US" altLang="es-AR" sz="1600"/>
              <a:t>– as determined by the behaviors and the underlying mindsets of its members.</a:t>
            </a:r>
          </a:p>
        </p:txBody>
      </p:sp>
    </p:spTree>
    <p:extLst>
      <p:ext uri="{BB962C8B-B14F-4D97-AF65-F5344CB8AC3E}">
        <p14:creationId xmlns:p14="http://schemas.microsoft.com/office/powerpoint/2010/main" val="2275700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a:t>Supporting teams for sustained peak performance</a:t>
            </a:r>
          </a:p>
        </p:txBody>
      </p:sp>
      <p:sp>
        <p:nvSpPr>
          <p:cNvPr id="3" name="2 Marcador de número de diapositiva"/>
          <p:cNvSpPr>
            <a:spLocks noGrp="1"/>
          </p:cNvSpPr>
          <p:nvPr>
            <p:ph type="sldNum" sz="quarter" idx="10"/>
          </p:nvPr>
        </p:nvSpPr>
        <p:spPr/>
        <p:txBody>
          <a:bodyPr/>
          <a:lstStyle/>
          <a:p>
            <a:pPr>
              <a:defRPr/>
            </a:pPr>
            <a:r>
              <a:rPr lang="en-US">
                <a:latin typeface="Arial"/>
                <a:cs typeface="Arial"/>
              </a:rPr>
              <a:t>| </a:t>
            </a:r>
            <a:fld id="{4D52DFD2-B7A4-41A9-9FCB-56323FD606DD}" type="slidenum">
              <a:rPr lang="en-US">
                <a:solidFill>
                  <a:srgbClr val="B2B2B2"/>
                </a:solidFill>
                <a:latin typeface="Arial"/>
                <a:cs typeface="Arial"/>
              </a:rPr>
              <a:pPr>
                <a:defRPr/>
              </a:pPr>
              <a:t>7</a:t>
            </a:fld>
            <a:endParaRPr lang="en-US">
              <a:solidFill>
                <a:srgbClr val="B2B2B2"/>
              </a:solidFill>
              <a:latin typeface="Arial"/>
              <a:cs typeface="Arial"/>
            </a:endParaRPr>
          </a:p>
        </p:txBody>
      </p:sp>
      <p:sp>
        <p:nvSpPr>
          <p:cNvPr id="5" name="4 CuadroTexto"/>
          <p:cNvSpPr txBox="1"/>
          <p:nvPr/>
        </p:nvSpPr>
        <p:spPr>
          <a:xfrm>
            <a:off x="7871491" y="1481007"/>
            <a:ext cx="2279545" cy="1015663"/>
          </a:xfrm>
          <a:prstGeom prst="rect">
            <a:avLst/>
          </a:prstGeom>
          <a:noFill/>
        </p:spPr>
        <p:txBody>
          <a:bodyPr wrap="square" rtlCol="0">
            <a:spAutoFit/>
          </a:bodyPr>
          <a:lstStyle/>
          <a:p>
            <a:r>
              <a:rPr lang="en-US" sz="1200">
                <a:solidFill>
                  <a:srgbClr val="002D62"/>
                </a:solidFill>
                <a:latin typeface="Arial"/>
                <a:cs typeface="Arial"/>
              </a:rPr>
              <a:t>Through interviews and quantitative assessment, we produce a team diagnostic report with recommendations to improve performance</a:t>
            </a:r>
          </a:p>
        </p:txBody>
      </p:sp>
      <p:grpSp>
        <p:nvGrpSpPr>
          <p:cNvPr id="18" name="17 Grupo"/>
          <p:cNvGrpSpPr/>
          <p:nvPr/>
        </p:nvGrpSpPr>
        <p:grpSpPr>
          <a:xfrm>
            <a:off x="4295800" y="1572558"/>
            <a:ext cx="4104456" cy="3960440"/>
            <a:chOff x="2771800" y="1572558"/>
            <a:chExt cx="4104456" cy="3960440"/>
          </a:xfrm>
        </p:grpSpPr>
        <p:sp>
          <p:nvSpPr>
            <p:cNvPr id="10" name="9 Elipse"/>
            <p:cNvSpPr/>
            <p:nvPr/>
          </p:nvSpPr>
          <p:spPr bwMode="auto">
            <a:xfrm>
              <a:off x="3287149" y="1988838"/>
              <a:ext cx="3060341" cy="3060341"/>
            </a:xfrm>
            <a:prstGeom prst="ellipse">
              <a:avLst/>
            </a:prstGeom>
            <a:noFill/>
            <a:ln w="28575" cap="flat" cmpd="sng" algn="ctr">
              <a:solidFill>
                <a:schemeClr val="bg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eaLnBrk="0" fontAlgn="base" hangingPunct="0">
                <a:spcBef>
                  <a:spcPct val="50000"/>
                </a:spcBef>
                <a:spcAft>
                  <a:spcPct val="0"/>
                </a:spcAft>
              </a:pPr>
              <a:endParaRPr lang="en-US">
                <a:solidFill>
                  <a:srgbClr val="002D62"/>
                </a:solidFill>
                <a:latin typeface="Arial" charset="0"/>
                <a:cs typeface="Arial" charset="0"/>
              </a:endParaRPr>
            </a:p>
          </p:txBody>
        </p:sp>
        <p:sp>
          <p:nvSpPr>
            <p:cNvPr id="6" name="5 Elipse"/>
            <p:cNvSpPr/>
            <p:nvPr/>
          </p:nvSpPr>
          <p:spPr bwMode="auto">
            <a:xfrm>
              <a:off x="4211960" y="1572558"/>
              <a:ext cx="1224136" cy="1224136"/>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eaLnBrk="0" fontAlgn="base" hangingPunct="0">
                <a:spcBef>
                  <a:spcPct val="50000"/>
                </a:spcBef>
                <a:spcAft>
                  <a:spcPct val="0"/>
                </a:spcAft>
              </a:pPr>
              <a:endParaRPr lang="en-US">
                <a:solidFill>
                  <a:srgbClr val="002D62"/>
                </a:solidFill>
                <a:latin typeface="Arial" charset="0"/>
                <a:cs typeface="Arial" charset="0"/>
              </a:endParaRPr>
            </a:p>
          </p:txBody>
        </p:sp>
        <p:sp>
          <p:nvSpPr>
            <p:cNvPr id="7" name="6 Elipse"/>
            <p:cNvSpPr/>
            <p:nvPr/>
          </p:nvSpPr>
          <p:spPr bwMode="auto">
            <a:xfrm>
              <a:off x="4211960" y="4308862"/>
              <a:ext cx="1224136" cy="1224136"/>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eaLnBrk="0" fontAlgn="base" hangingPunct="0">
                <a:spcBef>
                  <a:spcPct val="50000"/>
                </a:spcBef>
                <a:spcAft>
                  <a:spcPct val="0"/>
                </a:spcAft>
              </a:pPr>
              <a:endParaRPr lang="en-US">
                <a:solidFill>
                  <a:srgbClr val="002D62"/>
                </a:solidFill>
                <a:latin typeface="Arial" charset="0"/>
                <a:cs typeface="Arial" charset="0"/>
              </a:endParaRPr>
            </a:p>
          </p:txBody>
        </p:sp>
        <p:sp>
          <p:nvSpPr>
            <p:cNvPr id="8" name="7 Elipse"/>
            <p:cNvSpPr/>
            <p:nvPr/>
          </p:nvSpPr>
          <p:spPr bwMode="auto">
            <a:xfrm>
              <a:off x="5652120" y="2796694"/>
              <a:ext cx="1224136" cy="1224136"/>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eaLnBrk="0" fontAlgn="base" hangingPunct="0">
                <a:spcBef>
                  <a:spcPct val="50000"/>
                </a:spcBef>
                <a:spcAft>
                  <a:spcPct val="0"/>
                </a:spcAft>
              </a:pPr>
              <a:endParaRPr lang="en-US">
                <a:solidFill>
                  <a:srgbClr val="002D62"/>
                </a:solidFill>
                <a:latin typeface="Arial" charset="0"/>
                <a:cs typeface="Arial" charset="0"/>
              </a:endParaRPr>
            </a:p>
          </p:txBody>
        </p:sp>
        <p:sp>
          <p:nvSpPr>
            <p:cNvPr id="9" name="8 Elipse"/>
            <p:cNvSpPr/>
            <p:nvPr/>
          </p:nvSpPr>
          <p:spPr bwMode="auto">
            <a:xfrm>
              <a:off x="2771800" y="2796694"/>
              <a:ext cx="1224136" cy="1224136"/>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eaLnBrk="0" fontAlgn="base" hangingPunct="0">
                <a:spcBef>
                  <a:spcPct val="50000"/>
                </a:spcBef>
                <a:spcAft>
                  <a:spcPct val="0"/>
                </a:spcAft>
              </a:pPr>
              <a:endParaRPr lang="en-US">
                <a:solidFill>
                  <a:srgbClr val="002D62"/>
                </a:solidFill>
                <a:latin typeface="Arial" charset="0"/>
                <a:cs typeface="Arial" charset="0"/>
              </a:endParaRPr>
            </a:p>
          </p:txBody>
        </p:sp>
        <p:sp>
          <p:nvSpPr>
            <p:cNvPr id="11" name="10 CuadroTexto"/>
            <p:cNvSpPr txBox="1"/>
            <p:nvPr/>
          </p:nvSpPr>
          <p:spPr>
            <a:xfrm>
              <a:off x="4197728" y="1875718"/>
              <a:ext cx="1224136" cy="523220"/>
            </a:xfrm>
            <a:prstGeom prst="rect">
              <a:avLst/>
            </a:prstGeom>
            <a:noFill/>
          </p:spPr>
          <p:txBody>
            <a:bodyPr wrap="square" rtlCol="0">
              <a:spAutoFit/>
            </a:bodyPr>
            <a:lstStyle/>
            <a:p>
              <a:pPr algn="ctr"/>
              <a:r>
                <a:rPr lang="en-US" sz="1400" b="1">
                  <a:solidFill>
                    <a:srgbClr val="002D62"/>
                  </a:solidFill>
                  <a:latin typeface="Arial"/>
                  <a:cs typeface="Arial"/>
                </a:rPr>
                <a:t>Team Diagnostic</a:t>
              </a:r>
            </a:p>
          </p:txBody>
        </p:sp>
        <p:sp>
          <p:nvSpPr>
            <p:cNvPr id="12" name="11 CuadroTexto"/>
            <p:cNvSpPr txBox="1"/>
            <p:nvPr/>
          </p:nvSpPr>
          <p:spPr>
            <a:xfrm>
              <a:off x="5652120" y="3147152"/>
              <a:ext cx="1224136" cy="523220"/>
            </a:xfrm>
            <a:prstGeom prst="rect">
              <a:avLst/>
            </a:prstGeom>
            <a:noFill/>
          </p:spPr>
          <p:txBody>
            <a:bodyPr wrap="square" rtlCol="0">
              <a:spAutoFit/>
            </a:bodyPr>
            <a:lstStyle/>
            <a:p>
              <a:pPr algn="ctr"/>
              <a:r>
                <a:rPr lang="en-US" sz="1400" b="1">
                  <a:solidFill>
                    <a:srgbClr val="002D62"/>
                  </a:solidFill>
                  <a:latin typeface="Arial"/>
                  <a:cs typeface="Arial"/>
                </a:rPr>
                <a:t>Skill Building</a:t>
              </a:r>
            </a:p>
          </p:txBody>
        </p:sp>
        <p:sp>
          <p:nvSpPr>
            <p:cNvPr id="13" name="12 CuadroTexto"/>
            <p:cNvSpPr txBox="1"/>
            <p:nvPr/>
          </p:nvSpPr>
          <p:spPr>
            <a:xfrm>
              <a:off x="4083710" y="4659320"/>
              <a:ext cx="1428866" cy="523220"/>
            </a:xfrm>
            <a:prstGeom prst="rect">
              <a:avLst/>
            </a:prstGeom>
            <a:noFill/>
          </p:spPr>
          <p:txBody>
            <a:bodyPr wrap="square" rtlCol="0">
              <a:spAutoFit/>
            </a:bodyPr>
            <a:lstStyle/>
            <a:p>
              <a:pPr algn="ctr"/>
              <a:r>
                <a:rPr lang="en-US" sz="1350" b="1">
                  <a:solidFill>
                    <a:srgbClr val="002D62"/>
                  </a:solidFill>
                  <a:latin typeface="Arial"/>
                  <a:cs typeface="Arial"/>
                </a:rPr>
                <a:t>Individual Development</a:t>
              </a:r>
            </a:p>
          </p:txBody>
        </p:sp>
        <p:sp>
          <p:nvSpPr>
            <p:cNvPr id="14" name="13 CuadroTexto"/>
            <p:cNvSpPr txBox="1"/>
            <p:nvPr/>
          </p:nvSpPr>
          <p:spPr>
            <a:xfrm>
              <a:off x="2771800" y="3147152"/>
              <a:ext cx="1224136" cy="523220"/>
            </a:xfrm>
            <a:prstGeom prst="rect">
              <a:avLst/>
            </a:prstGeom>
            <a:noFill/>
          </p:spPr>
          <p:txBody>
            <a:bodyPr wrap="square" rtlCol="0">
              <a:spAutoFit/>
            </a:bodyPr>
            <a:lstStyle/>
            <a:p>
              <a:pPr algn="ctr"/>
              <a:r>
                <a:rPr lang="en-US" sz="1400" b="1">
                  <a:solidFill>
                    <a:srgbClr val="002D62"/>
                  </a:solidFill>
                  <a:latin typeface="Arial"/>
                  <a:cs typeface="Arial"/>
                </a:rPr>
                <a:t>Meeting Facilitation</a:t>
              </a:r>
            </a:p>
          </p:txBody>
        </p:sp>
      </p:grpSp>
      <p:sp>
        <p:nvSpPr>
          <p:cNvPr id="15" name="14 CuadroTexto"/>
          <p:cNvSpPr txBox="1"/>
          <p:nvPr/>
        </p:nvSpPr>
        <p:spPr>
          <a:xfrm>
            <a:off x="7871743" y="4171095"/>
            <a:ext cx="2279293" cy="1754326"/>
          </a:xfrm>
          <a:prstGeom prst="rect">
            <a:avLst/>
          </a:prstGeom>
          <a:noFill/>
        </p:spPr>
        <p:txBody>
          <a:bodyPr wrap="square" rtlCol="0">
            <a:spAutoFit/>
          </a:bodyPr>
          <a:lstStyle/>
          <a:p>
            <a:r>
              <a:rPr lang="en-US" sz="1200">
                <a:solidFill>
                  <a:srgbClr val="002D62"/>
                </a:solidFill>
                <a:latin typeface="Arial"/>
                <a:cs typeface="Arial"/>
              </a:rPr>
              <a:t>We conduct skill building workshops specific to the team’s key issues as per diagnostic recommendations. The workshops are complemented with individual development sessions and team activities like meeting facilitation.</a:t>
            </a:r>
          </a:p>
        </p:txBody>
      </p:sp>
      <p:sp>
        <p:nvSpPr>
          <p:cNvPr id="16" name="15 CuadroTexto"/>
          <p:cNvSpPr txBox="1"/>
          <p:nvPr/>
        </p:nvSpPr>
        <p:spPr>
          <a:xfrm>
            <a:off x="1570789" y="4175971"/>
            <a:ext cx="3240360" cy="2308324"/>
          </a:xfrm>
          <a:prstGeom prst="rect">
            <a:avLst/>
          </a:prstGeom>
          <a:noFill/>
        </p:spPr>
        <p:txBody>
          <a:bodyPr wrap="square" rtlCol="0">
            <a:spAutoFit/>
          </a:bodyPr>
          <a:lstStyle/>
          <a:p>
            <a:r>
              <a:rPr lang="en-US" sz="1200" dirty="0">
                <a:solidFill>
                  <a:srgbClr val="002D62"/>
                </a:solidFill>
                <a:latin typeface="Arial"/>
                <a:cs typeface="Arial"/>
              </a:rPr>
              <a:t>Leaders understand how their mindsets impact the way they behave and lead. More effective mental models are explored and skills developed. Leaders feel empowered as they focus on their ability to respond rather than on external variables. They reconnect with a sense of meaning and purpose as they find ways to express their values in business-effective ways. They learn how to elicit the best in their teams and employees, creating genuine engagement and leading to superior performance.</a:t>
            </a:r>
          </a:p>
        </p:txBody>
      </p:sp>
      <p:sp>
        <p:nvSpPr>
          <p:cNvPr id="17" name="16 CuadroTexto"/>
          <p:cNvSpPr txBox="1"/>
          <p:nvPr/>
        </p:nvSpPr>
        <p:spPr>
          <a:xfrm>
            <a:off x="1581938" y="1572559"/>
            <a:ext cx="3240360" cy="1384995"/>
          </a:xfrm>
          <a:prstGeom prst="rect">
            <a:avLst/>
          </a:prstGeom>
          <a:noFill/>
        </p:spPr>
        <p:txBody>
          <a:bodyPr wrap="square" rtlCol="0">
            <a:spAutoFit/>
          </a:bodyPr>
          <a:lstStyle/>
          <a:p>
            <a:r>
              <a:rPr lang="en-US" sz="1200" dirty="0">
                <a:solidFill>
                  <a:srgbClr val="002D62"/>
                </a:solidFill>
                <a:latin typeface="Arial"/>
                <a:cs typeface="Arial"/>
              </a:rPr>
              <a:t>We help teams ensure that they follow an effective meeting process: before (clear purpose and materials preparation), during (disciplined divergence and convergence process for authentic and effective conversations) and after (clarity of outcomes and accountability for next steps).</a:t>
            </a:r>
          </a:p>
        </p:txBody>
      </p:sp>
    </p:spTree>
    <p:extLst>
      <p:ext uri="{BB962C8B-B14F-4D97-AF65-F5344CB8AC3E}">
        <p14:creationId xmlns:p14="http://schemas.microsoft.com/office/powerpoint/2010/main" val="2116481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a:t>not all groups are teams…</a:t>
            </a:r>
          </a:p>
        </p:txBody>
      </p:sp>
      <p:sp>
        <p:nvSpPr>
          <p:cNvPr id="3" name="2 Marcador de contenido"/>
          <p:cNvSpPr>
            <a:spLocks noGrp="1"/>
          </p:cNvSpPr>
          <p:nvPr>
            <p:ph idx="1"/>
          </p:nvPr>
        </p:nvSpPr>
        <p:spPr>
          <a:xfrm>
            <a:off x="1875408" y="1125538"/>
            <a:ext cx="4220592" cy="4031654"/>
          </a:xfrm>
        </p:spPr>
        <p:txBody>
          <a:bodyPr/>
          <a:lstStyle/>
          <a:p>
            <a:pPr marL="0" indent="0">
              <a:buNone/>
            </a:pPr>
            <a:r>
              <a:rPr lang="en-US" sz="2000">
                <a:solidFill>
                  <a:schemeClr val="accent4"/>
                </a:solidFill>
              </a:rPr>
              <a:t>Working Group</a:t>
            </a:r>
          </a:p>
          <a:p>
            <a:pPr lvl="1"/>
            <a:r>
              <a:rPr lang="en-US" b="0"/>
              <a:t>Strong, clearly focused leader</a:t>
            </a:r>
          </a:p>
          <a:p>
            <a:pPr lvl="1"/>
            <a:r>
              <a:rPr lang="en-US" b="0"/>
              <a:t>Individual accountability</a:t>
            </a:r>
          </a:p>
          <a:p>
            <a:pPr lvl="1"/>
            <a:r>
              <a:rPr lang="en-US" b="0"/>
              <a:t>The only existing purpose is the broader organizational mission</a:t>
            </a:r>
          </a:p>
          <a:p>
            <a:pPr lvl="1"/>
            <a:r>
              <a:rPr lang="en-US" b="0"/>
              <a:t>Individual work products</a:t>
            </a:r>
          </a:p>
          <a:p>
            <a:pPr lvl="1"/>
            <a:r>
              <a:rPr lang="en-US" b="0"/>
              <a:t>Runs informational meetings</a:t>
            </a:r>
          </a:p>
          <a:p>
            <a:pPr lvl="1"/>
            <a:r>
              <a:rPr lang="en-US" b="0"/>
              <a:t>Measures its effectiveness indirectly by its influence on others (such as financial performance of the business)</a:t>
            </a:r>
          </a:p>
          <a:p>
            <a:pPr lvl="1"/>
            <a:r>
              <a:rPr lang="en-US" b="0"/>
              <a:t>Discusses, decides, and delegates</a:t>
            </a:r>
          </a:p>
        </p:txBody>
      </p:sp>
      <p:sp>
        <p:nvSpPr>
          <p:cNvPr id="4" name="3 Marcador de número de diapositiva"/>
          <p:cNvSpPr>
            <a:spLocks noGrp="1"/>
          </p:cNvSpPr>
          <p:nvPr>
            <p:ph type="sldNum" sz="quarter" idx="10"/>
          </p:nvPr>
        </p:nvSpPr>
        <p:spPr/>
        <p:txBody>
          <a:bodyPr/>
          <a:lstStyle/>
          <a:p>
            <a:pPr>
              <a:defRPr/>
            </a:pPr>
            <a:r>
              <a:rPr lang="en-US">
                <a:latin typeface="Arial"/>
                <a:cs typeface="Arial"/>
              </a:rPr>
              <a:t>| </a:t>
            </a:r>
            <a:fld id="{A1E05332-54C3-48A0-89AF-A7F15008F0F8}" type="slidenum">
              <a:rPr lang="en-US">
                <a:solidFill>
                  <a:srgbClr val="B2B2B2"/>
                </a:solidFill>
                <a:latin typeface="Arial"/>
                <a:cs typeface="Arial"/>
              </a:rPr>
              <a:pPr>
                <a:defRPr/>
              </a:pPr>
              <a:t>8</a:t>
            </a:fld>
            <a:endParaRPr lang="en-US">
              <a:solidFill>
                <a:srgbClr val="B2B2B2"/>
              </a:solidFill>
              <a:latin typeface="Arial"/>
              <a:cs typeface="Arial"/>
            </a:endParaRPr>
          </a:p>
        </p:txBody>
      </p:sp>
      <p:sp>
        <p:nvSpPr>
          <p:cNvPr id="5" name="4 CuadroTexto"/>
          <p:cNvSpPr txBox="1"/>
          <p:nvPr/>
        </p:nvSpPr>
        <p:spPr>
          <a:xfrm>
            <a:off x="6152272" y="1124744"/>
            <a:ext cx="4120192" cy="4388894"/>
          </a:xfrm>
          <a:prstGeom prst="rect">
            <a:avLst/>
          </a:prstGeom>
          <a:noFill/>
        </p:spPr>
        <p:txBody>
          <a:bodyPr wrap="square" rtlCol="0">
            <a:spAutoFit/>
          </a:bodyPr>
          <a:lstStyle/>
          <a:p>
            <a:pPr eaLnBrk="0" fontAlgn="base" hangingPunct="0">
              <a:spcBef>
                <a:spcPct val="60000"/>
              </a:spcBef>
              <a:spcAft>
                <a:spcPct val="0"/>
              </a:spcAft>
              <a:buClr>
                <a:srgbClr val="FBB03F"/>
              </a:buClr>
            </a:pPr>
            <a:r>
              <a:rPr lang="en-US" sz="2000" b="1" kern="0">
                <a:solidFill>
                  <a:srgbClr val="002D62">
                    <a:lumMod val="75000"/>
                    <a:lumOff val="25000"/>
                  </a:srgbClr>
                </a:solidFill>
                <a:latin typeface="Arial"/>
                <a:cs typeface="Arial"/>
              </a:rPr>
              <a:t>Team</a:t>
            </a:r>
          </a:p>
          <a:p>
            <a:pPr marL="566738" lvl="1" indent="-220663" eaLnBrk="0" fontAlgn="base" hangingPunct="0">
              <a:spcBef>
                <a:spcPct val="60000"/>
              </a:spcBef>
              <a:spcAft>
                <a:spcPct val="0"/>
              </a:spcAft>
              <a:buClr>
                <a:srgbClr val="A6A6A6"/>
              </a:buClr>
              <a:buFont typeface="Verdana" pitchFamily="34" charset="0"/>
              <a:buChar char="›"/>
            </a:pPr>
            <a:r>
              <a:rPr lang="en-US" sz="1600" kern="0">
                <a:solidFill>
                  <a:srgbClr val="002D62"/>
                </a:solidFill>
                <a:latin typeface="Arial"/>
                <a:cs typeface="Arial"/>
              </a:rPr>
              <a:t>Shared leadership roles</a:t>
            </a:r>
          </a:p>
          <a:p>
            <a:pPr marL="566738" lvl="1" indent="-220663" eaLnBrk="0" fontAlgn="base" hangingPunct="0">
              <a:spcBef>
                <a:spcPct val="60000"/>
              </a:spcBef>
              <a:spcAft>
                <a:spcPct val="0"/>
              </a:spcAft>
              <a:buClr>
                <a:srgbClr val="A6A6A6"/>
              </a:buClr>
              <a:buFont typeface="Verdana" pitchFamily="34" charset="0"/>
              <a:buChar char="›"/>
            </a:pPr>
            <a:r>
              <a:rPr lang="en-US" sz="1600" kern="0">
                <a:solidFill>
                  <a:srgbClr val="002D62"/>
                </a:solidFill>
                <a:latin typeface="Arial"/>
                <a:cs typeface="Arial"/>
              </a:rPr>
              <a:t>Individual and mutual accountability</a:t>
            </a:r>
          </a:p>
          <a:p>
            <a:pPr marL="566738" lvl="1" indent="-220663" eaLnBrk="0" fontAlgn="base" hangingPunct="0">
              <a:spcBef>
                <a:spcPct val="60000"/>
              </a:spcBef>
              <a:spcAft>
                <a:spcPct val="0"/>
              </a:spcAft>
              <a:buClr>
                <a:srgbClr val="A6A6A6"/>
              </a:buClr>
              <a:buFont typeface="Verdana" pitchFamily="34" charset="0"/>
              <a:buChar char="›"/>
            </a:pPr>
            <a:r>
              <a:rPr lang="en-US" sz="1600" kern="0">
                <a:solidFill>
                  <a:srgbClr val="002D62"/>
                </a:solidFill>
                <a:latin typeface="Arial"/>
                <a:cs typeface="Arial"/>
              </a:rPr>
              <a:t>Specific team purpose that the team itself delivers</a:t>
            </a:r>
          </a:p>
          <a:p>
            <a:pPr marL="566738" lvl="1" indent="-220663" eaLnBrk="0" fontAlgn="base" hangingPunct="0">
              <a:spcBef>
                <a:spcPct val="60000"/>
              </a:spcBef>
              <a:spcAft>
                <a:spcPct val="0"/>
              </a:spcAft>
              <a:buClr>
                <a:srgbClr val="A6A6A6"/>
              </a:buClr>
              <a:buFont typeface="Verdana" pitchFamily="34" charset="0"/>
              <a:buChar char="›"/>
            </a:pPr>
            <a:r>
              <a:rPr lang="en-US" sz="1600" kern="0">
                <a:solidFill>
                  <a:srgbClr val="002D62"/>
                </a:solidFill>
                <a:latin typeface="Arial"/>
                <a:cs typeface="Arial"/>
              </a:rPr>
              <a:t>Collective work products</a:t>
            </a:r>
          </a:p>
          <a:p>
            <a:pPr marL="566738" lvl="1" indent="-220663" eaLnBrk="0" fontAlgn="base" hangingPunct="0">
              <a:spcBef>
                <a:spcPct val="60000"/>
              </a:spcBef>
              <a:spcAft>
                <a:spcPct val="0"/>
              </a:spcAft>
              <a:buClr>
                <a:srgbClr val="A6A6A6"/>
              </a:buClr>
              <a:buFont typeface="Verdana" pitchFamily="34" charset="0"/>
              <a:buChar char="›"/>
            </a:pPr>
            <a:r>
              <a:rPr lang="en-US" sz="1600" kern="0">
                <a:solidFill>
                  <a:srgbClr val="002D62"/>
                </a:solidFill>
                <a:latin typeface="Arial"/>
                <a:cs typeface="Arial"/>
              </a:rPr>
              <a:t>Encourages open-ended discussion and active problem-solving meetings</a:t>
            </a:r>
          </a:p>
          <a:p>
            <a:pPr marL="566738" lvl="1" indent="-220663" eaLnBrk="0" fontAlgn="base" hangingPunct="0">
              <a:spcBef>
                <a:spcPct val="60000"/>
              </a:spcBef>
              <a:spcAft>
                <a:spcPct val="0"/>
              </a:spcAft>
              <a:buClr>
                <a:srgbClr val="A6A6A6"/>
              </a:buClr>
              <a:buFont typeface="Verdana" pitchFamily="34" charset="0"/>
              <a:buChar char="›"/>
            </a:pPr>
            <a:r>
              <a:rPr lang="en-US" sz="1600" kern="0">
                <a:solidFill>
                  <a:srgbClr val="002D62"/>
                </a:solidFill>
                <a:latin typeface="Arial"/>
                <a:cs typeface="Arial"/>
              </a:rPr>
              <a:t>Measures performance directly by assessing collective work products</a:t>
            </a:r>
          </a:p>
          <a:p>
            <a:pPr marL="566738" lvl="1" indent="-220663" eaLnBrk="0" fontAlgn="base" hangingPunct="0">
              <a:spcBef>
                <a:spcPct val="60000"/>
              </a:spcBef>
              <a:spcAft>
                <a:spcPct val="0"/>
              </a:spcAft>
              <a:buClr>
                <a:srgbClr val="A6A6A6"/>
              </a:buClr>
              <a:buFont typeface="Verdana" pitchFamily="34" charset="0"/>
              <a:buChar char="›"/>
            </a:pPr>
            <a:r>
              <a:rPr lang="en-US" sz="1600" kern="0">
                <a:solidFill>
                  <a:srgbClr val="002D62"/>
                </a:solidFill>
                <a:latin typeface="Arial"/>
                <a:cs typeface="Arial"/>
              </a:rPr>
              <a:t>Discusses, decides, and does real work together</a:t>
            </a:r>
          </a:p>
          <a:p>
            <a:endParaRPr lang="en-US">
              <a:solidFill>
                <a:srgbClr val="002D62"/>
              </a:solidFill>
              <a:latin typeface="Arial"/>
              <a:cs typeface="Arial"/>
            </a:endParaRPr>
          </a:p>
        </p:txBody>
      </p:sp>
      <p:sp>
        <p:nvSpPr>
          <p:cNvPr id="6" name="5 CuadroTexto"/>
          <p:cNvSpPr txBox="1"/>
          <p:nvPr/>
        </p:nvSpPr>
        <p:spPr>
          <a:xfrm>
            <a:off x="1883532" y="5527023"/>
            <a:ext cx="8424936" cy="830997"/>
          </a:xfrm>
          <a:prstGeom prst="rect">
            <a:avLst/>
          </a:prstGeom>
          <a:solidFill>
            <a:schemeClr val="tx1">
              <a:lumMod val="75000"/>
              <a:lumOff val="25000"/>
            </a:schemeClr>
          </a:solidFill>
        </p:spPr>
        <p:txBody>
          <a:bodyPr wrap="square" rtlCol="0">
            <a:spAutoFit/>
          </a:bodyPr>
          <a:lstStyle/>
          <a:p>
            <a:r>
              <a:rPr lang="en-US" sz="1600" b="1" i="1">
                <a:solidFill>
                  <a:srgbClr val="FFFFFF"/>
                </a:solidFill>
                <a:latin typeface="Arial"/>
                <a:cs typeface="Arial"/>
              </a:rPr>
              <a:t>A team is a small number of people with complementary skills who are committed to a common purpose, set of performance goals, and approach for which they hold themselves mutually accountable.</a:t>
            </a:r>
            <a:endParaRPr lang="en-US" sz="1600" b="1">
              <a:solidFill>
                <a:srgbClr val="FFFFFF"/>
              </a:solidFill>
              <a:latin typeface="Arial"/>
              <a:cs typeface="Arial"/>
            </a:endParaRPr>
          </a:p>
        </p:txBody>
      </p:sp>
    </p:spTree>
    <p:extLst>
      <p:ext uri="{BB962C8B-B14F-4D97-AF65-F5344CB8AC3E}">
        <p14:creationId xmlns:p14="http://schemas.microsoft.com/office/powerpoint/2010/main" val="3844528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a:t>choosing the level of interdependency</a:t>
            </a:r>
          </a:p>
        </p:txBody>
      </p:sp>
      <p:sp>
        <p:nvSpPr>
          <p:cNvPr id="4" name="3 Marcador de número de diapositiva"/>
          <p:cNvSpPr>
            <a:spLocks noGrp="1"/>
          </p:cNvSpPr>
          <p:nvPr>
            <p:ph type="sldNum" sz="quarter" idx="10"/>
          </p:nvPr>
        </p:nvSpPr>
        <p:spPr/>
        <p:txBody>
          <a:bodyPr/>
          <a:lstStyle/>
          <a:p>
            <a:pPr>
              <a:defRPr/>
            </a:pPr>
            <a:r>
              <a:rPr lang="en-US">
                <a:latin typeface="Arial"/>
                <a:cs typeface="Arial"/>
              </a:rPr>
              <a:t>| </a:t>
            </a:r>
            <a:fld id="{A1E05332-54C3-48A0-89AF-A7F15008F0F8}" type="slidenum">
              <a:rPr lang="en-US">
                <a:solidFill>
                  <a:srgbClr val="B2B2B2"/>
                </a:solidFill>
                <a:latin typeface="Arial"/>
                <a:cs typeface="Arial"/>
              </a:rPr>
              <a:pPr>
                <a:defRPr/>
              </a:pPr>
              <a:t>9</a:t>
            </a:fld>
            <a:endParaRPr lang="en-US">
              <a:solidFill>
                <a:srgbClr val="B2B2B2"/>
              </a:solidFill>
              <a:latin typeface="Arial"/>
              <a:cs typeface="Arial"/>
            </a:endParaRPr>
          </a:p>
        </p:txBody>
      </p:sp>
      <p:sp>
        <p:nvSpPr>
          <p:cNvPr id="5" name="Rectangle 37"/>
          <p:cNvSpPr>
            <a:spLocks noChangeArrowheads="1"/>
          </p:cNvSpPr>
          <p:nvPr/>
        </p:nvSpPr>
        <p:spPr bwMode="auto">
          <a:xfrm>
            <a:off x="1809217" y="1422400"/>
            <a:ext cx="8534400" cy="5187950"/>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2D62"/>
              </a:solidFill>
              <a:latin typeface="Arial"/>
              <a:cs typeface="Arial"/>
            </a:endParaRPr>
          </a:p>
        </p:txBody>
      </p:sp>
      <p:sp>
        <p:nvSpPr>
          <p:cNvPr id="6" name="Text Box 38"/>
          <p:cNvSpPr txBox="1">
            <a:spLocks noChangeArrowheads="1"/>
          </p:cNvSpPr>
          <p:nvPr/>
        </p:nvSpPr>
        <p:spPr bwMode="auto">
          <a:xfrm>
            <a:off x="1944689" y="5711826"/>
            <a:ext cx="127631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i="1">
                <a:solidFill>
                  <a:srgbClr val="002D62">
                    <a:lumMod val="75000"/>
                    <a:lumOff val="25000"/>
                  </a:srgbClr>
                </a:solidFill>
                <a:latin typeface="Arial"/>
                <a:cs typeface="Arial"/>
              </a:rPr>
              <a:t>Swimming team</a:t>
            </a:r>
          </a:p>
        </p:txBody>
      </p:sp>
      <p:sp>
        <p:nvSpPr>
          <p:cNvPr id="7" name="Text Box 39"/>
          <p:cNvSpPr txBox="1">
            <a:spLocks noChangeArrowheads="1"/>
          </p:cNvSpPr>
          <p:nvPr/>
        </p:nvSpPr>
        <p:spPr bwMode="auto">
          <a:xfrm>
            <a:off x="5331426" y="5711826"/>
            <a:ext cx="11560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i="1">
                <a:solidFill>
                  <a:srgbClr val="002D62">
                    <a:lumMod val="75000"/>
                    <a:lumOff val="25000"/>
                  </a:srgbClr>
                </a:solidFill>
                <a:latin typeface="Arial"/>
                <a:cs typeface="Arial"/>
              </a:rPr>
              <a:t>Baseball team</a:t>
            </a:r>
          </a:p>
        </p:txBody>
      </p:sp>
      <p:sp>
        <p:nvSpPr>
          <p:cNvPr id="8" name="Text Box 40"/>
          <p:cNvSpPr txBox="1">
            <a:spLocks noChangeArrowheads="1"/>
          </p:cNvSpPr>
          <p:nvPr/>
        </p:nvSpPr>
        <p:spPr bwMode="auto">
          <a:xfrm>
            <a:off x="9185026" y="5711825"/>
            <a:ext cx="10874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200" i="1">
                <a:solidFill>
                  <a:srgbClr val="002D62">
                    <a:lumMod val="75000"/>
                    <a:lumOff val="25000"/>
                  </a:srgbClr>
                </a:solidFill>
                <a:latin typeface="Arial"/>
                <a:cs typeface="Arial"/>
              </a:rPr>
              <a:t>Soccer team</a:t>
            </a:r>
          </a:p>
        </p:txBody>
      </p:sp>
      <p:sp>
        <p:nvSpPr>
          <p:cNvPr id="9" name="Oval 41"/>
          <p:cNvSpPr>
            <a:spLocks noChangeArrowheads="1"/>
          </p:cNvSpPr>
          <p:nvPr/>
        </p:nvSpPr>
        <p:spPr bwMode="auto">
          <a:xfrm>
            <a:off x="5756275" y="5145088"/>
            <a:ext cx="304800" cy="304800"/>
          </a:xfrm>
          <a:prstGeom prst="ellipse">
            <a:avLst/>
          </a:prstGeom>
          <a:solidFill>
            <a:srgbClr val="002960"/>
          </a:solidFill>
          <a:ln w="9525">
            <a:solidFill>
              <a:srgbClr val="0029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2D62"/>
              </a:solidFill>
              <a:latin typeface="Arial"/>
              <a:cs typeface="Arial"/>
            </a:endParaRPr>
          </a:p>
        </p:txBody>
      </p:sp>
      <p:sp>
        <p:nvSpPr>
          <p:cNvPr id="10" name="Line 42"/>
          <p:cNvSpPr>
            <a:spLocks noChangeShapeType="1"/>
          </p:cNvSpPr>
          <p:nvPr/>
        </p:nvSpPr>
        <p:spPr bwMode="auto">
          <a:xfrm>
            <a:off x="2325688" y="4903788"/>
            <a:ext cx="7162800" cy="0"/>
          </a:xfrm>
          <a:prstGeom prst="line">
            <a:avLst/>
          </a:prstGeom>
          <a:noFill/>
          <a:ln w="38100">
            <a:solidFill>
              <a:srgbClr val="00296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2D62"/>
              </a:solidFill>
              <a:latin typeface="Arial"/>
              <a:cs typeface="Arial"/>
            </a:endParaRPr>
          </a:p>
        </p:txBody>
      </p:sp>
      <p:sp>
        <p:nvSpPr>
          <p:cNvPr id="11" name="Text Box 43"/>
          <p:cNvSpPr txBox="1">
            <a:spLocks noChangeArrowheads="1"/>
          </p:cNvSpPr>
          <p:nvPr/>
        </p:nvSpPr>
        <p:spPr bwMode="auto">
          <a:xfrm>
            <a:off x="2178050" y="4470400"/>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2960"/>
                </a:solidFill>
                <a:latin typeface="Arial"/>
                <a:cs typeface="Arial"/>
              </a:rPr>
              <a:t>1</a:t>
            </a:r>
          </a:p>
        </p:txBody>
      </p:sp>
      <p:sp>
        <p:nvSpPr>
          <p:cNvPr id="12" name="Text Box 44"/>
          <p:cNvSpPr txBox="1">
            <a:spLocks noChangeArrowheads="1"/>
          </p:cNvSpPr>
          <p:nvPr/>
        </p:nvSpPr>
        <p:spPr bwMode="auto">
          <a:xfrm>
            <a:off x="2963863" y="4470400"/>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2960"/>
                </a:solidFill>
                <a:latin typeface="Arial"/>
                <a:cs typeface="Arial"/>
              </a:rPr>
              <a:t>2</a:t>
            </a:r>
          </a:p>
        </p:txBody>
      </p:sp>
      <p:sp>
        <p:nvSpPr>
          <p:cNvPr id="13" name="Text Box 45"/>
          <p:cNvSpPr txBox="1">
            <a:spLocks noChangeArrowheads="1"/>
          </p:cNvSpPr>
          <p:nvPr/>
        </p:nvSpPr>
        <p:spPr bwMode="auto">
          <a:xfrm>
            <a:off x="3751263" y="4470400"/>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2960"/>
                </a:solidFill>
                <a:latin typeface="Arial"/>
                <a:cs typeface="Arial"/>
              </a:rPr>
              <a:t>3</a:t>
            </a:r>
          </a:p>
        </p:txBody>
      </p:sp>
      <p:sp>
        <p:nvSpPr>
          <p:cNvPr id="14" name="Text Box 46"/>
          <p:cNvSpPr txBox="1">
            <a:spLocks noChangeArrowheads="1"/>
          </p:cNvSpPr>
          <p:nvPr/>
        </p:nvSpPr>
        <p:spPr bwMode="auto">
          <a:xfrm>
            <a:off x="4538663" y="4470400"/>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2960"/>
                </a:solidFill>
                <a:latin typeface="Arial"/>
                <a:cs typeface="Arial"/>
              </a:rPr>
              <a:t>4</a:t>
            </a:r>
          </a:p>
        </p:txBody>
      </p:sp>
      <p:sp>
        <p:nvSpPr>
          <p:cNvPr id="15" name="Text Box 47"/>
          <p:cNvSpPr txBox="1">
            <a:spLocks noChangeArrowheads="1"/>
          </p:cNvSpPr>
          <p:nvPr/>
        </p:nvSpPr>
        <p:spPr bwMode="auto">
          <a:xfrm>
            <a:off x="5324475" y="4470400"/>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2960"/>
                </a:solidFill>
                <a:latin typeface="Arial"/>
                <a:cs typeface="Arial"/>
              </a:rPr>
              <a:t>5</a:t>
            </a:r>
          </a:p>
        </p:txBody>
      </p:sp>
      <p:sp>
        <p:nvSpPr>
          <p:cNvPr id="16" name="Text Box 48"/>
          <p:cNvSpPr txBox="1">
            <a:spLocks noChangeArrowheads="1"/>
          </p:cNvSpPr>
          <p:nvPr/>
        </p:nvSpPr>
        <p:spPr bwMode="auto">
          <a:xfrm>
            <a:off x="6111875" y="4470400"/>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2960"/>
                </a:solidFill>
                <a:latin typeface="Arial"/>
                <a:cs typeface="Arial"/>
              </a:rPr>
              <a:t>6</a:t>
            </a:r>
          </a:p>
        </p:txBody>
      </p:sp>
      <p:sp>
        <p:nvSpPr>
          <p:cNvPr id="17" name="Text Box 49"/>
          <p:cNvSpPr txBox="1">
            <a:spLocks noChangeArrowheads="1"/>
          </p:cNvSpPr>
          <p:nvPr/>
        </p:nvSpPr>
        <p:spPr bwMode="auto">
          <a:xfrm>
            <a:off x="6899275" y="4470400"/>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2960"/>
                </a:solidFill>
                <a:latin typeface="Arial"/>
                <a:cs typeface="Arial"/>
              </a:rPr>
              <a:t>7</a:t>
            </a:r>
          </a:p>
        </p:txBody>
      </p:sp>
      <p:sp>
        <p:nvSpPr>
          <p:cNvPr id="18" name="Text Box 50"/>
          <p:cNvSpPr txBox="1">
            <a:spLocks noChangeArrowheads="1"/>
          </p:cNvSpPr>
          <p:nvPr/>
        </p:nvSpPr>
        <p:spPr bwMode="auto">
          <a:xfrm>
            <a:off x="7685088" y="4470400"/>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2960"/>
                </a:solidFill>
                <a:latin typeface="Arial"/>
                <a:cs typeface="Arial"/>
              </a:rPr>
              <a:t>8</a:t>
            </a:r>
          </a:p>
        </p:txBody>
      </p:sp>
      <p:sp>
        <p:nvSpPr>
          <p:cNvPr id="19" name="Text Box 51"/>
          <p:cNvSpPr txBox="1">
            <a:spLocks noChangeArrowheads="1"/>
          </p:cNvSpPr>
          <p:nvPr/>
        </p:nvSpPr>
        <p:spPr bwMode="auto">
          <a:xfrm>
            <a:off x="8472488" y="4470400"/>
            <a:ext cx="3129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2960"/>
                </a:solidFill>
                <a:latin typeface="Arial"/>
                <a:cs typeface="Arial"/>
              </a:rPr>
              <a:t>9</a:t>
            </a:r>
          </a:p>
        </p:txBody>
      </p:sp>
      <p:sp>
        <p:nvSpPr>
          <p:cNvPr id="20" name="Text Box 52"/>
          <p:cNvSpPr txBox="1">
            <a:spLocks noChangeArrowheads="1"/>
          </p:cNvSpPr>
          <p:nvPr/>
        </p:nvSpPr>
        <p:spPr bwMode="auto">
          <a:xfrm>
            <a:off x="9259888" y="4470400"/>
            <a:ext cx="44114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2960"/>
                </a:solidFill>
                <a:latin typeface="Arial"/>
                <a:cs typeface="Arial"/>
              </a:rPr>
              <a:t>10</a:t>
            </a:r>
          </a:p>
        </p:txBody>
      </p:sp>
      <p:sp>
        <p:nvSpPr>
          <p:cNvPr id="21" name="Text Box 53"/>
          <p:cNvSpPr txBox="1">
            <a:spLocks noChangeArrowheads="1"/>
          </p:cNvSpPr>
          <p:nvPr/>
        </p:nvSpPr>
        <p:spPr bwMode="auto">
          <a:xfrm>
            <a:off x="1868488" y="5922964"/>
            <a:ext cx="3048000" cy="68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4625" indent="-174625">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marL="80963" indent="-80963">
              <a:buClr>
                <a:srgbClr val="F2B800"/>
              </a:buClr>
              <a:buFont typeface="Arial" panose="020B0604020202020204" pitchFamily="34" charset="0"/>
              <a:buChar char="•"/>
            </a:pPr>
            <a:r>
              <a:rPr lang="en-US" altLang="en-US" sz="1300">
                <a:solidFill>
                  <a:srgbClr val="002960"/>
                </a:solidFill>
                <a:cs typeface="Arial"/>
              </a:rPr>
              <a:t>No need to assess tradeoffs</a:t>
            </a:r>
          </a:p>
          <a:p>
            <a:pPr marL="80963" indent="-80963">
              <a:buClr>
                <a:srgbClr val="F2B800"/>
              </a:buClr>
              <a:buFont typeface="Arial" panose="020B0604020202020204" pitchFamily="34" charset="0"/>
              <a:buChar char="•"/>
            </a:pPr>
            <a:r>
              <a:rPr lang="en-US" altLang="en-US" sz="1300">
                <a:solidFill>
                  <a:srgbClr val="002960"/>
                </a:solidFill>
                <a:cs typeface="Arial"/>
              </a:rPr>
              <a:t>No interdependencies</a:t>
            </a:r>
          </a:p>
          <a:p>
            <a:pPr marL="80963" indent="-80963">
              <a:buClr>
                <a:srgbClr val="F2B800"/>
              </a:buClr>
              <a:buFont typeface="Arial" panose="020B0604020202020204" pitchFamily="34" charset="0"/>
              <a:buChar char="•"/>
            </a:pPr>
            <a:r>
              <a:rPr lang="en-US" altLang="en-US" sz="1300">
                <a:solidFill>
                  <a:srgbClr val="002960"/>
                </a:solidFill>
                <a:cs typeface="Arial"/>
              </a:rPr>
              <a:t>No synergies (1+1=2)</a:t>
            </a:r>
          </a:p>
        </p:txBody>
      </p:sp>
      <p:sp>
        <p:nvSpPr>
          <p:cNvPr id="22" name="Text Box 54"/>
          <p:cNvSpPr txBox="1">
            <a:spLocks noChangeArrowheads="1"/>
          </p:cNvSpPr>
          <p:nvPr/>
        </p:nvSpPr>
        <p:spPr bwMode="auto">
          <a:xfrm>
            <a:off x="7428472" y="5916614"/>
            <a:ext cx="2916000" cy="68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4625" indent="-174625">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marL="80963" indent="-80963">
              <a:buClr>
                <a:srgbClr val="F2B800"/>
              </a:buClr>
              <a:buFont typeface="Arial" panose="020B0604020202020204" pitchFamily="34" charset="0"/>
              <a:buChar char="•"/>
            </a:pPr>
            <a:r>
              <a:rPr lang="en-US" altLang="en-US" sz="1300">
                <a:solidFill>
                  <a:srgbClr val="002960"/>
                </a:solidFill>
                <a:cs typeface="Arial"/>
              </a:rPr>
              <a:t>Continuous assessment of tradeoffs</a:t>
            </a:r>
          </a:p>
          <a:p>
            <a:pPr marL="80963" indent="-80963">
              <a:buClr>
                <a:srgbClr val="F2B800"/>
              </a:buClr>
              <a:buFont typeface="Arial" panose="020B0604020202020204" pitchFamily="34" charset="0"/>
              <a:buChar char="•"/>
            </a:pPr>
            <a:r>
              <a:rPr lang="en-US" altLang="en-US" sz="1300">
                <a:solidFill>
                  <a:srgbClr val="002960"/>
                </a:solidFill>
                <a:cs typeface="Arial"/>
              </a:rPr>
              <a:t>High interdependencies</a:t>
            </a:r>
          </a:p>
          <a:p>
            <a:pPr marL="80963" indent="-80963">
              <a:buClr>
                <a:srgbClr val="F2B800"/>
              </a:buClr>
              <a:buFont typeface="Arial" panose="020B0604020202020204" pitchFamily="34" charset="0"/>
              <a:buChar char="•"/>
            </a:pPr>
            <a:r>
              <a:rPr lang="en-US" altLang="en-US" sz="1300">
                <a:solidFill>
                  <a:srgbClr val="002960"/>
                </a:solidFill>
                <a:cs typeface="Arial"/>
              </a:rPr>
              <a:t>High synergies (1+1&gt;2)</a:t>
            </a:r>
          </a:p>
        </p:txBody>
      </p:sp>
      <p:sp>
        <p:nvSpPr>
          <p:cNvPr id="23" name="Text Box 55"/>
          <p:cNvSpPr txBox="1">
            <a:spLocks noChangeArrowheads="1"/>
          </p:cNvSpPr>
          <p:nvPr/>
        </p:nvSpPr>
        <p:spPr bwMode="auto">
          <a:xfrm>
            <a:off x="1808617" y="920750"/>
            <a:ext cx="8535600" cy="523220"/>
          </a:xfrm>
          <a:prstGeom prst="rect">
            <a:avLst/>
          </a:prstGeom>
          <a:solidFill>
            <a:schemeClr val="tx1">
              <a:lumMod val="75000"/>
              <a:lumOff val="25000"/>
            </a:schemeClr>
          </a:solidFill>
          <a:ln>
            <a:solidFill>
              <a:schemeClr val="tx1">
                <a:lumMod val="75000"/>
                <a:lumOff val="25000"/>
              </a:schemeClr>
            </a:solidFill>
          </a:ln>
          <a:effectLst/>
        </p:spPr>
        <p:txBody>
          <a:bodyPr wrap="square">
            <a:spAutoFit/>
          </a:bodyPr>
          <a:lstStyle/>
          <a:p>
            <a:pPr algn="ctr"/>
            <a:r>
              <a:rPr lang="en-US" altLang="en-US" sz="1400" b="1" i="1">
                <a:solidFill>
                  <a:srgbClr val="FFFFFF"/>
                </a:solidFill>
                <a:latin typeface="Arial"/>
                <a:cs typeface="Arial"/>
              </a:rPr>
              <a:t>A high performance team operates like a baseball team; according to the challenge presented members play in the field as a cohesive unit or they address challenges as individual batters…</a:t>
            </a:r>
          </a:p>
        </p:txBody>
      </p:sp>
      <p:sp>
        <p:nvSpPr>
          <p:cNvPr id="24" name="Text Box 56"/>
          <p:cNvSpPr txBox="1">
            <a:spLocks noChangeArrowheads="1"/>
          </p:cNvSpPr>
          <p:nvPr/>
        </p:nvSpPr>
        <p:spPr bwMode="auto">
          <a:xfrm>
            <a:off x="1944689" y="5503863"/>
            <a:ext cx="14001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solidFill>
                  <a:srgbClr val="002960"/>
                </a:solidFill>
                <a:latin typeface="Arial"/>
                <a:cs typeface="Arial"/>
              </a:rPr>
              <a:t>WORKGROUP</a:t>
            </a:r>
          </a:p>
        </p:txBody>
      </p:sp>
      <p:sp>
        <p:nvSpPr>
          <p:cNvPr id="25" name="Text Box 57"/>
          <p:cNvSpPr txBox="1">
            <a:spLocks noChangeArrowheads="1"/>
          </p:cNvSpPr>
          <p:nvPr/>
        </p:nvSpPr>
        <p:spPr bwMode="auto">
          <a:xfrm>
            <a:off x="9585076" y="5503863"/>
            <a:ext cx="687388"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400" b="1">
                <a:solidFill>
                  <a:srgbClr val="002960"/>
                </a:solidFill>
                <a:latin typeface="Arial"/>
                <a:cs typeface="Arial"/>
              </a:rPr>
              <a:t>TEAM</a:t>
            </a:r>
          </a:p>
        </p:txBody>
      </p:sp>
      <p:sp>
        <p:nvSpPr>
          <p:cNvPr id="26" name="AutoShape 58"/>
          <p:cNvSpPr>
            <a:spLocks noChangeArrowheads="1"/>
          </p:cNvSpPr>
          <p:nvPr/>
        </p:nvSpPr>
        <p:spPr bwMode="auto">
          <a:xfrm>
            <a:off x="6945313" y="2732088"/>
            <a:ext cx="1371600" cy="576262"/>
          </a:xfrm>
          <a:prstGeom prst="roundRect">
            <a:avLst>
              <a:gd name="adj" fmla="val 16667"/>
            </a:avLst>
          </a:prstGeom>
          <a:solidFill>
            <a:schemeClr val="tx2"/>
          </a:solidFill>
          <a:ln w="9525">
            <a:noFill/>
            <a:round/>
            <a:headEnd/>
            <a:tailEnd/>
          </a:ln>
          <a:effectLst/>
        </p:spPr>
        <p:txBody>
          <a:bodyPr anchor="ctr"/>
          <a:lstStyle/>
          <a:p>
            <a:pPr algn="ctr"/>
            <a:r>
              <a:rPr lang="en-US" altLang="en-US" sz="1400" b="1">
                <a:solidFill>
                  <a:srgbClr val="FFFFFF"/>
                </a:solidFill>
                <a:latin typeface="Arial"/>
                <a:cs typeface="Arial"/>
              </a:rPr>
              <a:t>People &amp; Organization</a:t>
            </a:r>
          </a:p>
        </p:txBody>
      </p:sp>
      <p:sp>
        <p:nvSpPr>
          <p:cNvPr id="27" name="AutoShape 59"/>
          <p:cNvSpPr>
            <a:spLocks noChangeArrowheads="1"/>
          </p:cNvSpPr>
          <p:nvPr/>
        </p:nvSpPr>
        <p:spPr bwMode="auto">
          <a:xfrm>
            <a:off x="8531225" y="2317750"/>
            <a:ext cx="1676400" cy="457200"/>
          </a:xfrm>
          <a:prstGeom prst="roundRect">
            <a:avLst>
              <a:gd name="adj" fmla="val 16667"/>
            </a:avLst>
          </a:prstGeom>
          <a:solidFill>
            <a:schemeClr val="accent3"/>
          </a:solidFill>
          <a:ln w="9525">
            <a:noFill/>
            <a:round/>
            <a:headEnd/>
            <a:tailEnd/>
          </a:ln>
          <a:effectLst/>
        </p:spPr>
        <p:txBody>
          <a:bodyPr wrap="none" anchor="ctr"/>
          <a:lstStyle/>
          <a:p>
            <a:pPr algn="ctr"/>
            <a:r>
              <a:rPr lang="en-US" altLang="en-US" sz="1400" b="1">
                <a:solidFill>
                  <a:srgbClr val="FFFFFF"/>
                </a:solidFill>
                <a:latin typeface="Arial"/>
                <a:cs typeface="Arial"/>
              </a:rPr>
              <a:t>Business Strategy</a:t>
            </a:r>
          </a:p>
        </p:txBody>
      </p:sp>
      <p:sp>
        <p:nvSpPr>
          <p:cNvPr id="28" name="AutoShape 60"/>
          <p:cNvSpPr>
            <a:spLocks noChangeArrowheads="1"/>
          </p:cNvSpPr>
          <p:nvPr/>
        </p:nvSpPr>
        <p:spPr bwMode="auto">
          <a:xfrm>
            <a:off x="1944688" y="2408238"/>
            <a:ext cx="990600" cy="457200"/>
          </a:xfrm>
          <a:prstGeom prst="roundRect">
            <a:avLst>
              <a:gd name="adj" fmla="val 16667"/>
            </a:avLst>
          </a:prstGeom>
          <a:solidFill>
            <a:schemeClr val="accent6"/>
          </a:solidFill>
          <a:ln w="9525">
            <a:noFill/>
            <a:round/>
            <a:headEnd/>
            <a:tailEnd/>
          </a:ln>
          <a:effectLst/>
        </p:spPr>
        <p:txBody>
          <a:bodyPr wrap="none" anchor="ctr"/>
          <a:lstStyle/>
          <a:p>
            <a:pPr algn="ctr"/>
            <a:r>
              <a:rPr lang="en-US" altLang="en-US" sz="1400" b="1">
                <a:solidFill>
                  <a:srgbClr val="002960"/>
                </a:solidFill>
                <a:latin typeface="Arial"/>
                <a:cs typeface="Arial"/>
              </a:rPr>
              <a:t>Sales</a:t>
            </a:r>
          </a:p>
        </p:txBody>
      </p:sp>
      <p:sp>
        <p:nvSpPr>
          <p:cNvPr id="29" name="AutoShape 61"/>
          <p:cNvSpPr>
            <a:spLocks noChangeArrowheads="1"/>
          </p:cNvSpPr>
          <p:nvPr/>
        </p:nvSpPr>
        <p:spPr bwMode="auto">
          <a:xfrm>
            <a:off x="2097088" y="3656013"/>
            <a:ext cx="1371600" cy="457200"/>
          </a:xfrm>
          <a:prstGeom prst="roundRect">
            <a:avLst>
              <a:gd name="adj" fmla="val 16667"/>
            </a:avLst>
          </a:prstGeom>
          <a:solidFill>
            <a:schemeClr val="accent5"/>
          </a:solidFill>
          <a:ln w="9525">
            <a:noFill/>
            <a:round/>
            <a:headEnd/>
            <a:tailEnd/>
          </a:ln>
          <a:effectLst/>
        </p:spPr>
        <p:txBody>
          <a:bodyPr wrap="none" anchor="ctr"/>
          <a:lstStyle/>
          <a:p>
            <a:pPr algn="ctr"/>
            <a:r>
              <a:rPr lang="en-US" altLang="en-US" sz="1400" b="1">
                <a:solidFill>
                  <a:srgbClr val="FFFFFF"/>
                </a:solidFill>
                <a:latin typeface="Arial"/>
                <a:cs typeface="Arial"/>
              </a:rPr>
              <a:t>Best Practices</a:t>
            </a:r>
          </a:p>
        </p:txBody>
      </p:sp>
      <p:sp>
        <p:nvSpPr>
          <p:cNvPr id="30" name="AutoShape 62"/>
          <p:cNvSpPr>
            <a:spLocks noChangeArrowheads="1"/>
          </p:cNvSpPr>
          <p:nvPr/>
        </p:nvSpPr>
        <p:spPr bwMode="auto">
          <a:xfrm>
            <a:off x="8859838" y="3013075"/>
            <a:ext cx="1066800" cy="457200"/>
          </a:xfrm>
          <a:prstGeom prst="roundRect">
            <a:avLst>
              <a:gd name="adj" fmla="val 16667"/>
            </a:avLst>
          </a:prstGeom>
          <a:solidFill>
            <a:schemeClr val="accent4"/>
          </a:solidFill>
          <a:ln w="9525">
            <a:noFill/>
            <a:round/>
            <a:headEnd/>
            <a:tailEnd/>
          </a:ln>
          <a:effectLst/>
        </p:spPr>
        <p:txBody>
          <a:bodyPr wrap="none" anchor="ctr"/>
          <a:lstStyle/>
          <a:p>
            <a:pPr algn="ctr"/>
            <a:r>
              <a:rPr lang="en-US" altLang="en-US" sz="1400" b="1">
                <a:solidFill>
                  <a:srgbClr val="FFFFFF"/>
                </a:solidFill>
                <a:latin typeface="Arial"/>
                <a:cs typeface="Arial"/>
              </a:rPr>
              <a:t>Budgeting</a:t>
            </a:r>
          </a:p>
        </p:txBody>
      </p:sp>
      <p:sp>
        <p:nvSpPr>
          <p:cNvPr id="31" name="AutoShape 63"/>
          <p:cNvSpPr>
            <a:spLocks noChangeArrowheads="1"/>
          </p:cNvSpPr>
          <p:nvPr/>
        </p:nvSpPr>
        <p:spPr bwMode="auto">
          <a:xfrm>
            <a:off x="2778125" y="3038475"/>
            <a:ext cx="1524000" cy="457200"/>
          </a:xfrm>
          <a:prstGeom prst="roundRect">
            <a:avLst>
              <a:gd name="adj" fmla="val 16667"/>
            </a:avLst>
          </a:prstGeom>
          <a:solidFill>
            <a:schemeClr val="accent2"/>
          </a:solidFill>
          <a:ln w="9525">
            <a:noFill/>
            <a:round/>
            <a:headEnd/>
            <a:tailEnd/>
          </a:ln>
          <a:effectLst/>
        </p:spPr>
        <p:txBody>
          <a:bodyPr wrap="none" anchor="ctr"/>
          <a:lstStyle/>
          <a:p>
            <a:pPr algn="ctr"/>
            <a:r>
              <a:rPr lang="en-US" altLang="en-US" sz="1400" b="1">
                <a:solidFill>
                  <a:srgbClr val="002960"/>
                </a:solidFill>
                <a:latin typeface="Arial"/>
                <a:cs typeface="Arial"/>
              </a:rPr>
              <a:t>Local execution</a:t>
            </a:r>
          </a:p>
        </p:txBody>
      </p:sp>
      <p:sp>
        <p:nvSpPr>
          <p:cNvPr id="32" name="AutoShape 64"/>
          <p:cNvSpPr>
            <a:spLocks noChangeArrowheads="1"/>
          </p:cNvSpPr>
          <p:nvPr/>
        </p:nvSpPr>
        <p:spPr bwMode="auto">
          <a:xfrm>
            <a:off x="7812088" y="3641725"/>
            <a:ext cx="1600200" cy="457200"/>
          </a:xfrm>
          <a:prstGeom prst="roundRect">
            <a:avLst>
              <a:gd name="adj" fmla="val 16667"/>
            </a:avLst>
          </a:prstGeom>
          <a:solidFill>
            <a:schemeClr val="tx1">
              <a:lumMod val="75000"/>
              <a:lumOff val="25000"/>
            </a:schemeClr>
          </a:solidFill>
          <a:ln w="9525">
            <a:noFill/>
            <a:round/>
            <a:headEnd/>
            <a:tailEnd/>
          </a:ln>
          <a:effectLst/>
        </p:spPr>
        <p:txBody>
          <a:bodyPr wrap="none" anchor="ctr"/>
          <a:lstStyle/>
          <a:p>
            <a:pPr algn="ctr"/>
            <a:r>
              <a:rPr lang="en-US" altLang="en-US" sz="1400" b="1">
                <a:solidFill>
                  <a:srgbClr val="FFFFFF"/>
                </a:solidFill>
                <a:latin typeface="Arial"/>
                <a:cs typeface="Arial"/>
              </a:rPr>
              <a:t>Long term vision</a:t>
            </a:r>
          </a:p>
        </p:txBody>
      </p:sp>
      <p:sp>
        <p:nvSpPr>
          <p:cNvPr id="33" name="Line 65"/>
          <p:cNvSpPr>
            <a:spLocks noChangeShapeType="1"/>
          </p:cNvSpPr>
          <p:nvPr/>
        </p:nvSpPr>
        <p:spPr bwMode="auto">
          <a:xfrm>
            <a:off x="4383088" y="3759201"/>
            <a:ext cx="1524000" cy="1527175"/>
          </a:xfrm>
          <a:prstGeom prst="line">
            <a:avLst/>
          </a:prstGeom>
          <a:noFill/>
          <a:ln w="57150">
            <a:solidFill>
              <a:srgbClr val="B2B2B2"/>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2D62"/>
              </a:solidFill>
              <a:latin typeface="Arial"/>
              <a:cs typeface="Arial"/>
            </a:endParaRPr>
          </a:p>
        </p:txBody>
      </p:sp>
      <p:sp>
        <p:nvSpPr>
          <p:cNvPr id="34" name="Line 66"/>
          <p:cNvSpPr>
            <a:spLocks noChangeShapeType="1"/>
          </p:cNvSpPr>
          <p:nvPr/>
        </p:nvSpPr>
        <p:spPr bwMode="auto">
          <a:xfrm flipH="1">
            <a:off x="5907088" y="3302000"/>
            <a:ext cx="381000" cy="1981200"/>
          </a:xfrm>
          <a:prstGeom prst="line">
            <a:avLst/>
          </a:prstGeom>
          <a:noFill/>
          <a:ln w="57150">
            <a:solidFill>
              <a:srgbClr val="B2B2B2"/>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2D62"/>
              </a:solidFill>
              <a:latin typeface="Arial"/>
              <a:cs typeface="Arial"/>
            </a:endParaRPr>
          </a:p>
        </p:txBody>
      </p:sp>
      <p:sp>
        <p:nvSpPr>
          <p:cNvPr id="35" name="Line 67"/>
          <p:cNvSpPr>
            <a:spLocks noChangeShapeType="1"/>
          </p:cNvSpPr>
          <p:nvPr/>
        </p:nvSpPr>
        <p:spPr bwMode="auto">
          <a:xfrm flipV="1">
            <a:off x="5907088" y="3925888"/>
            <a:ext cx="1676400" cy="1371600"/>
          </a:xfrm>
          <a:prstGeom prst="line">
            <a:avLst/>
          </a:prstGeom>
          <a:noFill/>
          <a:ln w="57150">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2D62"/>
              </a:solidFill>
              <a:latin typeface="Arial"/>
              <a:cs typeface="Arial"/>
            </a:endParaRPr>
          </a:p>
        </p:txBody>
      </p:sp>
      <p:sp>
        <p:nvSpPr>
          <p:cNvPr id="36" name="Text Box 68"/>
          <p:cNvSpPr txBox="1">
            <a:spLocks noChangeArrowheads="1"/>
          </p:cNvSpPr>
          <p:nvPr/>
        </p:nvSpPr>
        <p:spPr bwMode="auto">
          <a:xfrm>
            <a:off x="4873625" y="5503863"/>
            <a:ext cx="2071688"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solidFill>
                  <a:srgbClr val="002960"/>
                </a:solidFill>
                <a:latin typeface="Arial"/>
                <a:cs typeface="Arial"/>
              </a:rPr>
              <a:t>HIGH PERFORMANCE</a:t>
            </a:r>
          </a:p>
        </p:txBody>
      </p:sp>
      <p:sp>
        <p:nvSpPr>
          <p:cNvPr id="37" name="Text Box 69"/>
          <p:cNvSpPr txBox="1">
            <a:spLocks noChangeArrowheads="1"/>
          </p:cNvSpPr>
          <p:nvPr/>
        </p:nvSpPr>
        <p:spPr bwMode="auto">
          <a:xfrm>
            <a:off x="1792288" y="1470025"/>
            <a:ext cx="8534400" cy="687388"/>
          </a:xfrm>
          <a:prstGeom prst="rect">
            <a:avLst/>
          </a:prstGeom>
          <a:noFill/>
          <a:ln>
            <a:noFill/>
          </a:ln>
          <a:effectLst/>
          <a:extLst>
            <a:ext uri="{909E8E84-426E-40DD-AFC4-6F175D3DCCD1}">
              <a14:hiddenFill xmlns:a14="http://schemas.microsoft.com/office/drawing/2010/main">
                <a:solidFill>
                  <a:srgbClr val="C0C0C0">
                    <a:alpha val="50000"/>
                  </a:srgbClr>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300" b="1">
                <a:solidFill>
                  <a:srgbClr val="46509C"/>
                </a:solidFill>
                <a:latin typeface="Arial"/>
                <a:cs typeface="Arial"/>
              </a:rPr>
              <a:t>The first step is to have absolute clarity on the team’s purpose; the scope of work will naturally derive from this purpose. High performance teams have the flexibility to adapt and the competency to understand whether to address each task as a workgroup or a team.</a:t>
            </a:r>
          </a:p>
        </p:txBody>
      </p:sp>
    </p:spTree>
    <p:extLst>
      <p:ext uri="{BB962C8B-B14F-4D97-AF65-F5344CB8AC3E}">
        <p14:creationId xmlns:p14="http://schemas.microsoft.com/office/powerpoint/2010/main" val="4220084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football team objectives</a:t>
            </a:r>
            <a:endParaRPr lang="en-US">
              <a:solidFill>
                <a:schemeClr val="accent2"/>
              </a:solidFill>
            </a:endParaRPr>
          </a:p>
        </p:txBody>
      </p:sp>
      <p:graphicFrame>
        <p:nvGraphicFramePr>
          <p:cNvPr id="4" name="Content Placeholder 3"/>
          <p:cNvGraphicFramePr>
            <a:graphicFrameLocks noGrp="1"/>
          </p:cNvGraphicFramePr>
          <p:nvPr>
            <p:ph idx="1"/>
          </p:nvPr>
        </p:nvGraphicFramePr>
        <p:xfrm>
          <a:off x="2188315" y="1412776"/>
          <a:ext cx="7775018" cy="2284100"/>
        </p:xfrm>
        <a:graphic>
          <a:graphicData uri="http://schemas.openxmlformats.org/drawingml/2006/table">
            <a:tbl>
              <a:tblPr bandRow="1">
                <a:tableStyleId>{5C22544A-7EE6-4342-B048-85BDC9FD1C3A}</a:tableStyleId>
              </a:tblPr>
              <a:tblGrid>
                <a:gridCol w="3887787">
                  <a:extLst>
                    <a:ext uri="{9D8B030D-6E8A-4147-A177-3AD203B41FA5}">
                      <a16:colId xmlns:a16="http://schemas.microsoft.com/office/drawing/2014/main" val="20000"/>
                    </a:ext>
                  </a:extLst>
                </a:gridCol>
                <a:gridCol w="3887231">
                  <a:extLst>
                    <a:ext uri="{9D8B030D-6E8A-4147-A177-3AD203B41FA5}">
                      <a16:colId xmlns:a16="http://schemas.microsoft.com/office/drawing/2014/main" val="20001"/>
                    </a:ext>
                  </a:extLst>
                </a:gridCol>
              </a:tblGrid>
              <a:tr h="664847">
                <a:tc>
                  <a:txBody>
                    <a:bodyPr/>
                    <a:lstStyle/>
                    <a:p>
                      <a:r>
                        <a:rPr lang="en-US" sz="1900" b="1"/>
                        <a:t>Soccer</a:t>
                      </a:r>
                      <a:r>
                        <a:rPr lang="en-US" sz="1900" b="1" baseline="0"/>
                        <a:t> team objective:</a:t>
                      </a:r>
                      <a:endParaRPr lang="en-US" sz="1900" b="1"/>
                    </a:p>
                  </a:txBody>
                  <a:tcPr marL="80359" marR="80359" marT="42863" marB="42863">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1900"/>
                        <a:t>“Win, by scoring more goals</a:t>
                      </a:r>
                      <a:r>
                        <a:rPr lang="en-US" sz="1900" baseline="0"/>
                        <a:t> than the other team”</a:t>
                      </a:r>
                      <a:endParaRPr lang="en-US" sz="1900"/>
                    </a:p>
                  </a:txBody>
                  <a:tcPr marL="80359" marR="80359" marT="42863" marB="42863">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0"/>
                  </a:ext>
                </a:extLst>
              </a:tr>
              <a:tr h="664847">
                <a:tc>
                  <a:txBody>
                    <a:bodyPr/>
                    <a:lstStyle/>
                    <a:p>
                      <a:r>
                        <a:rPr lang="en-US" sz="1900" b="1"/>
                        <a:t>Offense sub-team objective:</a:t>
                      </a:r>
                    </a:p>
                    <a:p>
                      <a:r>
                        <a:rPr lang="en-US" sz="1900" b="1"/>
                        <a:t>Defense</a:t>
                      </a:r>
                      <a:r>
                        <a:rPr lang="en-US" sz="1900" b="1" baseline="0"/>
                        <a:t> sub-team objective:</a:t>
                      </a:r>
                      <a:endParaRPr lang="en-US" sz="1900" b="1"/>
                    </a:p>
                  </a:txBody>
                  <a:tcPr marL="80359" marR="80359" marT="42863" marB="42863">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1900"/>
                        <a:t>“Score goals”</a:t>
                      </a:r>
                    </a:p>
                    <a:p>
                      <a:r>
                        <a:rPr lang="en-US" sz="1900"/>
                        <a:t>“Prevent the</a:t>
                      </a:r>
                      <a:r>
                        <a:rPr lang="en-US" sz="1900" baseline="0"/>
                        <a:t> other team from scoring”</a:t>
                      </a:r>
                      <a:endParaRPr lang="en-US" sz="1900"/>
                    </a:p>
                  </a:txBody>
                  <a:tcPr marL="80359" marR="80359" marT="42863" marB="42863">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1"/>
                  </a:ext>
                </a:extLst>
              </a:tr>
              <a:tr h="664847">
                <a:tc>
                  <a:txBody>
                    <a:bodyPr/>
                    <a:lstStyle/>
                    <a:p>
                      <a:r>
                        <a:rPr lang="en-US" sz="1900" b="1"/>
                        <a:t>Offense team preferred play:</a:t>
                      </a:r>
                    </a:p>
                    <a:p>
                      <a:r>
                        <a:rPr lang="en-US" sz="1900" b="1"/>
                        <a:t>Defense team preferred play:</a:t>
                      </a:r>
                    </a:p>
                  </a:txBody>
                  <a:tcPr marL="80359" marR="80359" marT="42863" marB="42863">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1900"/>
                        <a:t>Lose 4-5</a:t>
                      </a:r>
                      <a:r>
                        <a:rPr lang="en-US" sz="1900" baseline="0"/>
                        <a:t> or win 1-0?</a:t>
                      </a:r>
                    </a:p>
                    <a:p>
                      <a:r>
                        <a:rPr lang="en-US" sz="1900" baseline="0"/>
                        <a:t>Lose 0-1 or win 5-4?</a:t>
                      </a:r>
                      <a:endParaRPr lang="en-US" sz="1900"/>
                    </a:p>
                  </a:txBody>
                  <a:tcPr marL="80359" marR="80359" marT="42863" marB="42863">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Box 5"/>
          <p:cNvSpPr txBox="1"/>
          <p:nvPr/>
        </p:nvSpPr>
        <p:spPr>
          <a:xfrm>
            <a:off x="3497204" y="4620977"/>
            <a:ext cx="5157243" cy="1256890"/>
          </a:xfrm>
          <a:prstGeom prst="rect">
            <a:avLst/>
          </a:prstGeom>
          <a:solidFill>
            <a:schemeClr val="accent5"/>
          </a:solidFill>
        </p:spPr>
        <p:txBody>
          <a:bodyPr wrap="square" lIns="86493" tIns="43247" rIns="86493" bIns="43247" rtlCol="0">
            <a:spAutoFit/>
          </a:bodyPr>
          <a:lstStyle/>
          <a:p>
            <a:pPr algn="ctr" fontAlgn="base">
              <a:spcBef>
                <a:spcPct val="0"/>
              </a:spcBef>
              <a:spcAft>
                <a:spcPct val="0"/>
              </a:spcAft>
            </a:pPr>
            <a:r>
              <a:rPr lang="en-US" sz="1900" b="1">
                <a:solidFill>
                  <a:prstClr val="white"/>
                </a:solidFill>
                <a:latin typeface="Arial"/>
                <a:cs typeface="Arial" charset="0"/>
              </a:rPr>
              <a:t>The team’s shared objective must outweigh individual objectives; sub-teams must sometimes sub-optimize in order to win as a team</a:t>
            </a:r>
          </a:p>
        </p:txBody>
      </p:sp>
      <p:sp>
        <p:nvSpPr>
          <p:cNvPr id="10" name="Down Arrow 9"/>
          <p:cNvSpPr/>
          <p:nvPr/>
        </p:nvSpPr>
        <p:spPr bwMode="auto">
          <a:xfrm>
            <a:off x="5427752" y="3900869"/>
            <a:ext cx="1296144" cy="504056"/>
          </a:xfrm>
          <a:prstGeom prst="downArrow">
            <a:avLst/>
          </a:prstGeom>
          <a:solidFill>
            <a:schemeClr val="accent2"/>
          </a:solidFill>
          <a:ln w="6350" cap="flat" cmpd="sng" algn="ctr">
            <a:solidFill>
              <a:schemeClr val="accent2"/>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266700" indent="-266700" algn="ctr" fontAlgn="base">
              <a:spcBef>
                <a:spcPct val="0"/>
              </a:spcBef>
              <a:spcAft>
                <a:spcPct val="100000"/>
              </a:spcAft>
              <a:buClr>
                <a:srgbClr val="0066AA"/>
              </a:buClr>
              <a:buFont typeface="Arial" pitchFamily="34" charset="0"/>
              <a:buChar char="&gt;"/>
            </a:pPr>
            <a:endParaRPr lang="es-AR" sz="2000">
              <a:solidFill>
                <a:prstClr val="black"/>
              </a:solidFill>
              <a:latin typeface="Arial"/>
              <a:cs typeface="Arial" charset="0"/>
            </a:endParaRPr>
          </a:p>
        </p:txBody>
      </p:sp>
    </p:spTree>
    <p:extLst>
      <p:ext uri="{BB962C8B-B14F-4D97-AF65-F5344CB8AC3E}">
        <p14:creationId xmlns:p14="http://schemas.microsoft.com/office/powerpoint/2010/main" val="34185177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21 Grupo"/>
          <p:cNvGrpSpPr>
            <a:grpSpLocks/>
          </p:cNvGrpSpPr>
          <p:nvPr/>
        </p:nvGrpSpPr>
        <p:grpSpPr bwMode="auto">
          <a:xfrm>
            <a:off x="1524000" y="0"/>
            <a:ext cx="9144000" cy="6858000"/>
            <a:chOff x="0" y="0"/>
            <a:chExt cx="9144000" cy="6858000"/>
          </a:xfrm>
        </p:grpSpPr>
        <p:pic>
          <p:nvPicPr>
            <p:cNvPr id="3089" name="Picture 10" descr="iStock_000005849542Medium"/>
            <p:cNvPicPr>
              <a:picLocks noChangeAspect="1" noChangeArrowheads="1"/>
            </p:cNvPicPr>
            <p:nvPr/>
          </p:nvPicPr>
          <p:blipFill>
            <a:blip r:embed="rId3" cstate="print"/>
            <a:srcRect l="85049"/>
            <a:stretch>
              <a:fillRect/>
            </a:stretch>
          </p:blipFill>
          <p:spPr bwMode="auto">
            <a:xfrm flipH="1">
              <a:off x="4572000" y="0"/>
              <a:ext cx="4572000" cy="6858000"/>
            </a:xfrm>
            <a:prstGeom prst="rect">
              <a:avLst/>
            </a:prstGeom>
            <a:noFill/>
            <a:ln w="9525">
              <a:noFill/>
              <a:miter lim="800000"/>
              <a:headEnd/>
              <a:tailEnd/>
            </a:ln>
          </p:spPr>
        </p:pic>
        <p:pic>
          <p:nvPicPr>
            <p:cNvPr id="3090" name="Picture 10" descr="iStock_000005849542Medium"/>
            <p:cNvPicPr>
              <a:picLocks noChangeAspect="1" noChangeArrowheads="1"/>
            </p:cNvPicPr>
            <p:nvPr/>
          </p:nvPicPr>
          <p:blipFill>
            <a:blip r:embed="rId3" cstate="print"/>
            <a:srcRect/>
            <a:stretch>
              <a:fillRect/>
            </a:stretch>
          </p:blipFill>
          <p:spPr bwMode="auto">
            <a:xfrm>
              <a:off x="0" y="0"/>
              <a:ext cx="4572000" cy="6858000"/>
            </a:xfrm>
            <a:prstGeom prst="rect">
              <a:avLst/>
            </a:prstGeom>
            <a:noFill/>
            <a:ln w="9525">
              <a:noFill/>
              <a:miter lim="800000"/>
              <a:headEnd/>
              <a:tailEnd/>
            </a:ln>
          </p:spPr>
        </p:pic>
      </p:grpSp>
      <p:sp>
        <p:nvSpPr>
          <p:cNvPr id="3075" name="Text Box 14"/>
          <p:cNvSpPr txBox="1">
            <a:spLocks noChangeArrowheads="1"/>
          </p:cNvSpPr>
          <p:nvPr/>
        </p:nvSpPr>
        <p:spPr bwMode="auto">
          <a:xfrm>
            <a:off x="3747507" y="1340769"/>
            <a:ext cx="880562" cy="646331"/>
          </a:xfrm>
          <a:prstGeom prst="rect">
            <a:avLst/>
          </a:prstGeom>
          <a:noFill/>
          <a:ln w="9525">
            <a:noFill/>
            <a:miter lim="800000"/>
            <a:headEnd/>
            <a:tailEnd/>
          </a:ln>
        </p:spPr>
        <p:txBody>
          <a:bodyPr wrap="none">
            <a:spAutoFit/>
          </a:bodyPr>
          <a:lstStyle/>
          <a:p>
            <a:pPr algn="ctr"/>
            <a:r>
              <a:rPr lang="en-US" sz="2000" b="1">
                <a:solidFill>
                  <a:srgbClr val="002D62"/>
                </a:solidFill>
                <a:latin typeface="Arial"/>
                <a:cs typeface="Arial"/>
              </a:rPr>
              <a:t>HAVE</a:t>
            </a:r>
          </a:p>
          <a:p>
            <a:pPr algn="ctr"/>
            <a:r>
              <a:rPr lang="en-US" sz="1600" b="1">
                <a:solidFill>
                  <a:srgbClr val="002D62"/>
                </a:solidFill>
                <a:latin typeface="Arial"/>
                <a:cs typeface="Arial"/>
              </a:rPr>
              <a:t>results</a:t>
            </a:r>
          </a:p>
        </p:txBody>
      </p:sp>
      <p:sp>
        <p:nvSpPr>
          <p:cNvPr id="3076" name="Text Box 15"/>
          <p:cNvSpPr txBox="1">
            <a:spLocks noChangeArrowheads="1"/>
          </p:cNvSpPr>
          <p:nvPr/>
        </p:nvSpPr>
        <p:spPr bwMode="auto">
          <a:xfrm>
            <a:off x="3611348" y="2900364"/>
            <a:ext cx="1152880" cy="646331"/>
          </a:xfrm>
          <a:prstGeom prst="rect">
            <a:avLst/>
          </a:prstGeom>
          <a:noFill/>
          <a:ln w="9525">
            <a:noFill/>
            <a:miter lim="800000"/>
            <a:headEnd/>
            <a:tailEnd/>
          </a:ln>
        </p:spPr>
        <p:txBody>
          <a:bodyPr wrap="none">
            <a:spAutoFit/>
          </a:bodyPr>
          <a:lstStyle/>
          <a:p>
            <a:pPr algn="ctr"/>
            <a:r>
              <a:rPr lang="en-US" sz="2000" b="1">
                <a:solidFill>
                  <a:srgbClr val="FFFFFF"/>
                </a:solidFill>
                <a:latin typeface="Arial"/>
                <a:cs typeface="Arial"/>
              </a:rPr>
              <a:t>DO</a:t>
            </a:r>
          </a:p>
          <a:p>
            <a:pPr algn="ctr"/>
            <a:r>
              <a:rPr lang="en-US" sz="1600" b="1">
                <a:solidFill>
                  <a:srgbClr val="FFFFFF"/>
                </a:solidFill>
                <a:latin typeface="Arial"/>
                <a:cs typeface="Arial"/>
              </a:rPr>
              <a:t>behaviors</a:t>
            </a:r>
            <a:endParaRPr lang="en-US" sz="2000" b="1">
              <a:solidFill>
                <a:srgbClr val="FFFFFF"/>
              </a:solidFill>
              <a:latin typeface="Arial"/>
              <a:cs typeface="Arial"/>
            </a:endParaRPr>
          </a:p>
        </p:txBody>
      </p:sp>
      <p:sp>
        <p:nvSpPr>
          <p:cNvPr id="3077" name="Text Box 16"/>
          <p:cNvSpPr txBox="1">
            <a:spLocks noChangeArrowheads="1"/>
          </p:cNvSpPr>
          <p:nvPr/>
        </p:nvSpPr>
        <p:spPr bwMode="auto">
          <a:xfrm>
            <a:off x="3287688" y="4737100"/>
            <a:ext cx="1800200" cy="892552"/>
          </a:xfrm>
          <a:prstGeom prst="rect">
            <a:avLst/>
          </a:prstGeom>
          <a:noFill/>
          <a:ln w="9525">
            <a:noFill/>
            <a:miter lim="800000"/>
            <a:headEnd/>
            <a:tailEnd/>
          </a:ln>
        </p:spPr>
        <p:txBody>
          <a:bodyPr wrap="square">
            <a:spAutoFit/>
          </a:bodyPr>
          <a:lstStyle/>
          <a:p>
            <a:pPr algn="ctr"/>
            <a:r>
              <a:rPr lang="en-US" sz="2000" b="1">
                <a:solidFill>
                  <a:srgbClr val="FFFFFF"/>
                </a:solidFill>
                <a:latin typeface="Arial"/>
                <a:cs typeface="Arial"/>
              </a:rPr>
              <a:t>BE</a:t>
            </a:r>
          </a:p>
          <a:p>
            <a:pPr algn="ctr"/>
            <a:r>
              <a:rPr lang="en-US" sz="1600" b="1">
                <a:solidFill>
                  <a:srgbClr val="FFFFFF"/>
                </a:solidFill>
                <a:latin typeface="Arial"/>
                <a:cs typeface="Arial"/>
              </a:rPr>
              <a:t>mental models, values &amp; beliefs</a:t>
            </a:r>
            <a:endParaRPr lang="en-US" sz="1400" b="1">
              <a:solidFill>
                <a:srgbClr val="FFFFFF"/>
              </a:solidFill>
              <a:latin typeface="Arial"/>
              <a:cs typeface="Arial"/>
            </a:endParaRPr>
          </a:p>
        </p:txBody>
      </p:sp>
      <p:sp>
        <p:nvSpPr>
          <p:cNvPr id="3078" name="Line 17"/>
          <p:cNvSpPr>
            <a:spLocks noChangeShapeType="1"/>
          </p:cNvSpPr>
          <p:nvPr/>
        </p:nvSpPr>
        <p:spPr bwMode="auto">
          <a:xfrm>
            <a:off x="1847851" y="4005064"/>
            <a:ext cx="8423275" cy="0"/>
          </a:xfrm>
          <a:prstGeom prst="line">
            <a:avLst/>
          </a:prstGeom>
          <a:noFill/>
          <a:ln w="28575">
            <a:solidFill>
              <a:schemeClr val="accent1"/>
            </a:solidFill>
            <a:prstDash val="dash"/>
            <a:round/>
            <a:headEnd/>
            <a:tailEnd/>
          </a:ln>
        </p:spPr>
        <p:txBody>
          <a:bodyPr/>
          <a:lstStyle/>
          <a:p>
            <a:endParaRPr lang="en-US">
              <a:solidFill>
                <a:srgbClr val="002D62"/>
              </a:solidFill>
              <a:latin typeface="Arial"/>
              <a:cs typeface="Arial"/>
            </a:endParaRPr>
          </a:p>
        </p:txBody>
      </p:sp>
      <p:sp>
        <p:nvSpPr>
          <p:cNvPr id="3079" name="Line 18"/>
          <p:cNvSpPr>
            <a:spLocks noChangeShapeType="1"/>
          </p:cNvSpPr>
          <p:nvPr/>
        </p:nvSpPr>
        <p:spPr bwMode="auto">
          <a:xfrm>
            <a:off x="1847851" y="2060575"/>
            <a:ext cx="8424863" cy="0"/>
          </a:xfrm>
          <a:prstGeom prst="line">
            <a:avLst/>
          </a:prstGeom>
          <a:noFill/>
          <a:ln w="28575">
            <a:solidFill>
              <a:schemeClr val="accent1"/>
            </a:solidFill>
            <a:round/>
            <a:headEnd/>
            <a:tailEnd/>
          </a:ln>
        </p:spPr>
        <p:txBody>
          <a:bodyPr/>
          <a:lstStyle/>
          <a:p>
            <a:endParaRPr lang="en-US">
              <a:solidFill>
                <a:srgbClr val="002D62"/>
              </a:solidFill>
              <a:latin typeface="Arial"/>
              <a:cs typeface="Arial"/>
            </a:endParaRPr>
          </a:p>
        </p:txBody>
      </p:sp>
      <p:sp>
        <p:nvSpPr>
          <p:cNvPr id="3080" name="Text Box 19"/>
          <p:cNvSpPr txBox="1">
            <a:spLocks noChangeArrowheads="1"/>
          </p:cNvSpPr>
          <p:nvPr/>
        </p:nvSpPr>
        <p:spPr bwMode="auto">
          <a:xfrm>
            <a:off x="7104112" y="4365105"/>
            <a:ext cx="2952328" cy="769441"/>
          </a:xfrm>
          <a:prstGeom prst="rect">
            <a:avLst/>
          </a:prstGeom>
          <a:noFill/>
          <a:ln w="9525">
            <a:noFill/>
            <a:miter lim="800000"/>
            <a:headEnd/>
            <a:tailEnd/>
          </a:ln>
        </p:spPr>
        <p:txBody>
          <a:bodyPr wrap="square">
            <a:spAutoFit/>
          </a:bodyPr>
          <a:lstStyle/>
          <a:p>
            <a:pPr algn="r"/>
            <a:r>
              <a:rPr lang="en-US" sz="2400" b="1">
                <a:solidFill>
                  <a:srgbClr val="FFFFFF"/>
                </a:solidFill>
                <a:latin typeface="Arial"/>
                <a:cs typeface="Arial"/>
              </a:rPr>
              <a:t>CONSCIOUSNESS</a:t>
            </a:r>
            <a:r>
              <a:rPr lang="en-US" sz="2000" b="1">
                <a:solidFill>
                  <a:srgbClr val="FFFFFF"/>
                </a:solidFill>
                <a:latin typeface="Arial"/>
                <a:cs typeface="Arial"/>
              </a:rPr>
              <a:t> </a:t>
            </a:r>
          </a:p>
          <a:p>
            <a:pPr algn="r"/>
            <a:r>
              <a:rPr lang="en-US" sz="2000" b="1">
                <a:solidFill>
                  <a:srgbClr val="FFFFFF"/>
                </a:solidFill>
                <a:latin typeface="Arial"/>
                <a:cs typeface="Arial"/>
              </a:rPr>
              <a:t>(flexible configuration)</a:t>
            </a:r>
          </a:p>
        </p:txBody>
      </p:sp>
      <p:sp>
        <p:nvSpPr>
          <p:cNvPr id="3081" name="Text Box 20"/>
          <p:cNvSpPr txBox="1">
            <a:spLocks noChangeArrowheads="1"/>
          </p:cNvSpPr>
          <p:nvPr/>
        </p:nvSpPr>
        <p:spPr bwMode="auto">
          <a:xfrm>
            <a:off x="6600056" y="2463280"/>
            <a:ext cx="3421062" cy="461665"/>
          </a:xfrm>
          <a:prstGeom prst="rect">
            <a:avLst/>
          </a:prstGeom>
          <a:noFill/>
          <a:ln w="9525">
            <a:noFill/>
            <a:miter lim="800000"/>
            <a:headEnd/>
            <a:tailEnd/>
          </a:ln>
        </p:spPr>
        <p:txBody>
          <a:bodyPr>
            <a:spAutoFit/>
          </a:bodyPr>
          <a:lstStyle/>
          <a:p>
            <a:pPr algn="r"/>
            <a:r>
              <a:rPr lang="en-US" sz="2400" b="1">
                <a:solidFill>
                  <a:srgbClr val="FFFFFF"/>
                </a:solidFill>
                <a:latin typeface="Arial"/>
                <a:cs typeface="Arial"/>
              </a:rPr>
              <a:t>HIGHLY SKILLED </a:t>
            </a:r>
          </a:p>
        </p:txBody>
      </p:sp>
      <p:sp>
        <p:nvSpPr>
          <p:cNvPr id="3082" name="Text Box 21"/>
          <p:cNvSpPr txBox="1">
            <a:spLocks noChangeArrowheads="1"/>
          </p:cNvSpPr>
          <p:nvPr/>
        </p:nvSpPr>
        <p:spPr bwMode="auto">
          <a:xfrm>
            <a:off x="6671890" y="1052737"/>
            <a:ext cx="3384550" cy="830997"/>
          </a:xfrm>
          <a:prstGeom prst="rect">
            <a:avLst/>
          </a:prstGeom>
          <a:noFill/>
          <a:ln w="9525">
            <a:noFill/>
            <a:miter lim="800000"/>
            <a:headEnd/>
            <a:tailEnd/>
          </a:ln>
        </p:spPr>
        <p:txBody>
          <a:bodyPr>
            <a:spAutoFit/>
          </a:bodyPr>
          <a:lstStyle/>
          <a:p>
            <a:pPr algn="r"/>
            <a:r>
              <a:rPr lang="en-US" sz="1600" b="1">
                <a:solidFill>
                  <a:srgbClr val="002D62"/>
                </a:solidFill>
                <a:latin typeface="Arial"/>
                <a:cs typeface="Arial"/>
              </a:rPr>
              <a:t>mission / vision</a:t>
            </a:r>
          </a:p>
          <a:p>
            <a:pPr algn="r"/>
            <a:r>
              <a:rPr lang="en-US" sz="1600" b="1">
                <a:solidFill>
                  <a:srgbClr val="002D62"/>
                </a:solidFill>
                <a:latin typeface="Arial"/>
                <a:cs typeface="Arial"/>
              </a:rPr>
              <a:t>exceptional sustainable performance</a:t>
            </a:r>
          </a:p>
        </p:txBody>
      </p:sp>
      <p:sp>
        <p:nvSpPr>
          <p:cNvPr id="3084" name="AutoShape 23"/>
          <p:cNvSpPr>
            <a:spLocks noChangeArrowheads="1"/>
          </p:cNvSpPr>
          <p:nvPr/>
        </p:nvSpPr>
        <p:spPr bwMode="auto">
          <a:xfrm>
            <a:off x="9120138" y="1889125"/>
            <a:ext cx="576262" cy="431800"/>
          </a:xfrm>
          <a:prstGeom prst="upArrow">
            <a:avLst>
              <a:gd name="adj1" fmla="val 50000"/>
              <a:gd name="adj2" fmla="val 50558"/>
            </a:avLst>
          </a:prstGeom>
          <a:solidFill>
            <a:schemeClr val="accent2"/>
          </a:solidFill>
          <a:ln w="9525">
            <a:noFill/>
            <a:miter lim="800000"/>
            <a:headEnd/>
            <a:tailEnd/>
          </a:ln>
        </p:spPr>
        <p:txBody>
          <a:bodyPr vert="eaVert" wrap="none" anchor="ctr"/>
          <a:lstStyle/>
          <a:p>
            <a:endParaRPr lang="en-SG">
              <a:solidFill>
                <a:srgbClr val="002D62"/>
              </a:solidFill>
              <a:latin typeface="Arial"/>
              <a:cs typeface="Arial"/>
            </a:endParaRPr>
          </a:p>
        </p:txBody>
      </p:sp>
      <p:sp>
        <p:nvSpPr>
          <p:cNvPr id="3085" name="Text Box 24"/>
          <p:cNvSpPr txBox="1">
            <a:spLocks noChangeArrowheads="1"/>
          </p:cNvSpPr>
          <p:nvPr/>
        </p:nvSpPr>
        <p:spPr bwMode="auto">
          <a:xfrm>
            <a:off x="1581294" y="2165158"/>
            <a:ext cx="801823" cy="276999"/>
          </a:xfrm>
          <a:prstGeom prst="rect">
            <a:avLst/>
          </a:prstGeom>
          <a:noFill/>
          <a:ln w="9525">
            <a:noFill/>
            <a:miter lim="800000"/>
            <a:headEnd/>
            <a:tailEnd/>
          </a:ln>
        </p:spPr>
        <p:txBody>
          <a:bodyPr wrap="none">
            <a:spAutoFit/>
          </a:bodyPr>
          <a:lstStyle/>
          <a:p>
            <a:r>
              <a:rPr lang="en-US" sz="1200" b="1">
                <a:solidFill>
                  <a:srgbClr val="FFFFFF"/>
                </a:solidFill>
                <a:latin typeface="Arial"/>
                <a:cs typeface="Arial"/>
              </a:rPr>
              <a:t>invisible</a:t>
            </a:r>
          </a:p>
        </p:txBody>
      </p:sp>
      <p:sp>
        <p:nvSpPr>
          <p:cNvPr id="3086" name="Text Box 25"/>
          <p:cNvSpPr txBox="1">
            <a:spLocks noChangeArrowheads="1"/>
          </p:cNvSpPr>
          <p:nvPr/>
        </p:nvSpPr>
        <p:spPr bwMode="auto">
          <a:xfrm>
            <a:off x="1581293" y="1660333"/>
            <a:ext cx="663964" cy="276999"/>
          </a:xfrm>
          <a:prstGeom prst="rect">
            <a:avLst/>
          </a:prstGeom>
          <a:noFill/>
          <a:ln w="9525">
            <a:noFill/>
            <a:miter lim="800000"/>
            <a:headEnd/>
            <a:tailEnd/>
          </a:ln>
        </p:spPr>
        <p:txBody>
          <a:bodyPr wrap="none">
            <a:spAutoFit/>
          </a:bodyPr>
          <a:lstStyle/>
          <a:p>
            <a:r>
              <a:rPr lang="en-US" sz="1200" b="1">
                <a:solidFill>
                  <a:srgbClr val="002D62"/>
                </a:solidFill>
                <a:latin typeface="Arial"/>
                <a:cs typeface="Arial"/>
              </a:rPr>
              <a:t>visible</a:t>
            </a:r>
          </a:p>
        </p:txBody>
      </p:sp>
      <p:sp>
        <p:nvSpPr>
          <p:cNvPr id="3087" name="19 Marcador de número de diapositiva"/>
          <p:cNvSpPr>
            <a:spLocks noGrp="1"/>
          </p:cNvSpPr>
          <p:nvPr>
            <p:ph type="sldNum" sz="quarter" idx="10"/>
          </p:nvPr>
        </p:nvSpPr>
        <p:spPr>
          <a:noFill/>
        </p:spPr>
        <p:txBody>
          <a:bodyPr/>
          <a:lstStyle/>
          <a:p>
            <a:pPr fontAlgn="base">
              <a:spcAft>
                <a:spcPct val="0"/>
              </a:spcAft>
            </a:pPr>
            <a:r>
              <a:rPr lang="en-US">
                <a:latin typeface="Arial"/>
                <a:cs typeface="Arial"/>
              </a:rPr>
              <a:t>| </a:t>
            </a:r>
            <a:fld id="{9DEB8FCC-37B3-4889-94E2-E58D622FA7E6}" type="slidenum">
              <a:rPr lang="en-US">
                <a:solidFill>
                  <a:srgbClr val="B2B2B2"/>
                </a:solidFill>
                <a:latin typeface="Arial"/>
                <a:cs typeface="Arial"/>
              </a:rPr>
              <a:pPr fontAlgn="base">
                <a:spcAft>
                  <a:spcPct val="0"/>
                </a:spcAft>
              </a:pPr>
              <a:t>11</a:t>
            </a:fld>
            <a:endParaRPr lang="en-US">
              <a:solidFill>
                <a:srgbClr val="B2B2B2"/>
              </a:solidFill>
              <a:latin typeface="Arial"/>
              <a:cs typeface="Arial"/>
            </a:endParaRPr>
          </a:p>
        </p:txBody>
      </p:sp>
      <p:sp>
        <p:nvSpPr>
          <p:cNvPr id="3088" name="Rectangle 2"/>
          <p:cNvSpPr>
            <a:spLocks noGrp="1" noChangeArrowheads="1"/>
          </p:cNvSpPr>
          <p:nvPr>
            <p:ph type="title"/>
          </p:nvPr>
        </p:nvSpPr>
        <p:spPr/>
        <p:txBody>
          <a:bodyPr/>
          <a:lstStyle/>
          <a:p>
            <a:r>
              <a:rPr lang="en-US"/>
              <a:t>high performance: consciousness + skill</a:t>
            </a:r>
          </a:p>
        </p:txBody>
      </p:sp>
      <p:sp>
        <p:nvSpPr>
          <p:cNvPr id="19" name="TextBox 18"/>
          <p:cNvSpPr txBox="1"/>
          <p:nvPr/>
        </p:nvSpPr>
        <p:spPr>
          <a:xfrm>
            <a:off x="6600056" y="2927266"/>
            <a:ext cx="3456384" cy="861774"/>
          </a:xfrm>
          <a:prstGeom prst="rect">
            <a:avLst/>
          </a:prstGeom>
          <a:noFill/>
        </p:spPr>
        <p:txBody>
          <a:bodyPr wrap="square" rtlCol="0">
            <a:spAutoFit/>
          </a:bodyPr>
          <a:lstStyle/>
          <a:p>
            <a:pPr algn="r"/>
            <a:r>
              <a:rPr lang="en-US" sz="1600" b="1">
                <a:solidFill>
                  <a:srgbClr val="FFFFFF"/>
                </a:solidFill>
                <a:latin typeface="Arial"/>
                <a:cs typeface="Arial"/>
              </a:rPr>
              <a:t>authentic communication</a:t>
            </a:r>
          </a:p>
          <a:p>
            <a:pPr algn="r"/>
            <a:r>
              <a:rPr lang="en-US" sz="1600" b="1">
                <a:solidFill>
                  <a:srgbClr val="FFFFFF"/>
                </a:solidFill>
                <a:latin typeface="Arial"/>
                <a:cs typeface="Arial"/>
              </a:rPr>
              <a:t> impeccable coordination </a:t>
            </a:r>
          </a:p>
          <a:p>
            <a:pPr algn="r"/>
            <a:r>
              <a:rPr lang="en-US" sz="1600" b="1">
                <a:solidFill>
                  <a:srgbClr val="FFFFFF"/>
                </a:solidFill>
                <a:latin typeface="Arial"/>
                <a:cs typeface="Arial"/>
              </a:rPr>
              <a:t>constructive negotiation</a:t>
            </a:r>
            <a:endParaRPr lang="en-US" sz="1600">
              <a:solidFill>
                <a:srgbClr val="002D62"/>
              </a:solidFill>
              <a:latin typeface="Arial"/>
              <a:cs typeface="Arial"/>
            </a:endParaRPr>
          </a:p>
        </p:txBody>
      </p:sp>
      <p:sp>
        <p:nvSpPr>
          <p:cNvPr id="20" name="TextBox 19"/>
          <p:cNvSpPr txBox="1"/>
          <p:nvPr/>
        </p:nvSpPr>
        <p:spPr>
          <a:xfrm>
            <a:off x="6600056" y="5229200"/>
            <a:ext cx="3456384" cy="1077218"/>
          </a:xfrm>
          <a:prstGeom prst="rect">
            <a:avLst/>
          </a:prstGeom>
          <a:noFill/>
        </p:spPr>
        <p:txBody>
          <a:bodyPr wrap="square" rtlCol="0">
            <a:spAutoFit/>
          </a:bodyPr>
          <a:lstStyle/>
          <a:p>
            <a:pPr algn="r"/>
            <a:r>
              <a:rPr lang="en-US" sz="1600" b="1">
                <a:solidFill>
                  <a:srgbClr val="FFFFFF"/>
                </a:solidFill>
                <a:latin typeface="Arial"/>
                <a:cs typeface="Arial"/>
              </a:rPr>
              <a:t>unconditional responsibility</a:t>
            </a:r>
          </a:p>
          <a:p>
            <a:pPr algn="r"/>
            <a:r>
              <a:rPr lang="en-US" sz="1600" b="1">
                <a:solidFill>
                  <a:srgbClr val="FFFFFF"/>
                </a:solidFill>
                <a:latin typeface="Arial"/>
                <a:cs typeface="Arial"/>
              </a:rPr>
              <a:t>ontological humility</a:t>
            </a:r>
          </a:p>
          <a:p>
            <a:pPr algn="r"/>
            <a:r>
              <a:rPr lang="en-US" sz="1600" b="1">
                <a:solidFill>
                  <a:srgbClr val="FFFFFF"/>
                </a:solidFill>
                <a:latin typeface="Arial"/>
                <a:cs typeface="Arial"/>
              </a:rPr>
              <a:t>essential integrity</a:t>
            </a:r>
          </a:p>
          <a:p>
            <a:pPr algn="r"/>
            <a:r>
              <a:rPr lang="en-US" sz="1600" b="1">
                <a:solidFill>
                  <a:srgbClr val="FFFFFF"/>
                </a:solidFill>
                <a:latin typeface="Arial"/>
                <a:cs typeface="Arial"/>
              </a:rPr>
              <a:t>positive-sum</a:t>
            </a:r>
            <a:endParaRPr lang="en-US" sz="1600">
              <a:solidFill>
                <a:srgbClr val="002D62"/>
              </a:solidFill>
              <a:latin typeface="Arial"/>
              <a:cs typeface="Arial"/>
            </a:endParaRPr>
          </a:p>
        </p:txBody>
      </p:sp>
      <p:sp>
        <p:nvSpPr>
          <p:cNvPr id="21" name="AutoShape 23"/>
          <p:cNvSpPr>
            <a:spLocks noChangeArrowheads="1"/>
          </p:cNvSpPr>
          <p:nvPr/>
        </p:nvSpPr>
        <p:spPr bwMode="auto">
          <a:xfrm>
            <a:off x="9120336" y="3789040"/>
            <a:ext cx="576262" cy="431800"/>
          </a:xfrm>
          <a:prstGeom prst="upArrow">
            <a:avLst>
              <a:gd name="adj1" fmla="val 50000"/>
              <a:gd name="adj2" fmla="val 50558"/>
            </a:avLst>
          </a:prstGeom>
          <a:solidFill>
            <a:schemeClr val="accent2"/>
          </a:solidFill>
          <a:ln w="9525">
            <a:noFill/>
            <a:miter lim="800000"/>
            <a:headEnd/>
            <a:tailEnd/>
          </a:ln>
        </p:spPr>
        <p:txBody>
          <a:bodyPr vert="eaVert" wrap="none" anchor="ctr"/>
          <a:lstStyle/>
          <a:p>
            <a:endParaRPr lang="en-SG">
              <a:solidFill>
                <a:srgbClr val="002D62"/>
              </a:solidFill>
              <a:latin typeface="Arial"/>
              <a:cs typeface="Arial"/>
            </a:endParaRPr>
          </a:p>
        </p:txBody>
      </p:sp>
    </p:spTree>
    <p:extLst>
      <p:ext uri="{BB962C8B-B14F-4D97-AF65-F5344CB8AC3E}">
        <p14:creationId xmlns:p14="http://schemas.microsoft.com/office/powerpoint/2010/main" val="3375997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diagnostic"/>
          <p:cNvPicPr>
            <a:picLocks noChangeAspect="1" noChangeArrowheads="1"/>
          </p:cNvPicPr>
          <p:nvPr/>
        </p:nvPicPr>
        <p:blipFill rotWithShape="1">
          <a:blip r:embed="rId3" cstate="print"/>
          <a:srcRect r="12741"/>
          <a:stretch/>
        </p:blipFill>
        <p:spPr bwMode="auto">
          <a:xfrm>
            <a:off x="7104112" y="3573016"/>
            <a:ext cx="3563888" cy="2716560"/>
          </a:xfrm>
          <a:prstGeom prst="rect">
            <a:avLst/>
          </a:prstGeom>
          <a:noFill/>
          <a:ln w="9525">
            <a:noFill/>
            <a:miter lim="800000"/>
            <a:headEnd/>
            <a:tailEnd/>
          </a:ln>
        </p:spPr>
      </p:pic>
      <p:sp>
        <p:nvSpPr>
          <p:cNvPr id="3" name="Content Placeholder 2"/>
          <p:cNvSpPr>
            <a:spLocks noGrp="1"/>
          </p:cNvSpPr>
          <p:nvPr>
            <p:ph idx="1"/>
          </p:nvPr>
        </p:nvSpPr>
        <p:spPr>
          <a:xfrm>
            <a:off x="1803400" y="1135286"/>
            <a:ext cx="8181032" cy="4525962"/>
          </a:xfrm>
        </p:spPr>
        <p:txBody>
          <a:bodyPr/>
          <a:lstStyle/>
          <a:p>
            <a:pPr marL="0" indent="0">
              <a:buNone/>
            </a:pPr>
            <a:r>
              <a:rPr lang="en-GB"/>
              <a:t>The findings of our reports are based on a series of </a:t>
            </a:r>
            <a:r>
              <a:rPr lang="en-GB">
                <a:solidFill>
                  <a:schemeClr val="tx1"/>
                </a:solidFill>
              </a:rPr>
              <a:t>quantitative and qualitative data collected from all or a sample of team members and their collaborators:</a:t>
            </a:r>
          </a:p>
          <a:p>
            <a:pPr marL="231775" lvl="1" indent="-231775">
              <a:buClr>
                <a:schemeClr val="accent2"/>
              </a:buClr>
              <a:buFontTx/>
              <a:buChar char="•"/>
            </a:pPr>
            <a:r>
              <a:rPr lang="en-GB">
                <a:solidFill>
                  <a:schemeClr val="accent5"/>
                </a:solidFill>
              </a:rPr>
              <a:t>In-depth structured interviews</a:t>
            </a:r>
            <a:r>
              <a:rPr lang="en-GB">
                <a:solidFill>
                  <a:schemeClr val="tx1"/>
                </a:solidFill>
              </a:rPr>
              <a:t>: face-to-face or on-the-phone, with a certified Axialent coach </a:t>
            </a:r>
          </a:p>
          <a:p>
            <a:pPr lvl="1"/>
            <a:r>
              <a:rPr lang="en-GB" sz="1400">
                <a:solidFill>
                  <a:schemeClr val="tx1"/>
                </a:solidFill>
              </a:rPr>
              <a:t>To get their view on the culture of the team dynamic.</a:t>
            </a:r>
          </a:p>
          <a:p>
            <a:pPr lvl="0">
              <a:buClr>
                <a:srgbClr val="FBB03F"/>
              </a:buClr>
            </a:pPr>
            <a:r>
              <a:rPr lang="en-GB" sz="1600">
                <a:solidFill>
                  <a:srgbClr val="46509C"/>
                </a:solidFill>
              </a:rPr>
              <a:t>High Performance Team survey: </a:t>
            </a:r>
            <a:r>
              <a:rPr lang="en-GB" sz="1600"/>
              <a:t>online, administered to a sample of team members to be defined</a:t>
            </a:r>
            <a:endParaRPr lang="en-GB" sz="1600">
              <a:solidFill>
                <a:srgbClr val="46509C"/>
              </a:solidFill>
            </a:endParaRPr>
          </a:p>
        </p:txBody>
      </p:sp>
      <p:sp>
        <p:nvSpPr>
          <p:cNvPr id="4" name="Slide Number Placeholder 3"/>
          <p:cNvSpPr>
            <a:spLocks noGrp="1"/>
          </p:cNvSpPr>
          <p:nvPr>
            <p:ph type="sldNum" sz="quarter" idx="10"/>
          </p:nvPr>
        </p:nvSpPr>
        <p:spPr/>
        <p:txBody>
          <a:bodyPr/>
          <a:lstStyle/>
          <a:p>
            <a:pPr>
              <a:defRPr/>
            </a:pPr>
            <a:r>
              <a:rPr lang="en-US">
                <a:latin typeface="Arial"/>
                <a:cs typeface="Arial"/>
              </a:rPr>
              <a:t>| </a:t>
            </a:r>
            <a:fld id="{A1E05332-54C3-48A0-89AF-A7F15008F0F8}" type="slidenum">
              <a:rPr lang="en-US">
                <a:solidFill>
                  <a:srgbClr val="B2B2B2"/>
                </a:solidFill>
                <a:latin typeface="Arial"/>
                <a:cs typeface="Arial"/>
              </a:rPr>
              <a:pPr>
                <a:defRPr/>
              </a:pPr>
              <a:t>12</a:t>
            </a:fld>
            <a:endParaRPr lang="en-US">
              <a:solidFill>
                <a:srgbClr val="B2B2B2"/>
              </a:solidFill>
              <a:latin typeface="Arial"/>
              <a:cs typeface="Arial"/>
            </a:endParaRPr>
          </a:p>
        </p:txBody>
      </p:sp>
      <p:sp>
        <p:nvSpPr>
          <p:cNvPr id="6" name="Title 5"/>
          <p:cNvSpPr>
            <a:spLocks noGrp="1"/>
          </p:cNvSpPr>
          <p:nvPr>
            <p:ph type="title"/>
          </p:nvPr>
        </p:nvSpPr>
        <p:spPr/>
        <p:txBody>
          <a:bodyPr/>
          <a:lstStyle/>
          <a:p>
            <a:r>
              <a:rPr lang="en-US"/>
              <a:t>team diagnostic methodology details</a:t>
            </a:r>
          </a:p>
        </p:txBody>
      </p:sp>
      <p:sp>
        <p:nvSpPr>
          <p:cNvPr id="2" name="1 CuadroTexto"/>
          <p:cNvSpPr txBox="1"/>
          <p:nvPr/>
        </p:nvSpPr>
        <p:spPr>
          <a:xfrm>
            <a:off x="1803400" y="3717033"/>
            <a:ext cx="5804768" cy="2960811"/>
          </a:xfrm>
          <a:prstGeom prst="rect">
            <a:avLst/>
          </a:prstGeom>
          <a:noFill/>
        </p:spPr>
        <p:txBody>
          <a:bodyPr wrap="square" rtlCol="0">
            <a:spAutoFit/>
          </a:bodyPr>
          <a:lstStyle/>
          <a:p>
            <a:pPr marL="566738" lvl="1" indent="-220663" eaLnBrk="0" fontAlgn="base" hangingPunct="0">
              <a:spcBef>
                <a:spcPct val="60000"/>
              </a:spcBef>
              <a:spcAft>
                <a:spcPct val="0"/>
              </a:spcAft>
              <a:buClr>
                <a:srgbClr val="A6A6A6"/>
              </a:buClr>
              <a:buFont typeface="Verdana" pitchFamily="34" charset="0"/>
              <a:buChar char="›"/>
            </a:pPr>
            <a:r>
              <a:rPr lang="en-US" sz="1400" b="1" kern="0">
                <a:solidFill>
                  <a:srgbClr val="002D62"/>
                </a:solidFill>
                <a:latin typeface="Arial"/>
                <a:cs typeface="Arial"/>
              </a:rPr>
              <a:t>To measure the current level of effectiveness of BFF’s senior leadership team, based on their perspective; </a:t>
            </a:r>
          </a:p>
          <a:p>
            <a:pPr marL="566738" lvl="1" indent="-220663" eaLnBrk="0" fontAlgn="base" hangingPunct="0">
              <a:spcBef>
                <a:spcPct val="60000"/>
              </a:spcBef>
              <a:spcAft>
                <a:spcPct val="0"/>
              </a:spcAft>
              <a:buClr>
                <a:srgbClr val="A6A6A6"/>
              </a:buClr>
              <a:buFont typeface="Verdana" pitchFamily="34" charset="0"/>
              <a:buChar char="›"/>
            </a:pPr>
            <a:r>
              <a:rPr lang="en-US" sz="1400" b="1" kern="0">
                <a:solidFill>
                  <a:srgbClr val="002D62"/>
                </a:solidFill>
                <a:latin typeface="Arial"/>
                <a:cs typeface="Arial"/>
              </a:rPr>
              <a:t>To collect their view on the desired culture focus for BFF, as well as organizational readiness and motivation for change.</a:t>
            </a:r>
          </a:p>
          <a:p>
            <a:pPr marL="231775" indent="-231775" eaLnBrk="0" fontAlgn="base" hangingPunct="0">
              <a:spcBef>
                <a:spcPct val="60000"/>
              </a:spcBef>
              <a:spcAft>
                <a:spcPct val="0"/>
              </a:spcAft>
              <a:buClr>
                <a:srgbClr val="FBB03F"/>
              </a:buClr>
              <a:buFontTx/>
              <a:buChar char="•"/>
            </a:pPr>
            <a:r>
              <a:rPr lang="en-US" sz="1600" b="1" kern="0">
                <a:solidFill>
                  <a:srgbClr val="46509C"/>
                </a:solidFill>
                <a:latin typeface="Arial"/>
                <a:cs typeface="Arial"/>
              </a:rPr>
              <a:t>Organizational Culture Survey (OCI)®: </a:t>
            </a:r>
            <a:r>
              <a:rPr lang="en-US" sz="1600" b="1" kern="0">
                <a:solidFill>
                  <a:srgbClr val="002D62"/>
                </a:solidFill>
                <a:latin typeface="Arial"/>
                <a:cs typeface="Arial"/>
              </a:rPr>
              <a:t>online, administered to a sample of team members to be defined</a:t>
            </a:r>
          </a:p>
          <a:p>
            <a:pPr marL="566738" lvl="1" indent="-220663" eaLnBrk="0" fontAlgn="base" hangingPunct="0">
              <a:spcBef>
                <a:spcPct val="60000"/>
              </a:spcBef>
              <a:spcAft>
                <a:spcPct val="0"/>
              </a:spcAft>
              <a:buClr>
                <a:srgbClr val="A6A6A6"/>
              </a:buClr>
              <a:buFont typeface="Verdana" pitchFamily="34" charset="0"/>
              <a:buChar char="›"/>
            </a:pPr>
            <a:r>
              <a:rPr lang="en-US" sz="1400" b="1" kern="0">
                <a:solidFill>
                  <a:srgbClr val="002D62"/>
                </a:solidFill>
                <a:latin typeface="Arial"/>
                <a:cs typeface="Arial"/>
              </a:rPr>
              <a:t>To understand  the shared behavioral expectations that operate within the organization (when the perspectives of multiple people are combined</a:t>
            </a:r>
          </a:p>
        </p:txBody>
      </p:sp>
    </p:spTree>
    <p:extLst>
      <p:ext uri="{BB962C8B-B14F-4D97-AF65-F5344CB8AC3E}">
        <p14:creationId xmlns:p14="http://schemas.microsoft.com/office/powerpoint/2010/main" val="1148772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ltLang="es-AR"/>
              <a:t>executive teaming success</a:t>
            </a:r>
            <a:endParaRPr lang="en-US"/>
          </a:p>
        </p:txBody>
      </p:sp>
      <p:sp>
        <p:nvSpPr>
          <p:cNvPr id="19" name="Content Placeholder 2"/>
          <p:cNvSpPr txBox="1">
            <a:spLocks/>
          </p:cNvSpPr>
          <p:nvPr/>
        </p:nvSpPr>
        <p:spPr bwMode="auto">
          <a:xfrm>
            <a:off x="7160307" y="2183565"/>
            <a:ext cx="5063356" cy="4206280"/>
          </a:xfrm>
          <a:prstGeom prst="rect">
            <a:avLst/>
          </a:prstGeom>
          <a:solidFill>
            <a:schemeClr val="bg1">
              <a:alpha val="50195"/>
            </a:schemeClr>
          </a:solidFill>
          <a:ln>
            <a:noFill/>
          </a:ln>
        </p:spPr>
        <p:txBody>
          <a:bodyPr wrap="square" lIns="182880" tIns="121920" rIns="182880" bIns="121920" anchor="ctr">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R="0" lvl="0" indent="0" defTabSz="1219170">
              <a:lnSpc>
                <a:spcPct val="100000"/>
              </a:lnSpc>
              <a:spcBef>
                <a:spcPct val="60000"/>
              </a:spcBef>
              <a:buClr>
                <a:srgbClr val="FF9933"/>
              </a:buClr>
              <a:buSzTx/>
              <a:buFontTx/>
              <a:buNone/>
              <a:tabLst/>
              <a:defRPr/>
            </a:pPr>
            <a:r>
              <a:rPr lang="en-US" altLang="es-AR" sz="1200">
                <a:latin typeface="+mn-lt"/>
                <a:cs typeface="+mn-cs"/>
              </a:rPr>
              <a:t>WORKING TEAM</a:t>
            </a:r>
          </a:p>
          <a:p>
            <a:pPr marR="0" lvl="0" indent="0" defTabSz="1219170">
              <a:lnSpc>
                <a:spcPct val="100000"/>
              </a:lnSpc>
              <a:spcBef>
                <a:spcPct val="60000"/>
              </a:spcBef>
              <a:buClr>
                <a:srgbClr val="FF9933"/>
              </a:buClr>
              <a:buSzTx/>
              <a:buFont typeface="Wingdings" pitchFamily="2" charset="2"/>
              <a:buChar char=""/>
              <a:tabLst/>
              <a:defRPr/>
            </a:pPr>
            <a:r>
              <a:rPr lang="en-US" altLang="es-AR" sz="1200" b="0">
                <a:latin typeface="+mn-lt"/>
                <a:cs typeface="+mn-cs"/>
              </a:rPr>
              <a:t>Loosely assembled group structure</a:t>
            </a:r>
          </a:p>
          <a:p>
            <a:pPr marR="0" lvl="0" indent="0" defTabSz="1219170">
              <a:lnSpc>
                <a:spcPct val="100000"/>
              </a:lnSpc>
              <a:spcBef>
                <a:spcPct val="60000"/>
              </a:spcBef>
              <a:buClr>
                <a:srgbClr val="FF9933"/>
              </a:buClr>
              <a:buSzTx/>
              <a:buFont typeface="Wingdings" pitchFamily="2" charset="2"/>
              <a:buChar char=""/>
              <a:tabLst/>
              <a:defRPr/>
            </a:pPr>
            <a:r>
              <a:rPr lang="en-US" altLang="es-AR" sz="1200" b="0">
                <a:latin typeface="+mn-lt"/>
                <a:cs typeface="+mn-cs"/>
              </a:rPr>
              <a:t>Often meets over extended period of time</a:t>
            </a:r>
          </a:p>
          <a:p>
            <a:pPr marR="0" lvl="0" indent="0" defTabSz="1219170">
              <a:lnSpc>
                <a:spcPct val="100000"/>
              </a:lnSpc>
              <a:spcBef>
                <a:spcPct val="60000"/>
              </a:spcBef>
              <a:buClr>
                <a:srgbClr val="FF9933"/>
              </a:buClr>
              <a:buSzTx/>
              <a:buFontTx/>
              <a:buNone/>
              <a:tabLst/>
              <a:defRPr/>
            </a:pPr>
            <a:endParaRPr lang="en-US" altLang="es-AR" sz="400">
              <a:latin typeface="+mn-lt"/>
              <a:cs typeface="+mn-cs"/>
            </a:endParaRPr>
          </a:p>
          <a:p>
            <a:pPr marR="0" lvl="0" indent="0" defTabSz="1219170">
              <a:lnSpc>
                <a:spcPct val="100000"/>
              </a:lnSpc>
              <a:spcBef>
                <a:spcPct val="60000"/>
              </a:spcBef>
              <a:buClr>
                <a:srgbClr val="FF9933"/>
              </a:buClr>
              <a:buSzTx/>
              <a:buFontTx/>
              <a:buNone/>
              <a:tabLst/>
              <a:defRPr/>
            </a:pPr>
            <a:r>
              <a:rPr lang="en-US" altLang="es-AR" sz="1200">
                <a:latin typeface="+mn-lt"/>
                <a:cs typeface="+mn-cs"/>
              </a:rPr>
              <a:t>REAL TEAM</a:t>
            </a:r>
          </a:p>
          <a:p>
            <a:pPr marR="0" lvl="0" indent="0" defTabSz="1219170">
              <a:lnSpc>
                <a:spcPct val="100000"/>
              </a:lnSpc>
              <a:spcBef>
                <a:spcPct val="60000"/>
              </a:spcBef>
              <a:buClr>
                <a:srgbClr val="FF9933"/>
              </a:buClr>
              <a:buSzTx/>
              <a:buFont typeface="Wingdings" pitchFamily="2" charset="2"/>
              <a:buChar char=""/>
              <a:tabLst/>
              <a:defRPr/>
            </a:pPr>
            <a:r>
              <a:rPr lang="en-US" altLang="es-AR" sz="1200" b="0">
                <a:latin typeface="+mn-lt"/>
                <a:cs typeface="+mn-cs"/>
              </a:rPr>
              <a:t>Shared, shifting leadership</a:t>
            </a:r>
          </a:p>
          <a:p>
            <a:pPr marR="0" lvl="0" indent="0" defTabSz="1219170">
              <a:lnSpc>
                <a:spcPct val="100000"/>
              </a:lnSpc>
              <a:spcBef>
                <a:spcPct val="60000"/>
              </a:spcBef>
              <a:buClr>
                <a:srgbClr val="FF9933"/>
              </a:buClr>
              <a:buSzTx/>
              <a:buFont typeface="Wingdings" pitchFamily="2" charset="2"/>
              <a:buChar char=""/>
              <a:tabLst/>
              <a:defRPr/>
            </a:pPr>
            <a:r>
              <a:rPr lang="en-US" altLang="es-AR" sz="1200" b="0">
                <a:latin typeface="+mn-lt"/>
                <a:cs typeface="+mn-cs"/>
              </a:rPr>
              <a:t>Shifting, evolving roles</a:t>
            </a:r>
          </a:p>
          <a:p>
            <a:pPr marR="0" lvl="0" indent="0" defTabSz="1219170">
              <a:lnSpc>
                <a:spcPct val="100000"/>
              </a:lnSpc>
              <a:spcBef>
                <a:spcPct val="60000"/>
              </a:spcBef>
              <a:buClr>
                <a:srgbClr val="FF9933"/>
              </a:buClr>
              <a:buSzTx/>
              <a:buFont typeface="Wingdings" pitchFamily="2" charset="2"/>
              <a:buChar char=""/>
              <a:tabLst/>
              <a:defRPr/>
            </a:pPr>
            <a:r>
              <a:rPr lang="en-US" altLang="es-AR" sz="1200" b="0">
                <a:latin typeface="+mn-lt"/>
                <a:cs typeface="+mn-cs"/>
              </a:rPr>
              <a:t>Mutual accountability</a:t>
            </a:r>
          </a:p>
          <a:p>
            <a:pPr marR="0" lvl="0" indent="0" defTabSz="1219170">
              <a:lnSpc>
                <a:spcPct val="100000"/>
              </a:lnSpc>
              <a:spcBef>
                <a:spcPct val="60000"/>
              </a:spcBef>
              <a:buClr>
                <a:srgbClr val="FF9933"/>
              </a:buClr>
              <a:buSzTx/>
              <a:buFont typeface="Wingdings" pitchFamily="2" charset="2"/>
              <a:buChar char=""/>
              <a:tabLst/>
              <a:defRPr/>
            </a:pPr>
            <a:r>
              <a:rPr lang="en-US" altLang="es-AR" sz="1200" b="0">
                <a:latin typeface="+mn-lt"/>
                <a:cs typeface="+mn-cs"/>
              </a:rPr>
              <a:t>Collective work products</a:t>
            </a:r>
          </a:p>
          <a:p>
            <a:pPr marR="0" lvl="0" indent="0" defTabSz="1219170">
              <a:lnSpc>
                <a:spcPct val="100000"/>
              </a:lnSpc>
              <a:spcBef>
                <a:spcPct val="60000"/>
              </a:spcBef>
              <a:buClr>
                <a:srgbClr val="FF9933"/>
              </a:buClr>
              <a:buSzTx/>
              <a:buFontTx/>
              <a:buNone/>
              <a:tabLst/>
              <a:defRPr/>
            </a:pPr>
            <a:endParaRPr lang="en-US" altLang="es-AR" sz="533">
              <a:latin typeface="+mn-lt"/>
              <a:cs typeface="+mn-cs"/>
            </a:endParaRPr>
          </a:p>
          <a:p>
            <a:pPr marR="0" lvl="0" indent="0" defTabSz="1219170">
              <a:lnSpc>
                <a:spcPct val="100000"/>
              </a:lnSpc>
              <a:spcBef>
                <a:spcPct val="60000"/>
              </a:spcBef>
              <a:buClr>
                <a:srgbClr val="FF9933"/>
              </a:buClr>
              <a:buSzTx/>
              <a:buFontTx/>
              <a:buNone/>
              <a:tabLst/>
              <a:defRPr/>
            </a:pPr>
            <a:r>
              <a:rPr lang="en-US" altLang="es-AR" sz="1200">
                <a:latin typeface="+mn-lt"/>
                <a:cs typeface="+mn-cs"/>
              </a:rPr>
              <a:t>SINGLE LEADER UNIT</a:t>
            </a:r>
          </a:p>
          <a:p>
            <a:pPr marR="0" lvl="0" indent="0" defTabSz="1219170">
              <a:lnSpc>
                <a:spcPct val="100000"/>
              </a:lnSpc>
              <a:spcBef>
                <a:spcPct val="60000"/>
              </a:spcBef>
              <a:buClr>
                <a:srgbClr val="FF9933"/>
              </a:buClr>
              <a:buSzTx/>
              <a:buFont typeface="Wingdings" pitchFamily="2" charset="2"/>
              <a:buChar char=""/>
              <a:tabLst/>
              <a:defRPr/>
            </a:pPr>
            <a:r>
              <a:rPr lang="en-US" altLang="es-AR" sz="1200" b="0">
                <a:latin typeface="+mn-lt"/>
                <a:cs typeface="+mn-cs"/>
              </a:rPr>
              <a:t>Concentrated leadership</a:t>
            </a:r>
          </a:p>
          <a:p>
            <a:pPr marR="0" lvl="0" indent="0" defTabSz="1219170">
              <a:lnSpc>
                <a:spcPct val="100000"/>
              </a:lnSpc>
              <a:spcBef>
                <a:spcPct val="60000"/>
              </a:spcBef>
              <a:buClr>
                <a:srgbClr val="FF9933"/>
              </a:buClr>
              <a:buSzTx/>
              <a:buFont typeface="Wingdings" pitchFamily="2" charset="2"/>
              <a:buChar char=""/>
              <a:tabLst/>
              <a:defRPr/>
            </a:pPr>
            <a:r>
              <a:rPr lang="en-US" altLang="es-AR" sz="1200" b="0">
                <a:latin typeface="+mn-lt"/>
                <a:cs typeface="+mn-cs"/>
              </a:rPr>
              <a:t>Clear, stable roles</a:t>
            </a:r>
          </a:p>
          <a:p>
            <a:pPr marR="0" lvl="0" indent="0" defTabSz="1219170">
              <a:lnSpc>
                <a:spcPct val="100000"/>
              </a:lnSpc>
              <a:spcBef>
                <a:spcPct val="60000"/>
              </a:spcBef>
              <a:buClr>
                <a:srgbClr val="FF9933"/>
              </a:buClr>
              <a:buSzTx/>
              <a:buFont typeface="Wingdings" pitchFamily="2" charset="2"/>
              <a:buChar char=""/>
              <a:tabLst/>
              <a:defRPr/>
            </a:pPr>
            <a:r>
              <a:rPr lang="en-US" altLang="es-AR" sz="1200" b="0">
                <a:latin typeface="+mn-lt"/>
                <a:cs typeface="+mn-cs"/>
              </a:rPr>
              <a:t>Individual accountability</a:t>
            </a:r>
          </a:p>
          <a:p>
            <a:pPr marR="0" lvl="0" indent="0" defTabSz="1219170">
              <a:lnSpc>
                <a:spcPct val="100000"/>
              </a:lnSpc>
              <a:spcBef>
                <a:spcPct val="60000"/>
              </a:spcBef>
              <a:buClr>
                <a:srgbClr val="FF9933"/>
              </a:buClr>
              <a:buSzTx/>
              <a:buFont typeface="Wingdings" pitchFamily="2" charset="2"/>
              <a:buChar char=""/>
              <a:tabLst/>
              <a:defRPr/>
            </a:pPr>
            <a:r>
              <a:rPr lang="en-US" altLang="es-AR" sz="1200" b="0">
                <a:latin typeface="+mn-lt"/>
                <a:cs typeface="+mn-cs"/>
              </a:rPr>
              <a:t>Individual work product</a:t>
            </a:r>
          </a:p>
        </p:txBody>
      </p:sp>
      <p:sp>
        <p:nvSpPr>
          <p:cNvPr id="21" name="Text Box 10"/>
          <p:cNvSpPr txBox="1">
            <a:spLocks noChangeArrowheads="1"/>
          </p:cNvSpPr>
          <p:nvPr/>
        </p:nvSpPr>
        <p:spPr bwMode="auto">
          <a:xfrm>
            <a:off x="1208618" y="1534734"/>
            <a:ext cx="3964516" cy="543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1219170" rtl="0" eaLnBrk="0" fontAlgn="base" latinLnBrk="0" hangingPunct="0">
              <a:lnSpc>
                <a:spcPct val="100000"/>
              </a:lnSpc>
              <a:spcBef>
                <a:spcPct val="60000"/>
              </a:spcBef>
              <a:spcAft>
                <a:spcPct val="0"/>
              </a:spcAft>
              <a:buClr>
                <a:srgbClr val="FF9933"/>
              </a:buClr>
              <a:buSzTx/>
              <a:buFont typeface="Wingdings" pitchFamily="2" charset="2"/>
              <a:buNone/>
              <a:tabLst/>
              <a:defRPr/>
            </a:pPr>
            <a:r>
              <a:rPr lang="en-US" altLang="es-AR" sz="1467">
                <a:latin typeface="+mn-lt"/>
                <a:cs typeface="+mn-cs"/>
              </a:rPr>
              <a:t>Drive excellence on 4 key dimensions, starting with team purposes</a:t>
            </a:r>
          </a:p>
        </p:txBody>
      </p:sp>
      <p:sp>
        <p:nvSpPr>
          <p:cNvPr id="22" name="Text Box 11"/>
          <p:cNvSpPr txBox="1">
            <a:spLocks noChangeArrowheads="1"/>
          </p:cNvSpPr>
          <p:nvPr/>
        </p:nvSpPr>
        <p:spPr bwMode="auto">
          <a:xfrm>
            <a:off x="7162800" y="1534734"/>
            <a:ext cx="4800600" cy="543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9170">
              <a:spcBef>
                <a:spcPct val="60000"/>
              </a:spcBef>
              <a:buClr>
                <a:srgbClr val="FF9933"/>
              </a:buClr>
            </a:pPr>
            <a:r>
              <a:rPr lang="en-US" altLang="es-AR" sz="1467">
                <a:latin typeface="+mn-lt"/>
                <a:cs typeface="+mn-cs"/>
              </a:rPr>
              <a:t>Select and apply the correct “mode of teaming” against each team purpose</a:t>
            </a:r>
          </a:p>
        </p:txBody>
      </p:sp>
      <p:sp>
        <p:nvSpPr>
          <p:cNvPr id="23" name="Oval 12"/>
          <p:cNvSpPr>
            <a:spLocks noChangeAspect="1" noChangeArrowheads="1"/>
          </p:cNvSpPr>
          <p:nvPr/>
        </p:nvSpPr>
        <p:spPr bwMode="auto">
          <a:xfrm>
            <a:off x="690033" y="1591883"/>
            <a:ext cx="389467" cy="389467"/>
          </a:xfrm>
          <a:prstGeom prst="ellipse">
            <a:avLst/>
          </a:prstGeom>
          <a:solidFill>
            <a:srgbClr val="32A063"/>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1219170" rtl="0" eaLnBrk="0" fontAlgn="base" latinLnBrk="0" hangingPunct="0">
              <a:lnSpc>
                <a:spcPct val="100000"/>
              </a:lnSpc>
              <a:spcBef>
                <a:spcPct val="50000"/>
              </a:spcBef>
              <a:spcAft>
                <a:spcPct val="0"/>
              </a:spcAft>
              <a:buClrTx/>
              <a:buSzTx/>
              <a:buFontTx/>
              <a:buNone/>
              <a:tabLst/>
              <a:defRPr/>
            </a:pPr>
            <a:r>
              <a:rPr kumimoji="0" lang="en-US" altLang="es-AR" sz="2000" b="1" i="0" u="none" strike="noStrike" kern="1200" cap="none" spc="0" normalizeH="0" baseline="0" noProof="0">
                <a:ln>
                  <a:noFill/>
                </a:ln>
                <a:solidFill>
                  <a:srgbClr val="FFFFFF"/>
                </a:solidFill>
                <a:effectLst/>
                <a:uLnTx/>
                <a:uFillTx/>
                <a:latin typeface="Arial" pitchFamily="34" charset="0"/>
                <a:ea typeface="+mn-ea"/>
                <a:cs typeface="Arial" pitchFamily="34" charset="0"/>
              </a:rPr>
              <a:t>1</a:t>
            </a:r>
          </a:p>
        </p:txBody>
      </p:sp>
      <p:sp>
        <p:nvSpPr>
          <p:cNvPr id="24" name="Oval 13"/>
          <p:cNvSpPr>
            <a:spLocks noChangeAspect="1" noChangeArrowheads="1"/>
          </p:cNvSpPr>
          <p:nvPr/>
        </p:nvSpPr>
        <p:spPr bwMode="auto">
          <a:xfrm>
            <a:off x="6644217" y="1591883"/>
            <a:ext cx="389467" cy="389467"/>
          </a:xfrm>
          <a:prstGeom prst="ellipse">
            <a:avLst/>
          </a:prstGeom>
          <a:solidFill>
            <a:srgbClr val="32A063"/>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1219170" rtl="0" eaLnBrk="0" fontAlgn="base" latinLnBrk="0" hangingPunct="0">
              <a:lnSpc>
                <a:spcPct val="100000"/>
              </a:lnSpc>
              <a:spcBef>
                <a:spcPct val="50000"/>
              </a:spcBef>
              <a:spcAft>
                <a:spcPct val="0"/>
              </a:spcAft>
              <a:buClrTx/>
              <a:buSzTx/>
              <a:buFontTx/>
              <a:buNone/>
              <a:tabLst/>
              <a:defRPr/>
            </a:pPr>
            <a:r>
              <a:rPr kumimoji="0" lang="en-US" altLang="es-AR" sz="2000" b="1" i="0" u="none" strike="noStrike" kern="1200" cap="none" spc="0" normalizeH="0" baseline="0" noProof="0">
                <a:ln>
                  <a:noFill/>
                </a:ln>
                <a:solidFill>
                  <a:srgbClr val="FFFFFF"/>
                </a:solidFill>
                <a:effectLst/>
                <a:uLnTx/>
                <a:uFillTx/>
                <a:latin typeface="Arial" pitchFamily="34" charset="0"/>
                <a:ea typeface="+mn-ea"/>
                <a:cs typeface="Arial" pitchFamily="34" charset="0"/>
              </a:rPr>
              <a:t>2</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618" y="2366705"/>
            <a:ext cx="4030652" cy="38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2236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a:xfrm>
            <a:off x="702811" y="494747"/>
            <a:ext cx="11082216" cy="533480"/>
          </a:xfrm>
        </p:spPr>
        <p:txBody>
          <a:bodyPr>
            <a:norm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t>high performance team approach</a:t>
            </a:r>
          </a:p>
        </p:txBody>
      </p:sp>
      <p:grpSp>
        <p:nvGrpSpPr>
          <p:cNvPr id="59" name="Group 70">
            <a:extLst>
              <a:ext uri="{FF2B5EF4-FFF2-40B4-BE49-F238E27FC236}">
                <a16:creationId xmlns:a16="http://schemas.microsoft.com/office/drawing/2014/main" id="{2F2D0E40-982C-4EF3-8909-9AD6DC1CF04C}"/>
              </a:ext>
            </a:extLst>
          </p:cNvPr>
          <p:cNvGrpSpPr>
            <a:grpSpLocks/>
          </p:cNvGrpSpPr>
          <p:nvPr/>
        </p:nvGrpSpPr>
        <p:grpSpPr bwMode="auto">
          <a:xfrm>
            <a:off x="3088211" y="933145"/>
            <a:ext cx="5934144" cy="5722559"/>
            <a:chOff x="948" y="329"/>
            <a:chExt cx="4121" cy="4104"/>
          </a:xfrm>
        </p:grpSpPr>
        <p:grpSp>
          <p:nvGrpSpPr>
            <p:cNvPr id="60" name="Group 37">
              <a:extLst>
                <a:ext uri="{FF2B5EF4-FFF2-40B4-BE49-F238E27FC236}">
                  <a16:creationId xmlns:a16="http://schemas.microsoft.com/office/drawing/2014/main" id="{3485042D-40A9-4CA2-8196-06440243060E}"/>
                </a:ext>
              </a:extLst>
            </p:cNvPr>
            <p:cNvGrpSpPr>
              <a:grpSpLocks/>
            </p:cNvGrpSpPr>
            <p:nvPr/>
          </p:nvGrpSpPr>
          <p:grpSpPr bwMode="auto">
            <a:xfrm>
              <a:off x="1197" y="702"/>
              <a:ext cx="3357" cy="3375"/>
              <a:chOff x="1158" y="573"/>
              <a:chExt cx="3246" cy="3264"/>
            </a:xfrm>
          </p:grpSpPr>
          <p:sp>
            <p:nvSpPr>
              <p:cNvPr id="89" name="Freeform 38">
                <a:extLst>
                  <a:ext uri="{FF2B5EF4-FFF2-40B4-BE49-F238E27FC236}">
                    <a16:creationId xmlns:a16="http://schemas.microsoft.com/office/drawing/2014/main" id="{BDE9AFF1-AA92-4A86-B602-4F782876EF0A}"/>
                  </a:ext>
                </a:extLst>
              </p:cNvPr>
              <p:cNvSpPr>
                <a:spLocks/>
              </p:cNvSpPr>
              <p:nvPr/>
            </p:nvSpPr>
            <p:spPr bwMode="auto">
              <a:xfrm>
                <a:off x="1158" y="573"/>
                <a:ext cx="1627" cy="1632"/>
              </a:xfrm>
              <a:custGeom>
                <a:avLst/>
                <a:gdLst>
                  <a:gd name="T0" fmla="*/ 530 w 2036"/>
                  <a:gd name="T1" fmla="*/ 0 h 2039"/>
                  <a:gd name="T2" fmla="*/ 423 w 2036"/>
                  <a:gd name="T3" fmla="*/ 11 h 2039"/>
                  <a:gd name="T4" fmla="*/ 324 w 2036"/>
                  <a:gd name="T5" fmla="*/ 42 h 2039"/>
                  <a:gd name="T6" fmla="*/ 277 w 2036"/>
                  <a:gd name="T7" fmla="*/ 65 h 2039"/>
                  <a:gd name="T8" fmla="*/ 233 w 2036"/>
                  <a:gd name="T9" fmla="*/ 91 h 2039"/>
                  <a:gd name="T10" fmla="*/ 193 w 2036"/>
                  <a:gd name="T11" fmla="*/ 122 h 2039"/>
                  <a:gd name="T12" fmla="*/ 173 w 2036"/>
                  <a:gd name="T13" fmla="*/ 139 h 2039"/>
                  <a:gd name="T14" fmla="*/ 155 w 2036"/>
                  <a:gd name="T15" fmla="*/ 158 h 2039"/>
                  <a:gd name="T16" fmla="*/ 137 w 2036"/>
                  <a:gd name="T17" fmla="*/ 176 h 2039"/>
                  <a:gd name="T18" fmla="*/ 121 w 2036"/>
                  <a:gd name="T19" fmla="*/ 194 h 2039"/>
                  <a:gd name="T20" fmla="*/ 90 w 2036"/>
                  <a:gd name="T21" fmla="*/ 236 h 2039"/>
                  <a:gd name="T22" fmla="*/ 63 w 2036"/>
                  <a:gd name="T23" fmla="*/ 281 h 2039"/>
                  <a:gd name="T24" fmla="*/ 42 w 2036"/>
                  <a:gd name="T25" fmla="*/ 327 h 2039"/>
                  <a:gd name="T26" fmla="*/ 10 w 2036"/>
                  <a:gd name="T27" fmla="*/ 428 h 2039"/>
                  <a:gd name="T28" fmla="*/ 0 w 2036"/>
                  <a:gd name="T29" fmla="*/ 535 h 2039"/>
                  <a:gd name="T30" fmla="*/ 530 w 2036"/>
                  <a:gd name="T31" fmla="*/ 535 h 2039"/>
                  <a:gd name="T32" fmla="*/ 530 w 2036"/>
                  <a:gd name="T33" fmla="*/ 0 h 2039"/>
                  <a:gd name="T34" fmla="*/ 530 w 2036"/>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6"/>
                  <a:gd name="T55" fmla="*/ 0 h 2039"/>
                  <a:gd name="T56" fmla="*/ 2036 w 2036"/>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6" h="2039">
                    <a:moveTo>
                      <a:pt x="2036" y="0"/>
                    </a:moveTo>
                    <a:lnTo>
                      <a:pt x="1626" y="40"/>
                    </a:lnTo>
                    <a:lnTo>
                      <a:pt x="1242" y="159"/>
                    </a:lnTo>
                    <a:lnTo>
                      <a:pt x="1065" y="247"/>
                    </a:lnTo>
                    <a:lnTo>
                      <a:pt x="895" y="348"/>
                    </a:lnTo>
                    <a:lnTo>
                      <a:pt x="740" y="466"/>
                    </a:lnTo>
                    <a:lnTo>
                      <a:pt x="665" y="530"/>
                    </a:lnTo>
                    <a:lnTo>
                      <a:pt x="595" y="599"/>
                    </a:lnTo>
                    <a:lnTo>
                      <a:pt x="527" y="669"/>
                    </a:lnTo>
                    <a:lnTo>
                      <a:pt x="464" y="741"/>
                    </a:lnTo>
                    <a:lnTo>
                      <a:pt x="346" y="899"/>
                    </a:lnTo>
                    <a:lnTo>
                      <a:pt x="243" y="1068"/>
                    </a:lnTo>
                    <a:lnTo>
                      <a:pt x="158" y="1245"/>
                    </a:lnTo>
                    <a:lnTo>
                      <a:pt x="38" y="1629"/>
                    </a:lnTo>
                    <a:lnTo>
                      <a:pt x="0" y="2039"/>
                    </a:lnTo>
                    <a:lnTo>
                      <a:pt x="2036" y="2039"/>
                    </a:lnTo>
                    <a:lnTo>
                      <a:pt x="2036" y="0"/>
                    </a:lnTo>
                    <a:close/>
                  </a:path>
                </a:pathLst>
              </a:custGeom>
              <a:solidFill>
                <a:srgbClr val="FF0000">
                  <a:alpha val="39999"/>
                </a:srgbClr>
              </a:solidFill>
              <a:ln w="9525">
                <a:noFill/>
                <a:round/>
                <a:headEnd/>
                <a:tailEn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sp>
            <p:nvSpPr>
              <p:cNvPr id="90" name="Freeform 39">
                <a:extLst>
                  <a:ext uri="{FF2B5EF4-FFF2-40B4-BE49-F238E27FC236}">
                    <a16:creationId xmlns:a16="http://schemas.microsoft.com/office/drawing/2014/main" id="{72B6C364-C1B9-4886-B80E-90B9476B99BB}"/>
                  </a:ext>
                </a:extLst>
              </p:cNvPr>
              <p:cNvSpPr>
                <a:spLocks/>
              </p:cNvSpPr>
              <p:nvPr/>
            </p:nvSpPr>
            <p:spPr bwMode="auto">
              <a:xfrm>
                <a:off x="1158" y="2205"/>
                <a:ext cx="1627" cy="1632"/>
              </a:xfrm>
              <a:custGeom>
                <a:avLst/>
                <a:gdLst>
                  <a:gd name="T0" fmla="*/ 0 w 2037"/>
                  <a:gd name="T1" fmla="*/ 0 h 2041"/>
                  <a:gd name="T2" fmla="*/ 11 w 2037"/>
                  <a:gd name="T3" fmla="*/ 107 h 2041"/>
                  <a:gd name="T4" fmla="*/ 42 w 2037"/>
                  <a:gd name="T5" fmla="*/ 208 h 2041"/>
                  <a:gd name="T6" fmla="*/ 64 w 2037"/>
                  <a:gd name="T7" fmla="*/ 253 h 2041"/>
                  <a:gd name="T8" fmla="*/ 90 w 2037"/>
                  <a:gd name="T9" fmla="*/ 298 h 2041"/>
                  <a:gd name="T10" fmla="*/ 121 w 2037"/>
                  <a:gd name="T11" fmla="*/ 340 h 2041"/>
                  <a:gd name="T12" fmla="*/ 138 w 2037"/>
                  <a:gd name="T13" fmla="*/ 359 h 2041"/>
                  <a:gd name="T14" fmla="*/ 155 w 2037"/>
                  <a:gd name="T15" fmla="*/ 377 h 2041"/>
                  <a:gd name="T16" fmla="*/ 173 w 2037"/>
                  <a:gd name="T17" fmla="*/ 394 h 2041"/>
                  <a:gd name="T18" fmla="*/ 193 w 2037"/>
                  <a:gd name="T19" fmla="*/ 412 h 2041"/>
                  <a:gd name="T20" fmla="*/ 233 w 2037"/>
                  <a:gd name="T21" fmla="*/ 442 h 2041"/>
                  <a:gd name="T22" fmla="*/ 277 w 2037"/>
                  <a:gd name="T23" fmla="*/ 469 h 2041"/>
                  <a:gd name="T24" fmla="*/ 323 w 2037"/>
                  <a:gd name="T25" fmla="*/ 491 h 2041"/>
                  <a:gd name="T26" fmla="*/ 423 w 2037"/>
                  <a:gd name="T27" fmla="*/ 522 h 2041"/>
                  <a:gd name="T28" fmla="*/ 529 w 2037"/>
                  <a:gd name="T29" fmla="*/ 533 h 2041"/>
                  <a:gd name="T30" fmla="*/ 529 w 2037"/>
                  <a:gd name="T31" fmla="*/ 0 h 2041"/>
                  <a:gd name="T32" fmla="*/ 0 w 2037"/>
                  <a:gd name="T33" fmla="*/ 0 h 2041"/>
                  <a:gd name="T34" fmla="*/ 0 w 2037"/>
                  <a:gd name="T35" fmla="*/ 0 h 20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7"/>
                  <a:gd name="T55" fmla="*/ 0 h 2041"/>
                  <a:gd name="T56" fmla="*/ 2037 w 2037"/>
                  <a:gd name="T57" fmla="*/ 2041 h 20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7" h="2041">
                    <a:moveTo>
                      <a:pt x="0" y="0"/>
                    </a:moveTo>
                    <a:lnTo>
                      <a:pt x="40" y="412"/>
                    </a:lnTo>
                    <a:lnTo>
                      <a:pt x="160" y="794"/>
                    </a:lnTo>
                    <a:lnTo>
                      <a:pt x="246" y="971"/>
                    </a:lnTo>
                    <a:lnTo>
                      <a:pt x="348" y="1140"/>
                    </a:lnTo>
                    <a:lnTo>
                      <a:pt x="466" y="1298"/>
                    </a:lnTo>
                    <a:lnTo>
                      <a:pt x="529" y="1372"/>
                    </a:lnTo>
                    <a:lnTo>
                      <a:pt x="597" y="1442"/>
                    </a:lnTo>
                    <a:lnTo>
                      <a:pt x="668" y="1511"/>
                    </a:lnTo>
                    <a:lnTo>
                      <a:pt x="742" y="1574"/>
                    </a:lnTo>
                    <a:lnTo>
                      <a:pt x="898" y="1691"/>
                    </a:lnTo>
                    <a:lnTo>
                      <a:pt x="1067" y="1794"/>
                    </a:lnTo>
                    <a:lnTo>
                      <a:pt x="1244" y="1880"/>
                    </a:lnTo>
                    <a:lnTo>
                      <a:pt x="1626" y="1999"/>
                    </a:lnTo>
                    <a:lnTo>
                      <a:pt x="2037" y="2041"/>
                    </a:lnTo>
                    <a:lnTo>
                      <a:pt x="2037" y="0"/>
                    </a:lnTo>
                    <a:lnTo>
                      <a:pt x="0" y="0"/>
                    </a:lnTo>
                    <a:close/>
                  </a:path>
                </a:pathLst>
              </a:custGeom>
              <a:solidFill>
                <a:srgbClr val="99CC00">
                  <a:alpha val="39999"/>
                </a:srgbClr>
              </a:solidFill>
              <a:ln w="9525">
                <a:noFill/>
                <a:round/>
                <a:headEnd/>
                <a:tailEn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sp>
            <p:nvSpPr>
              <p:cNvPr id="91" name="Freeform 40">
                <a:extLst>
                  <a:ext uri="{FF2B5EF4-FFF2-40B4-BE49-F238E27FC236}">
                    <a16:creationId xmlns:a16="http://schemas.microsoft.com/office/drawing/2014/main" id="{BA734BFD-9806-4336-A430-E59CFE717772}"/>
                  </a:ext>
                </a:extLst>
              </p:cNvPr>
              <p:cNvSpPr>
                <a:spLocks/>
              </p:cNvSpPr>
              <p:nvPr/>
            </p:nvSpPr>
            <p:spPr bwMode="auto">
              <a:xfrm>
                <a:off x="2775" y="2207"/>
                <a:ext cx="1629" cy="1630"/>
              </a:xfrm>
              <a:custGeom>
                <a:avLst/>
                <a:gdLst>
                  <a:gd name="T0" fmla="*/ 0 w 2038"/>
                  <a:gd name="T1" fmla="*/ 532 h 2039"/>
                  <a:gd name="T2" fmla="*/ 107 w 2038"/>
                  <a:gd name="T3" fmla="*/ 521 h 2039"/>
                  <a:gd name="T4" fmla="*/ 207 w 2038"/>
                  <a:gd name="T5" fmla="*/ 491 h 2039"/>
                  <a:gd name="T6" fmla="*/ 253 w 2038"/>
                  <a:gd name="T7" fmla="*/ 468 h 2039"/>
                  <a:gd name="T8" fmla="*/ 297 w 2038"/>
                  <a:gd name="T9" fmla="*/ 441 h 2039"/>
                  <a:gd name="T10" fmla="*/ 337 w 2038"/>
                  <a:gd name="T11" fmla="*/ 411 h 2039"/>
                  <a:gd name="T12" fmla="*/ 357 w 2038"/>
                  <a:gd name="T13" fmla="*/ 393 h 2039"/>
                  <a:gd name="T14" fmla="*/ 375 w 2038"/>
                  <a:gd name="T15" fmla="*/ 377 h 2039"/>
                  <a:gd name="T16" fmla="*/ 393 w 2038"/>
                  <a:gd name="T17" fmla="*/ 357 h 2039"/>
                  <a:gd name="T18" fmla="*/ 410 w 2038"/>
                  <a:gd name="T19" fmla="*/ 338 h 2039"/>
                  <a:gd name="T20" fmla="*/ 441 w 2038"/>
                  <a:gd name="T21" fmla="*/ 297 h 2039"/>
                  <a:gd name="T22" fmla="*/ 467 w 2038"/>
                  <a:gd name="T23" fmla="*/ 253 h 2039"/>
                  <a:gd name="T24" fmla="*/ 489 w 2038"/>
                  <a:gd name="T25" fmla="*/ 207 h 2039"/>
                  <a:gd name="T26" fmla="*/ 520 w 2038"/>
                  <a:gd name="T27" fmla="*/ 107 h 2039"/>
                  <a:gd name="T28" fmla="*/ 532 w 2038"/>
                  <a:gd name="T29" fmla="*/ 0 h 2039"/>
                  <a:gd name="T30" fmla="*/ 0 w 2038"/>
                  <a:gd name="T31" fmla="*/ 0 h 2039"/>
                  <a:gd name="T32" fmla="*/ 0 w 2038"/>
                  <a:gd name="T33" fmla="*/ 532 h 2039"/>
                  <a:gd name="T34" fmla="*/ 0 w 2038"/>
                  <a:gd name="T35" fmla="*/ 532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39"/>
                  <a:gd name="T56" fmla="*/ 2038 w 2038"/>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39">
                    <a:moveTo>
                      <a:pt x="0" y="2039"/>
                    </a:moveTo>
                    <a:lnTo>
                      <a:pt x="411" y="1997"/>
                    </a:lnTo>
                    <a:lnTo>
                      <a:pt x="793" y="1880"/>
                    </a:lnTo>
                    <a:lnTo>
                      <a:pt x="970" y="1792"/>
                    </a:lnTo>
                    <a:lnTo>
                      <a:pt x="1139" y="1691"/>
                    </a:lnTo>
                    <a:lnTo>
                      <a:pt x="1295" y="1574"/>
                    </a:lnTo>
                    <a:lnTo>
                      <a:pt x="1369" y="1509"/>
                    </a:lnTo>
                    <a:lnTo>
                      <a:pt x="1439" y="1442"/>
                    </a:lnTo>
                    <a:lnTo>
                      <a:pt x="1508" y="1370"/>
                    </a:lnTo>
                    <a:lnTo>
                      <a:pt x="1571" y="1296"/>
                    </a:lnTo>
                    <a:lnTo>
                      <a:pt x="1690" y="1140"/>
                    </a:lnTo>
                    <a:lnTo>
                      <a:pt x="1791" y="971"/>
                    </a:lnTo>
                    <a:lnTo>
                      <a:pt x="1877" y="792"/>
                    </a:lnTo>
                    <a:lnTo>
                      <a:pt x="1997" y="410"/>
                    </a:lnTo>
                    <a:lnTo>
                      <a:pt x="2038" y="0"/>
                    </a:lnTo>
                    <a:lnTo>
                      <a:pt x="0" y="0"/>
                    </a:lnTo>
                    <a:lnTo>
                      <a:pt x="0" y="2039"/>
                    </a:lnTo>
                    <a:close/>
                  </a:path>
                </a:pathLst>
              </a:custGeom>
              <a:solidFill>
                <a:srgbClr val="FFCC00">
                  <a:alpha val="39999"/>
                </a:srgbClr>
              </a:solidFill>
              <a:ln w="9525">
                <a:noFill/>
                <a:round/>
                <a:headEnd/>
                <a:tailEn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sp>
            <p:nvSpPr>
              <p:cNvPr id="92" name="Freeform 41">
                <a:extLst>
                  <a:ext uri="{FF2B5EF4-FFF2-40B4-BE49-F238E27FC236}">
                    <a16:creationId xmlns:a16="http://schemas.microsoft.com/office/drawing/2014/main" id="{4EB228E6-6487-49BA-B6E9-C988AB4B73DC}"/>
                  </a:ext>
                </a:extLst>
              </p:cNvPr>
              <p:cNvSpPr>
                <a:spLocks/>
              </p:cNvSpPr>
              <p:nvPr/>
            </p:nvSpPr>
            <p:spPr bwMode="auto">
              <a:xfrm>
                <a:off x="2775" y="573"/>
                <a:ext cx="1629" cy="1632"/>
              </a:xfrm>
              <a:custGeom>
                <a:avLst/>
                <a:gdLst>
                  <a:gd name="T0" fmla="*/ 532 w 2038"/>
                  <a:gd name="T1" fmla="*/ 532 h 2042"/>
                  <a:gd name="T2" fmla="*/ 520 w 2038"/>
                  <a:gd name="T3" fmla="*/ 424 h 2042"/>
                  <a:gd name="T4" fmla="*/ 490 w 2038"/>
                  <a:gd name="T5" fmla="*/ 325 h 2042"/>
                  <a:gd name="T6" fmla="*/ 467 w 2038"/>
                  <a:gd name="T7" fmla="*/ 278 h 2042"/>
                  <a:gd name="T8" fmla="*/ 441 w 2038"/>
                  <a:gd name="T9" fmla="*/ 235 h 2042"/>
                  <a:gd name="T10" fmla="*/ 410 w 2038"/>
                  <a:gd name="T11" fmla="*/ 194 h 2042"/>
                  <a:gd name="T12" fmla="*/ 393 w 2038"/>
                  <a:gd name="T13" fmla="*/ 174 h 2042"/>
                  <a:gd name="T14" fmla="*/ 375 w 2038"/>
                  <a:gd name="T15" fmla="*/ 157 h 2042"/>
                  <a:gd name="T16" fmla="*/ 357 w 2038"/>
                  <a:gd name="T17" fmla="*/ 138 h 2042"/>
                  <a:gd name="T18" fmla="*/ 339 w 2038"/>
                  <a:gd name="T19" fmla="*/ 122 h 2042"/>
                  <a:gd name="T20" fmla="*/ 297 w 2038"/>
                  <a:gd name="T21" fmla="*/ 91 h 2042"/>
                  <a:gd name="T22" fmla="*/ 253 w 2038"/>
                  <a:gd name="T23" fmla="*/ 64 h 2042"/>
                  <a:gd name="T24" fmla="*/ 207 w 2038"/>
                  <a:gd name="T25" fmla="*/ 42 h 2042"/>
                  <a:gd name="T26" fmla="*/ 107 w 2038"/>
                  <a:gd name="T27" fmla="*/ 11 h 2042"/>
                  <a:gd name="T28" fmla="*/ 0 w 2038"/>
                  <a:gd name="T29" fmla="*/ 0 h 2042"/>
                  <a:gd name="T30" fmla="*/ 0 w 2038"/>
                  <a:gd name="T31" fmla="*/ 532 h 2042"/>
                  <a:gd name="T32" fmla="*/ 532 w 2038"/>
                  <a:gd name="T33" fmla="*/ 532 h 2042"/>
                  <a:gd name="T34" fmla="*/ 532 w 2038"/>
                  <a:gd name="T35" fmla="*/ 532 h 20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42"/>
                  <a:gd name="T56" fmla="*/ 2038 w 2038"/>
                  <a:gd name="T57" fmla="*/ 2042 h 20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42">
                    <a:moveTo>
                      <a:pt x="2038" y="2042"/>
                    </a:moveTo>
                    <a:lnTo>
                      <a:pt x="1997" y="1629"/>
                    </a:lnTo>
                    <a:lnTo>
                      <a:pt x="1879" y="1247"/>
                    </a:lnTo>
                    <a:lnTo>
                      <a:pt x="1791" y="1068"/>
                    </a:lnTo>
                    <a:lnTo>
                      <a:pt x="1690" y="901"/>
                    </a:lnTo>
                    <a:lnTo>
                      <a:pt x="1573" y="743"/>
                    </a:lnTo>
                    <a:lnTo>
                      <a:pt x="1508" y="671"/>
                    </a:lnTo>
                    <a:lnTo>
                      <a:pt x="1439" y="599"/>
                    </a:lnTo>
                    <a:lnTo>
                      <a:pt x="1369" y="532"/>
                    </a:lnTo>
                    <a:lnTo>
                      <a:pt x="1297" y="468"/>
                    </a:lnTo>
                    <a:lnTo>
                      <a:pt x="1139" y="350"/>
                    </a:lnTo>
                    <a:lnTo>
                      <a:pt x="970" y="247"/>
                    </a:lnTo>
                    <a:lnTo>
                      <a:pt x="793" y="162"/>
                    </a:lnTo>
                    <a:lnTo>
                      <a:pt x="411" y="42"/>
                    </a:lnTo>
                    <a:lnTo>
                      <a:pt x="0" y="0"/>
                    </a:lnTo>
                    <a:lnTo>
                      <a:pt x="0" y="2042"/>
                    </a:lnTo>
                    <a:lnTo>
                      <a:pt x="2038" y="2042"/>
                    </a:lnTo>
                    <a:close/>
                  </a:path>
                </a:pathLst>
              </a:custGeom>
              <a:solidFill>
                <a:srgbClr val="002960">
                  <a:alpha val="39999"/>
                </a:srgbClr>
              </a:solidFill>
              <a:ln w="9525">
                <a:noFill/>
                <a:round/>
                <a:headEnd/>
                <a:tailEn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grpSp>
        <p:grpSp>
          <p:nvGrpSpPr>
            <p:cNvPr id="61" name="Group 42">
              <a:extLst>
                <a:ext uri="{FF2B5EF4-FFF2-40B4-BE49-F238E27FC236}">
                  <a16:creationId xmlns:a16="http://schemas.microsoft.com/office/drawing/2014/main" id="{84F3E450-DBFA-4C4E-BE8A-66B14A2C8959}"/>
                </a:ext>
              </a:extLst>
            </p:cNvPr>
            <p:cNvGrpSpPr>
              <a:grpSpLocks/>
            </p:cNvGrpSpPr>
            <p:nvPr/>
          </p:nvGrpSpPr>
          <p:grpSpPr bwMode="auto">
            <a:xfrm>
              <a:off x="1684" y="1197"/>
              <a:ext cx="2384" cy="2397"/>
              <a:chOff x="1584" y="1002"/>
              <a:chExt cx="2384" cy="2397"/>
            </a:xfrm>
          </p:grpSpPr>
          <p:sp>
            <p:nvSpPr>
              <p:cNvPr id="85" name="Freeform 43">
                <a:extLst>
                  <a:ext uri="{FF2B5EF4-FFF2-40B4-BE49-F238E27FC236}">
                    <a16:creationId xmlns:a16="http://schemas.microsoft.com/office/drawing/2014/main" id="{A5F68EEE-1E96-45D4-B5D6-493602D36A97}"/>
                  </a:ext>
                </a:extLst>
              </p:cNvPr>
              <p:cNvSpPr>
                <a:spLocks/>
              </p:cNvSpPr>
              <p:nvPr/>
            </p:nvSpPr>
            <p:spPr bwMode="auto">
              <a:xfrm>
                <a:off x="1584" y="1002"/>
                <a:ext cx="1195" cy="1199"/>
              </a:xfrm>
              <a:custGeom>
                <a:avLst/>
                <a:gdLst>
                  <a:gd name="T0" fmla="*/ 83 w 2036"/>
                  <a:gd name="T1" fmla="*/ 0 h 2039"/>
                  <a:gd name="T2" fmla="*/ 66 w 2036"/>
                  <a:gd name="T3" fmla="*/ 2 h 2039"/>
                  <a:gd name="T4" fmla="*/ 50 w 2036"/>
                  <a:gd name="T5" fmla="*/ 6 h 2039"/>
                  <a:gd name="T6" fmla="*/ 43 w 2036"/>
                  <a:gd name="T7" fmla="*/ 10 h 2039"/>
                  <a:gd name="T8" fmla="*/ 36 w 2036"/>
                  <a:gd name="T9" fmla="*/ 15 h 2039"/>
                  <a:gd name="T10" fmla="*/ 31 w 2036"/>
                  <a:gd name="T11" fmla="*/ 19 h 2039"/>
                  <a:gd name="T12" fmla="*/ 27 w 2036"/>
                  <a:gd name="T13" fmla="*/ 22 h 2039"/>
                  <a:gd name="T14" fmla="*/ 24 w 2036"/>
                  <a:gd name="T15" fmla="*/ 25 h 2039"/>
                  <a:gd name="T16" fmla="*/ 21 w 2036"/>
                  <a:gd name="T17" fmla="*/ 28 h 2039"/>
                  <a:gd name="T18" fmla="*/ 19 w 2036"/>
                  <a:gd name="T19" fmla="*/ 31 h 2039"/>
                  <a:gd name="T20" fmla="*/ 14 w 2036"/>
                  <a:gd name="T21" fmla="*/ 38 h 2039"/>
                  <a:gd name="T22" fmla="*/ 10 w 2036"/>
                  <a:gd name="T23" fmla="*/ 44 h 2039"/>
                  <a:gd name="T24" fmla="*/ 6 w 2036"/>
                  <a:gd name="T25" fmla="*/ 52 h 2039"/>
                  <a:gd name="T26" fmla="*/ 2 w 2036"/>
                  <a:gd name="T27" fmla="*/ 68 h 2039"/>
                  <a:gd name="T28" fmla="*/ 0 w 2036"/>
                  <a:gd name="T29" fmla="*/ 84 h 2039"/>
                  <a:gd name="T30" fmla="*/ 83 w 2036"/>
                  <a:gd name="T31" fmla="*/ 84 h 2039"/>
                  <a:gd name="T32" fmla="*/ 83 w 2036"/>
                  <a:gd name="T33" fmla="*/ 0 h 2039"/>
                  <a:gd name="T34" fmla="*/ 83 w 2036"/>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6"/>
                  <a:gd name="T55" fmla="*/ 0 h 2039"/>
                  <a:gd name="T56" fmla="*/ 2036 w 2036"/>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6" h="2039">
                    <a:moveTo>
                      <a:pt x="2036" y="0"/>
                    </a:moveTo>
                    <a:lnTo>
                      <a:pt x="1626" y="40"/>
                    </a:lnTo>
                    <a:lnTo>
                      <a:pt x="1242" y="159"/>
                    </a:lnTo>
                    <a:lnTo>
                      <a:pt x="1065" y="247"/>
                    </a:lnTo>
                    <a:lnTo>
                      <a:pt x="895" y="348"/>
                    </a:lnTo>
                    <a:lnTo>
                      <a:pt x="740" y="466"/>
                    </a:lnTo>
                    <a:lnTo>
                      <a:pt x="665" y="530"/>
                    </a:lnTo>
                    <a:lnTo>
                      <a:pt x="595" y="599"/>
                    </a:lnTo>
                    <a:lnTo>
                      <a:pt x="527" y="669"/>
                    </a:lnTo>
                    <a:lnTo>
                      <a:pt x="464" y="741"/>
                    </a:lnTo>
                    <a:lnTo>
                      <a:pt x="346" y="899"/>
                    </a:lnTo>
                    <a:lnTo>
                      <a:pt x="243" y="1068"/>
                    </a:lnTo>
                    <a:lnTo>
                      <a:pt x="158" y="1245"/>
                    </a:lnTo>
                    <a:lnTo>
                      <a:pt x="38" y="1629"/>
                    </a:lnTo>
                    <a:lnTo>
                      <a:pt x="0" y="2039"/>
                    </a:lnTo>
                    <a:lnTo>
                      <a:pt x="2036" y="2039"/>
                    </a:lnTo>
                    <a:lnTo>
                      <a:pt x="2036" y="0"/>
                    </a:lnTo>
                    <a:close/>
                  </a:path>
                </a:pathLst>
              </a:custGeom>
              <a:solidFill>
                <a:srgbClr val="FF0000">
                  <a:alpha val="50195"/>
                </a:srgbClr>
              </a:solidFill>
              <a:ln w="9525">
                <a:noFill/>
                <a:round/>
                <a:headEnd/>
                <a:tailEn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sp>
            <p:nvSpPr>
              <p:cNvPr id="86" name="Freeform 44">
                <a:extLst>
                  <a:ext uri="{FF2B5EF4-FFF2-40B4-BE49-F238E27FC236}">
                    <a16:creationId xmlns:a16="http://schemas.microsoft.com/office/drawing/2014/main" id="{AEB376E3-148E-49BC-8850-4310E59D24F0}"/>
                  </a:ext>
                </a:extLst>
              </p:cNvPr>
              <p:cNvSpPr>
                <a:spLocks/>
              </p:cNvSpPr>
              <p:nvPr/>
            </p:nvSpPr>
            <p:spPr bwMode="auto">
              <a:xfrm>
                <a:off x="2772" y="2202"/>
                <a:ext cx="1196" cy="1197"/>
              </a:xfrm>
              <a:custGeom>
                <a:avLst/>
                <a:gdLst>
                  <a:gd name="T0" fmla="*/ 0 w 2038"/>
                  <a:gd name="T1" fmla="*/ 83 h 2039"/>
                  <a:gd name="T2" fmla="*/ 17 w 2038"/>
                  <a:gd name="T3" fmla="*/ 82 h 2039"/>
                  <a:gd name="T4" fmla="*/ 32 w 2038"/>
                  <a:gd name="T5" fmla="*/ 77 h 2039"/>
                  <a:gd name="T6" fmla="*/ 39 w 2038"/>
                  <a:gd name="T7" fmla="*/ 73 h 2039"/>
                  <a:gd name="T8" fmla="*/ 46 w 2038"/>
                  <a:gd name="T9" fmla="*/ 69 h 2039"/>
                  <a:gd name="T10" fmla="*/ 53 w 2038"/>
                  <a:gd name="T11" fmla="*/ 65 h 2039"/>
                  <a:gd name="T12" fmla="*/ 56 w 2038"/>
                  <a:gd name="T13" fmla="*/ 62 h 2039"/>
                  <a:gd name="T14" fmla="*/ 59 w 2038"/>
                  <a:gd name="T15" fmla="*/ 59 h 2039"/>
                  <a:gd name="T16" fmla="*/ 62 w 2038"/>
                  <a:gd name="T17" fmla="*/ 56 h 2039"/>
                  <a:gd name="T18" fmla="*/ 64 w 2038"/>
                  <a:gd name="T19" fmla="*/ 53 h 2039"/>
                  <a:gd name="T20" fmla="*/ 69 w 2038"/>
                  <a:gd name="T21" fmla="*/ 47 h 2039"/>
                  <a:gd name="T22" fmla="*/ 73 w 2038"/>
                  <a:gd name="T23" fmla="*/ 40 h 2039"/>
                  <a:gd name="T24" fmla="*/ 77 w 2038"/>
                  <a:gd name="T25" fmla="*/ 32 h 2039"/>
                  <a:gd name="T26" fmla="*/ 82 w 2038"/>
                  <a:gd name="T27" fmla="*/ 17 h 2039"/>
                  <a:gd name="T28" fmla="*/ 83 w 2038"/>
                  <a:gd name="T29" fmla="*/ 0 h 2039"/>
                  <a:gd name="T30" fmla="*/ 0 w 2038"/>
                  <a:gd name="T31" fmla="*/ 0 h 2039"/>
                  <a:gd name="T32" fmla="*/ 0 w 2038"/>
                  <a:gd name="T33" fmla="*/ 83 h 2039"/>
                  <a:gd name="T34" fmla="*/ 0 w 2038"/>
                  <a:gd name="T35" fmla="*/ 83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39"/>
                  <a:gd name="T56" fmla="*/ 2038 w 2038"/>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39">
                    <a:moveTo>
                      <a:pt x="0" y="2039"/>
                    </a:moveTo>
                    <a:lnTo>
                      <a:pt x="411" y="1997"/>
                    </a:lnTo>
                    <a:lnTo>
                      <a:pt x="793" y="1880"/>
                    </a:lnTo>
                    <a:lnTo>
                      <a:pt x="970" y="1792"/>
                    </a:lnTo>
                    <a:lnTo>
                      <a:pt x="1139" y="1691"/>
                    </a:lnTo>
                    <a:lnTo>
                      <a:pt x="1295" y="1574"/>
                    </a:lnTo>
                    <a:lnTo>
                      <a:pt x="1369" y="1509"/>
                    </a:lnTo>
                    <a:lnTo>
                      <a:pt x="1439" y="1442"/>
                    </a:lnTo>
                    <a:lnTo>
                      <a:pt x="1508" y="1370"/>
                    </a:lnTo>
                    <a:lnTo>
                      <a:pt x="1571" y="1296"/>
                    </a:lnTo>
                    <a:lnTo>
                      <a:pt x="1690" y="1140"/>
                    </a:lnTo>
                    <a:lnTo>
                      <a:pt x="1791" y="971"/>
                    </a:lnTo>
                    <a:lnTo>
                      <a:pt x="1877" y="792"/>
                    </a:lnTo>
                    <a:lnTo>
                      <a:pt x="1997" y="410"/>
                    </a:lnTo>
                    <a:lnTo>
                      <a:pt x="2038" y="0"/>
                    </a:lnTo>
                    <a:lnTo>
                      <a:pt x="0" y="0"/>
                    </a:lnTo>
                    <a:lnTo>
                      <a:pt x="0" y="2039"/>
                    </a:lnTo>
                    <a:close/>
                  </a:path>
                </a:pathLst>
              </a:custGeom>
              <a:solidFill>
                <a:srgbClr val="FF9900">
                  <a:alpha val="50195"/>
                </a:srgbClr>
              </a:solidFill>
              <a:ln w="9525">
                <a:noFill/>
                <a:round/>
                <a:headEnd/>
                <a:tailEn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sp>
            <p:nvSpPr>
              <p:cNvPr id="87" name="Freeform 45">
                <a:extLst>
                  <a:ext uri="{FF2B5EF4-FFF2-40B4-BE49-F238E27FC236}">
                    <a16:creationId xmlns:a16="http://schemas.microsoft.com/office/drawing/2014/main" id="{DB99B339-C2E2-42F4-8DCD-92CBB73C74E2}"/>
                  </a:ext>
                </a:extLst>
              </p:cNvPr>
              <p:cNvSpPr>
                <a:spLocks/>
              </p:cNvSpPr>
              <p:nvPr/>
            </p:nvSpPr>
            <p:spPr bwMode="auto">
              <a:xfrm>
                <a:off x="2772" y="1002"/>
                <a:ext cx="1196" cy="1199"/>
              </a:xfrm>
              <a:custGeom>
                <a:avLst/>
                <a:gdLst>
                  <a:gd name="T0" fmla="*/ 83 w 2038"/>
                  <a:gd name="T1" fmla="*/ 84 h 2042"/>
                  <a:gd name="T2" fmla="*/ 82 w 2038"/>
                  <a:gd name="T3" fmla="*/ 66 h 2042"/>
                  <a:gd name="T4" fmla="*/ 77 w 2038"/>
                  <a:gd name="T5" fmla="*/ 51 h 2042"/>
                  <a:gd name="T6" fmla="*/ 73 w 2038"/>
                  <a:gd name="T7" fmla="*/ 44 h 2042"/>
                  <a:gd name="T8" fmla="*/ 69 w 2038"/>
                  <a:gd name="T9" fmla="*/ 37 h 2042"/>
                  <a:gd name="T10" fmla="*/ 65 w 2038"/>
                  <a:gd name="T11" fmla="*/ 31 h 2042"/>
                  <a:gd name="T12" fmla="*/ 62 w 2038"/>
                  <a:gd name="T13" fmla="*/ 28 h 2042"/>
                  <a:gd name="T14" fmla="*/ 59 w 2038"/>
                  <a:gd name="T15" fmla="*/ 25 h 2042"/>
                  <a:gd name="T16" fmla="*/ 56 w 2038"/>
                  <a:gd name="T17" fmla="*/ 22 h 2042"/>
                  <a:gd name="T18" fmla="*/ 53 w 2038"/>
                  <a:gd name="T19" fmla="*/ 19 h 2042"/>
                  <a:gd name="T20" fmla="*/ 46 w 2038"/>
                  <a:gd name="T21" fmla="*/ 15 h 2042"/>
                  <a:gd name="T22" fmla="*/ 39 w 2038"/>
                  <a:gd name="T23" fmla="*/ 10 h 2042"/>
                  <a:gd name="T24" fmla="*/ 32 w 2038"/>
                  <a:gd name="T25" fmla="*/ 6 h 2042"/>
                  <a:gd name="T26" fmla="*/ 17 w 2038"/>
                  <a:gd name="T27" fmla="*/ 2 h 2042"/>
                  <a:gd name="T28" fmla="*/ 0 w 2038"/>
                  <a:gd name="T29" fmla="*/ 0 h 2042"/>
                  <a:gd name="T30" fmla="*/ 0 w 2038"/>
                  <a:gd name="T31" fmla="*/ 84 h 2042"/>
                  <a:gd name="T32" fmla="*/ 83 w 2038"/>
                  <a:gd name="T33" fmla="*/ 84 h 2042"/>
                  <a:gd name="T34" fmla="*/ 83 w 2038"/>
                  <a:gd name="T35" fmla="*/ 84 h 20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42"/>
                  <a:gd name="T56" fmla="*/ 2038 w 2038"/>
                  <a:gd name="T57" fmla="*/ 2042 h 20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42">
                    <a:moveTo>
                      <a:pt x="2038" y="2042"/>
                    </a:moveTo>
                    <a:lnTo>
                      <a:pt x="1997" y="1629"/>
                    </a:lnTo>
                    <a:lnTo>
                      <a:pt x="1879" y="1247"/>
                    </a:lnTo>
                    <a:lnTo>
                      <a:pt x="1791" y="1068"/>
                    </a:lnTo>
                    <a:lnTo>
                      <a:pt x="1690" y="901"/>
                    </a:lnTo>
                    <a:lnTo>
                      <a:pt x="1573" y="743"/>
                    </a:lnTo>
                    <a:lnTo>
                      <a:pt x="1508" y="671"/>
                    </a:lnTo>
                    <a:lnTo>
                      <a:pt x="1439" y="599"/>
                    </a:lnTo>
                    <a:lnTo>
                      <a:pt x="1369" y="532"/>
                    </a:lnTo>
                    <a:lnTo>
                      <a:pt x="1297" y="468"/>
                    </a:lnTo>
                    <a:lnTo>
                      <a:pt x="1139" y="350"/>
                    </a:lnTo>
                    <a:lnTo>
                      <a:pt x="970" y="247"/>
                    </a:lnTo>
                    <a:lnTo>
                      <a:pt x="793" y="162"/>
                    </a:lnTo>
                    <a:lnTo>
                      <a:pt x="411" y="42"/>
                    </a:lnTo>
                    <a:lnTo>
                      <a:pt x="0" y="0"/>
                    </a:lnTo>
                    <a:lnTo>
                      <a:pt x="0" y="2042"/>
                    </a:lnTo>
                    <a:lnTo>
                      <a:pt x="2038" y="2042"/>
                    </a:lnTo>
                    <a:close/>
                  </a:path>
                </a:pathLst>
              </a:custGeom>
              <a:solidFill>
                <a:srgbClr val="002960">
                  <a:alpha val="50195"/>
                </a:srgbClr>
              </a:solidFill>
              <a:ln w="9525">
                <a:noFill/>
                <a:round/>
                <a:headEnd/>
                <a:tailEn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sp>
            <p:nvSpPr>
              <p:cNvPr id="88" name="Freeform 46">
                <a:extLst>
                  <a:ext uri="{FF2B5EF4-FFF2-40B4-BE49-F238E27FC236}">
                    <a16:creationId xmlns:a16="http://schemas.microsoft.com/office/drawing/2014/main" id="{696BBE7C-0A45-4062-9EBE-99C9DD131E89}"/>
                  </a:ext>
                </a:extLst>
              </p:cNvPr>
              <p:cNvSpPr>
                <a:spLocks/>
              </p:cNvSpPr>
              <p:nvPr/>
            </p:nvSpPr>
            <p:spPr bwMode="auto">
              <a:xfrm>
                <a:off x="1584" y="2201"/>
                <a:ext cx="1195" cy="1198"/>
              </a:xfrm>
              <a:custGeom>
                <a:avLst/>
                <a:gdLst>
                  <a:gd name="T0" fmla="*/ 0 w 2037"/>
                  <a:gd name="T1" fmla="*/ 0 h 2041"/>
                  <a:gd name="T2" fmla="*/ 2 w 2037"/>
                  <a:gd name="T3" fmla="*/ 17 h 2041"/>
                  <a:gd name="T4" fmla="*/ 6 w 2037"/>
                  <a:gd name="T5" fmla="*/ 33 h 2041"/>
                  <a:gd name="T6" fmla="*/ 10 w 2037"/>
                  <a:gd name="T7" fmla="*/ 40 h 2041"/>
                  <a:gd name="T8" fmla="*/ 14 w 2037"/>
                  <a:gd name="T9" fmla="*/ 47 h 2041"/>
                  <a:gd name="T10" fmla="*/ 19 w 2037"/>
                  <a:gd name="T11" fmla="*/ 53 h 2041"/>
                  <a:gd name="T12" fmla="*/ 22 w 2037"/>
                  <a:gd name="T13" fmla="*/ 56 h 2041"/>
                  <a:gd name="T14" fmla="*/ 24 w 2037"/>
                  <a:gd name="T15" fmla="*/ 59 h 2041"/>
                  <a:gd name="T16" fmla="*/ 27 w 2037"/>
                  <a:gd name="T17" fmla="*/ 62 h 2041"/>
                  <a:gd name="T18" fmla="*/ 31 w 2037"/>
                  <a:gd name="T19" fmla="*/ 65 h 2041"/>
                  <a:gd name="T20" fmla="*/ 36 w 2037"/>
                  <a:gd name="T21" fmla="*/ 69 h 2041"/>
                  <a:gd name="T22" fmla="*/ 43 w 2037"/>
                  <a:gd name="T23" fmla="*/ 73 h 2041"/>
                  <a:gd name="T24" fmla="*/ 50 w 2037"/>
                  <a:gd name="T25" fmla="*/ 77 h 2041"/>
                  <a:gd name="T26" fmla="*/ 66 w 2037"/>
                  <a:gd name="T27" fmla="*/ 82 h 2041"/>
                  <a:gd name="T28" fmla="*/ 83 w 2037"/>
                  <a:gd name="T29" fmla="*/ 83 h 2041"/>
                  <a:gd name="T30" fmla="*/ 83 w 2037"/>
                  <a:gd name="T31" fmla="*/ 0 h 2041"/>
                  <a:gd name="T32" fmla="*/ 0 w 2037"/>
                  <a:gd name="T33" fmla="*/ 0 h 2041"/>
                  <a:gd name="T34" fmla="*/ 0 w 2037"/>
                  <a:gd name="T35" fmla="*/ 0 h 20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7"/>
                  <a:gd name="T55" fmla="*/ 0 h 2041"/>
                  <a:gd name="T56" fmla="*/ 2037 w 2037"/>
                  <a:gd name="T57" fmla="*/ 2041 h 20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7" h="2041">
                    <a:moveTo>
                      <a:pt x="0" y="0"/>
                    </a:moveTo>
                    <a:lnTo>
                      <a:pt x="40" y="412"/>
                    </a:lnTo>
                    <a:lnTo>
                      <a:pt x="160" y="794"/>
                    </a:lnTo>
                    <a:lnTo>
                      <a:pt x="246" y="971"/>
                    </a:lnTo>
                    <a:lnTo>
                      <a:pt x="348" y="1140"/>
                    </a:lnTo>
                    <a:lnTo>
                      <a:pt x="466" y="1298"/>
                    </a:lnTo>
                    <a:lnTo>
                      <a:pt x="529" y="1372"/>
                    </a:lnTo>
                    <a:lnTo>
                      <a:pt x="597" y="1442"/>
                    </a:lnTo>
                    <a:lnTo>
                      <a:pt x="668" y="1511"/>
                    </a:lnTo>
                    <a:lnTo>
                      <a:pt x="742" y="1574"/>
                    </a:lnTo>
                    <a:lnTo>
                      <a:pt x="898" y="1691"/>
                    </a:lnTo>
                    <a:lnTo>
                      <a:pt x="1067" y="1794"/>
                    </a:lnTo>
                    <a:lnTo>
                      <a:pt x="1244" y="1880"/>
                    </a:lnTo>
                    <a:lnTo>
                      <a:pt x="1626" y="1999"/>
                    </a:lnTo>
                    <a:lnTo>
                      <a:pt x="2037" y="2041"/>
                    </a:lnTo>
                    <a:lnTo>
                      <a:pt x="2037" y="0"/>
                    </a:lnTo>
                    <a:lnTo>
                      <a:pt x="0" y="0"/>
                    </a:lnTo>
                    <a:close/>
                  </a:path>
                </a:pathLst>
              </a:custGeom>
              <a:solidFill>
                <a:srgbClr val="99CC00">
                  <a:alpha val="50195"/>
                </a:srgbClr>
              </a:solidFill>
              <a:ln w="9525">
                <a:noFill/>
                <a:round/>
                <a:headEnd/>
                <a:tailEn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grpSp>
        <p:grpSp>
          <p:nvGrpSpPr>
            <p:cNvPr id="62" name="Group 47">
              <a:extLst>
                <a:ext uri="{FF2B5EF4-FFF2-40B4-BE49-F238E27FC236}">
                  <a16:creationId xmlns:a16="http://schemas.microsoft.com/office/drawing/2014/main" id="{BF4208DC-56AA-4518-87E3-91C79B67DAD1}"/>
                </a:ext>
              </a:extLst>
            </p:cNvPr>
            <p:cNvGrpSpPr>
              <a:grpSpLocks/>
            </p:cNvGrpSpPr>
            <p:nvPr/>
          </p:nvGrpSpPr>
          <p:grpSpPr bwMode="auto">
            <a:xfrm>
              <a:off x="2196" y="1704"/>
              <a:ext cx="1384" cy="1392"/>
              <a:chOff x="2064" y="1488"/>
              <a:chExt cx="1432" cy="1440"/>
            </a:xfrm>
          </p:grpSpPr>
          <p:sp>
            <p:nvSpPr>
              <p:cNvPr id="81" name="Freeform 48">
                <a:extLst>
                  <a:ext uri="{FF2B5EF4-FFF2-40B4-BE49-F238E27FC236}">
                    <a16:creationId xmlns:a16="http://schemas.microsoft.com/office/drawing/2014/main" id="{DEB0A5CC-E7B0-4423-8E5D-6AEFB79C2D74}"/>
                  </a:ext>
                </a:extLst>
              </p:cNvPr>
              <p:cNvSpPr>
                <a:spLocks/>
              </p:cNvSpPr>
              <p:nvPr/>
            </p:nvSpPr>
            <p:spPr bwMode="auto">
              <a:xfrm>
                <a:off x="2777" y="2209"/>
                <a:ext cx="719" cy="719"/>
              </a:xfrm>
              <a:custGeom>
                <a:avLst/>
                <a:gdLst>
                  <a:gd name="T0" fmla="*/ 0 w 2038"/>
                  <a:gd name="T1" fmla="*/ 4 h 2039"/>
                  <a:gd name="T2" fmla="*/ 1 w 2038"/>
                  <a:gd name="T3" fmla="*/ 4 h 2039"/>
                  <a:gd name="T4" fmla="*/ 1 w 2038"/>
                  <a:gd name="T5" fmla="*/ 4 h 2039"/>
                  <a:gd name="T6" fmla="*/ 2 w 2038"/>
                  <a:gd name="T7" fmla="*/ 4 h 2039"/>
                  <a:gd name="T8" fmla="*/ 2 w 2038"/>
                  <a:gd name="T9" fmla="*/ 3 h 2039"/>
                  <a:gd name="T10" fmla="*/ 2 w 2038"/>
                  <a:gd name="T11" fmla="*/ 3 h 2039"/>
                  <a:gd name="T12" fmla="*/ 2 w 2038"/>
                  <a:gd name="T13" fmla="*/ 3 h 2039"/>
                  <a:gd name="T14" fmla="*/ 3 w 2038"/>
                  <a:gd name="T15" fmla="*/ 3 h 2039"/>
                  <a:gd name="T16" fmla="*/ 3 w 2038"/>
                  <a:gd name="T17" fmla="*/ 2 h 2039"/>
                  <a:gd name="T18" fmla="*/ 3 w 2038"/>
                  <a:gd name="T19" fmla="*/ 2 h 2039"/>
                  <a:gd name="T20" fmla="*/ 3 w 2038"/>
                  <a:gd name="T21" fmla="*/ 2 h 2039"/>
                  <a:gd name="T22" fmla="*/ 4 w 2038"/>
                  <a:gd name="T23" fmla="*/ 2 h 2039"/>
                  <a:gd name="T24" fmla="*/ 4 w 2038"/>
                  <a:gd name="T25" fmla="*/ 1 h 2039"/>
                  <a:gd name="T26" fmla="*/ 4 w 2038"/>
                  <a:gd name="T27" fmla="*/ 1 h 2039"/>
                  <a:gd name="T28" fmla="*/ 4 w 2038"/>
                  <a:gd name="T29" fmla="*/ 0 h 2039"/>
                  <a:gd name="T30" fmla="*/ 0 w 2038"/>
                  <a:gd name="T31" fmla="*/ 0 h 2039"/>
                  <a:gd name="T32" fmla="*/ 0 w 2038"/>
                  <a:gd name="T33" fmla="*/ 4 h 2039"/>
                  <a:gd name="T34" fmla="*/ 0 w 2038"/>
                  <a:gd name="T35" fmla="*/ 4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39"/>
                  <a:gd name="T56" fmla="*/ 2038 w 2038"/>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39">
                    <a:moveTo>
                      <a:pt x="0" y="2039"/>
                    </a:moveTo>
                    <a:lnTo>
                      <a:pt x="411" y="1997"/>
                    </a:lnTo>
                    <a:lnTo>
                      <a:pt x="793" y="1880"/>
                    </a:lnTo>
                    <a:lnTo>
                      <a:pt x="970" y="1792"/>
                    </a:lnTo>
                    <a:lnTo>
                      <a:pt x="1139" y="1691"/>
                    </a:lnTo>
                    <a:lnTo>
                      <a:pt x="1295" y="1574"/>
                    </a:lnTo>
                    <a:lnTo>
                      <a:pt x="1369" y="1509"/>
                    </a:lnTo>
                    <a:lnTo>
                      <a:pt x="1439" y="1442"/>
                    </a:lnTo>
                    <a:lnTo>
                      <a:pt x="1508" y="1370"/>
                    </a:lnTo>
                    <a:lnTo>
                      <a:pt x="1571" y="1296"/>
                    </a:lnTo>
                    <a:lnTo>
                      <a:pt x="1690" y="1140"/>
                    </a:lnTo>
                    <a:lnTo>
                      <a:pt x="1791" y="971"/>
                    </a:lnTo>
                    <a:lnTo>
                      <a:pt x="1877" y="792"/>
                    </a:lnTo>
                    <a:lnTo>
                      <a:pt x="1997" y="410"/>
                    </a:lnTo>
                    <a:lnTo>
                      <a:pt x="2038" y="0"/>
                    </a:lnTo>
                    <a:lnTo>
                      <a:pt x="0" y="0"/>
                    </a:lnTo>
                    <a:lnTo>
                      <a:pt x="0" y="2039"/>
                    </a:lnTo>
                    <a:close/>
                  </a:path>
                </a:pathLst>
              </a:custGeom>
              <a:solidFill>
                <a:srgbClr val="FF9900"/>
              </a:solidFill>
              <a:ln w="9525">
                <a:noFill/>
                <a:round/>
                <a:headEnd/>
                <a:tailEn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sp>
            <p:nvSpPr>
              <p:cNvPr id="82" name="Freeform 49">
                <a:extLst>
                  <a:ext uri="{FF2B5EF4-FFF2-40B4-BE49-F238E27FC236}">
                    <a16:creationId xmlns:a16="http://schemas.microsoft.com/office/drawing/2014/main" id="{12B29A6A-E9D5-40C6-8B7C-8CFC59FD30A5}"/>
                  </a:ext>
                </a:extLst>
              </p:cNvPr>
              <p:cNvSpPr>
                <a:spLocks/>
              </p:cNvSpPr>
              <p:nvPr/>
            </p:nvSpPr>
            <p:spPr bwMode="auto">
              <a:xfrm>
                <a:off x="2777" y="1488"/>
                <a:ext cx="719" cy="720"/>
              </a:xfrm>
              <a:custGeom>
                <a:avLst/>
                <a:gdLst>
                  <a:gd name="T0" fmla="*/ 4 w 2038"/>
                  <a:gd name="T1" fmla="*/ 4 h 2042"/>
                  <a:gd name="T2" fmla="*/ 4 w 2038"/>
                  <a:gd name="T3" fmla="*/ 3 h 2042"/>
                  <a:gd name="T4" fmla="*/ 4 w 2038"/>
                  <a:gd name="T5" fmla="*/ 2 h 2042"/>
                  <a:gd name="T6" fmla="*/ 4 w 2038"/>
                  <a:gd name="T7" fmla="*/ 2 h 2042"/>
                  <a:gd name="T8" fmla="*/ 3 w 2038"/>
                  <a:gd name="T9" fmla="*/ 2 h 2042"/>
                  <a:gd name="T10" fmla="*/ 3 w 2038"/>
                  <a:gd name="T11" fmla="*/ 1 h 2042"/>
                  <a:gd name="T12" fmla="*/ 3 w 2038"/>
                  <a:gd name="T13" fmla="*/ 1 h 2042"/>
                  <a:gd name="T14" fmla="*/ 3 w 2038"/>
                  <a:gd name="T15" fmla="*/ 1 h 2042"/>
                  <a:gd name="T16" fmla="*/ 2 w 2038"/>
                  <a:gd name="T17" fmla="*/ 1 h 2042"/>
                  <a:gd name="T18" fmla="*/ 2 w 2038"/>
                  <a:gd name="T19" fmla="*/ 1 h 2042"/>
                  <a:gd name="T20" fmla="*/ 2 w 2038"/>
                  <a:gd name="T21" fmla="*/ 1 h 2042"/>
                  <a:gd name="T22" fmla="*/ 2 w 2038"/>
                  <a:gd name="T23" fmla="*/ 0 h 2042"/>
                  <a:gd name="T24" fmla="*/ 1 w 2038"/>
                  <a:gd name="T25" fmla="*/ 0 h 2042"/>
                  <a:gd name="T26" fmla="*/ 1 w 2038"/>
                  <a:gd name="T27" fmla="*/ 0 h 2042"/>
                  <a:gd name="T28" fmla="*/ 0 w 2038"/>
                  <a:gd name="T29" fmla="*/ 0 h 2042"/>
                  <a:gd name="T30" fmla="*/ 0 w 2038"/>
                  <a:gd name="T31" fmla="*/ 4 h 2042"/>
                  <a:gd name="T32" fmla="*/ 4 w 2038"/>
                  <a:gd name="T33" fmla="*/ 4 h 2042"/>
                  <a:gd name="T34" fmla="*/ 4 w 2038"/>
                  <a:gd name="T35" fmla="*/ 4 h 20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42"/>
                  <a:gd name="T56" fmla="*/ 2038 w 2038"/>
                  <a:gd name="T57" fmla="*/ 2042 h 20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42">
                    <a:moveTo>
                      <a:pt x="2038" y="2042"/>
                    </a:moveTo>
                    <a:lnTo>
                      <a:pt x="1997" y="1629"/>
                    </a:lnTo>
                    <a:lnTo>
                      <a:pt x="1879" y="1247"/>
                    </a:lnTo>
                    <a:lnTo>
                      <a:pt x="1791" y="1068"/>
                    </a:lnTo>
                    <a:lnTo>
                      <a:pt x="1690" y="901"/>
                    </a:lnTo>
                    <a:lnTo>
                      <a:pt x="1573" y="743"/>
                    </a:lnTo>
                    <a:lnTo>
                      <a:pt x="1508" y="671"/>
                    </a:lnTo>
                    <a:lnTo>
                      <a:pt x="1439" y="599"/>
                    </a:lnTo>
                    <a:lnTo>
                      <a:pt x="1369" y="532"/>
                    </a:lnTo>
                    <a:lnTo>
                      <a:pt x="1297" y="468"/>
                    </a:lnTo>
                    <a:lnTo>
                      <a:pt x="1139" y="350"/>
                    </a:lnTo>
                    <a:lnTo>
                      <a:pt x="970" y="247"/>
                    </a:lnTo>
                    <a:lnTo>
                      <a:pt x="793" y="162"/>
                    </a:lnTo>
                    <a:lnTo>
                      <a:pt x="411" y="42"/>
                    </a:lnTo>
                    <a:lnTo>
                      <a:pt x="0" y="0"/>
                    </a:lnTo>
                    <a:lnTo>
                      <a:pt x="0" y="2042"/>
                    </a:lnTo>
                    <a:lnTo>
                      <a:pt x="2038" y="2042"/>
                    </a:lnTo>
                    <a:close/>
                  </a:path>
                </a:pathLst>
              </a:custGeom>
              <a:solidFill>
                <a:srgbClr val="002960">
                  <a:alpha val="70195"/>
                </a:srgbClr>
              </a:solidFill>
              <a:ln w="9525">
                <a:noFill/>
                <a:round/>
                <a:headEnd/>
                <a:tailEn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sp>
            <p:nvSpPr>
              <p:cNvPr id="83" name="Freeform 50">
                <a:extLst>
                  <a:ext uri="{FF2B5EF4-FFF2-40B4-BE49-F238E27FC236}">
                    <a16:creationId xmlns:a16="http://schemas.microsoft.com/office/drawing/2014/main" id="{754E95F4-4098-4703-BFBC-303667ECEF23}"/>
                  </a:ext>
                </a:extLst>
              </p:cNvPr>
              <p:cNvSpPr>
                <a:spLocks/>
              </p:cNvSpPr>
              <p:nvPr/>
            </p:nvSpPr>
            <p:spPr bwMode="auto">
              <a:xfrm>
                <a:off x="2064" y="1488"/>
                <a:ext cx="718" cy="720"/>
              </a:xfrm>
              <a:custGeom>
                <a:avLst/>
                <a:gdLst>
                  <a:gd name="T0" fmla="*/ 4 w 2036"/>
                  <a:gd name="T1" fmla="*/ 0 h 2039"/>
                  <a:gd name="T2" fmla="*/ 3 w 2036"/>
                  <a:gd name="T3" fmla="*/ 0 h 2039"/>
                  <a:gd name="T4" fmla="*/ 2 w 2036"/>
                  <a:gd name="T5" fmla="*/ 0 h 2039"/>
                  <a:gd name="T6" fmla="*/ 2 w 2036"/>
                  <a:gd name="T7" fmla="*/ 0 h 2039"/>
                  <a:gd name="T8" fmla="*/ 2 w 2036"/>
                  <a:gd name="T9" fmla="*/ 1 h 2039"/>
                  <a:gd name="T10" fmla="*/ 1 w 2036"/>
                  <a:gd name="T11" fmla="*/ 1 h 2039"/>
                  <a:gd name="T12" fmla="*/ 1 w 2036"/>
                  <a:gd name="T13" fmla="*/ 1 h 2039"/>
                  <a:gd name="T14" fmla="*/ 1 w 2036"/>
                  <a:gd name="T15" fmla="*/ 1 h 2039"/>
                  <a:gd name="T16" fmla="*/ 1 w 2036"/>
                  <a:gd name="T17" fmla="*/ 1 h 2039"/>
                  <a:gd name="T18" fmla="*/ 1 w 2036"/>
                  <a:gd name="T19" fmla="*/ 1 h 2039"/>
                  <a:gd name="T20" fmla="*/ 1 w 2036"/>
                  <a:gd name="T21" fmla="*/ 2 h 2039"/>
                  <a:gd name="T22" fmla="*/ 0 w 2036"/>
                  <a:gd name="T23" fmla="*/ 2 h 2039"/>
                  <a:gd name="T24" fmla="*/ 0 w 2036"/>
                  <a:gd name="T25" fmla="*/ 2 h 2039"/>
                  <a:gd name="T26" fmla="*/ 0 w 2036"/>
                  <a:gd name="T27" fmla="*/ 3 h 2039"/>
                  <a:gd name="T28" fmla="*/ 0 w 2036"/>
                  <a:gd name="T29" fmla="*/ 4 h 2039"/>
                  <a:gd name="T30" fmla="*/ 4 w 2036"/>
                  <a:gd name="T31" fmla="*/ 4 h 2039"/>
                  <a:gd name="T32" fmla="*/ 4 w 2036"/>
                  <a:gd name="T33" fmla="*/ 0 h 2039"/>
                  <a:gd name="T34" fmla="*/ 4 w 2036"/>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6"/>
                  <a:gd name="T55" fmla="*/ 0 h 2039"/>
                  <a:gd name="T56" fmla="*/ 2036 w 2036"/>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6" h="2039">
                    <a:moveTo>
                      <a:pt x="2036" y="0"/>
                    </a:moveTo>
                    <a:lnTo>
                      <a:pt x="1626" y="40"/>
                    </a:lnTo>
                    <a:lnTo>
                      <a:pt x="1242" y="159"/>
                    </a:lnTo>
                    <a:lnTo>
                      <a:pt x="1065" y="247"/>
                    </a:lnTo>
                    <a:lnTo>
                      <a:pt x="895" y="348"/>
                    </a:lnTo>
                    <a:lnTo>
                      <a:pt x="740" y="466"/>
                    </a:lnTo>
                    <a:lnTo>
                      <a:pt x="665" y="530"/>
                    </a:lnTo>
                    <a:lnTo>
                      <a:pt x="595" y="599"/>
                    </a:lnTo>
                    <a:lnTo>
                      <a:pt x="527" y="669"/>
                    </a:lnTo>
                    <a:lnTo>
                      <a:pt x="464" y="741"/>
                    </a:lnTo>
                    <a:lnTo>
                      <a:pt x="346" y="899"/>
                    </a:lnTo>
                    <a:lnTo>
                      <a:pt x="243" y="1068"/>
                    </a:lnTo>
                    <a:lnTo>
                      <a:pt x="158" y="1245"/>
                    </a:lnTo>
                    <a:lnTo>
                      <a:pt x="38" y="1629"/>
                    </a:lnTo>
                    <a:lnTo>
                      <a:pt x="0" y="2039"/>
                    </a:lnTo>
                    <a:lnTo>
                      <a:pt x="2036" y="2039"/>
                    </a:lnTo>
                    <a:lnTo>
                      <a:pt x="2036" y="0"/>
                    </a:lnTo>
                    <a:close/>
                  </a:path>
                </a:pathLst>
              </a:custGeom>
              <a:solidFill>
                <a:srgbClr val="990033">
                  <a:alpha val="70195"/>
                </a:srgbClr>
              </a:solidFill>
              <a:ln w="9525">
                <a:noFill/>
                <a:round/>
                <a:headEnd/>
                <a:tailEn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sp>
            <p:nvSpPr>
              <p:cNvPr id="84" name="Freeform 51">
                <a:extLst>
                  <a:ext uri="{FF2B5EF4-FFF2-40B4-BE49-F238E27FC236}">
                    <a16:creationId xmlns:a16="http://schemas.microsoft.com/office/drawing/2014/main" id="{5E160039-E587-4550-B29E-78C233E5D7F8}"/>
                  </a:ext>
                </a:extLst>
              </p:cNvPr>
              <p:cNvSpPr>
                <a:spLocks/>
              </p:cNvSpPr>
              <p:nvPr/>
            </p:nvSpPr>
            <p:spPr bwMode="auto">
              <a:xfrm>
                <a:off x="2064" y="2208"/>
                <a:ext cx="718" cy="720"/>
              </a:xfrm>
              <a:custGeom>
                <a:avLst/>
                <a:gdLst>
                  <a:gd name="T0" fmla="*/ 0 w 2037"/>
                  <a:gd name="T1" fmla="*/ 0 h 2041"/>
                  <a:gd name="T2" fmla="*/ 0 w 2037"/>
                  <a:gd name="T3" fmla="*/ 1 h 2041"/>
                  <a:gd name="T4" fmla="*/ 0 w 2037"/>
                  <a:gd name="T5" fmla="*/ 1 h 2041"/>
                  <a:gd name="T6" fmla="*/ 0 w 2037"/>
                  <a:gd name="T7" fmla="*/ 2 h 2041"/>
                  <a:gd name="T8" fmla="*/ 1 w 2037"/>
                  <a:gd name="T9" fmla="*/ 2 h 2041"/>
                  <a:gd name="T10" fmla="*/ 1 w 2037"/>
                  <a:gd name="T11" fmla="*/ 2 h 2041"/>
                  <a:gd name="T12" fmla="*/ 1 w 2037"/>
                  <a:gd name="T13" fmla="*/ 2 h 2041"/>
                  <a:gd name="T14" fmla="*/ 1 w 2037"/>
                  <a:gd name="T15" fmla="*/ 3 h 2041"/>
                  <a:gd name="T16" fmla="*/ 1 w 2037"/>
                  <a:gd name="T17" fmla="*/ 3 h 2041"/>
                  <a:gd name="T18" fmla="*/ 1 w 2037"/>
                  <a:gd name="T19" fmla="*/ 3 h 2041"/>
                  <a:gd name="T20" fmla="*/ 2 w 2037"/>
                  <a:gd name="T21" fmla="*/ 3 h 2041"/>
                  <a:gd name="T22" fmla="*/ 2 w 2037"/>
                  <a:gd name="T23" fmla="*/ 4 h 2041"/>
                  <a:gd name="T24" fmla="*/ 2 w 2037"/>
                  <a:gd name="T25" fmla="*/ 4 h 2041"/>
                  <a:gd name="T26" fmla="*/ 3 w 2037"/>
                  <a:gd name="T27" fmla="*/ 4 h 2041"/>
                  <a:gd name="T28" fmla="*/ 4 w 2037"/>
                  <a:gd name="T29" fmla="*/ 4 h 2041"/>
                  <a:gd name="T30" fmla="*/ 4 w 2037"/>
                  <a:gd name="T31" fmla="*/ 0 h 2041"/>
                  <a:gd name="T32" fmla="*/ 0 w 2037"/>
                  <a:gd name="T33" fmla="*/ 0 h 2041"/>
                  <a:gd name="T34" fmla="*/ 0 w 2037"/>
                  <a:gd name="T35" fmla="*/ 0 h 20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7"/>
                  <a:gd name="T55" fmla="*/ 0 h 2041"/>
                  <a:gd name="T56" fmla="*/ 2037 w 2037"/>
                  <a:gd name="T57" fmla="*/ 2041 h 20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7" h="2041">
                    <a:moveTo>
                      <a:pt x="0" y="0"/>
                    </a:moveTo>
                    <a:lnTo>
                      <a:pt x="40" y="412"/>
                    </a:lnTo>
                    <a:lnTo>
                      <a:pt x="160" y="794"/>
                    </a:lnTo>
                    <a:lnTo>
                      <a:pt x="246" y="971"/>
                    </a:lnTo>
                    <a:lnTo>
                      <a:pt x="348" y="1140"/>
                    </a:lnTo>
                    <a:lnTo>
                      <a:pt x="466" y="1298"/>
                    </a:lnTo>
                    <a:lnTo>
                      <a:pt x="529" y="1372"/>
                    </a:lnTo>
                    <a:lnTo>
                      <a:pt x="597" y="1442"/>
                    </a:lnTo>
                    <a:lnTo>
                      <a:pt x="668" y="1511"/>
                    </a:lnTo>
                    <a:lnTo>
                      <a:pt x="742" y="1574"/>
                    </a:lnTo>
                    <a:lnTo>
                      <a:pt x="898" y="1691"/>
                    </a:lnTo>
                    <a:lnTo>
                      <a:pt x="1067" y="1794"/>
                    </a:lnTo>
                    <a:lnTo>
                      <a:pt x="1244" y="1880"/>
                    </a:lnTo>
                    <a:lnTo>
                      <a:pt x="1626" y="1999"/>
                    </a:lnTo>
                    <a:lnTo>
                      <a:pt x="2037" y="2041"/>
                    </a:lnTo>
                    <a:lnTo>
                      <a:pt x="2037" y="0"/>
                    </a:lnTo>
                    <a:lnTo>
                      <a:pt x="0" y="0"/>
                    </a:lnTo>
                    <a:close/>
                  </a:path>
                </a:pathLst>
              </a:custGeom>
              <a:solidFill>
                <a:srgbClr val="008000">
                  <a:alpha val="79999"/>
                </a:srgbClr>
              </a:solidFill>
              <a:ln w="9525">
                <a:noFill/>
                <a:round/>
                <a:headEnd/>
                <a:tailEn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grpSp>
        <p:sp>
          <p:nvSpPr>
            <p:cNvPr id="63" name="Line 52">
              <a:extLst>
                <a:ext uri="{FF2B5EF4-FFF2-40B4-BE49-F238E27FC236}">
                  <a16:creationId xmlns:a16="http://schemas.microsoft.com/office/drawing/2014/main" id="{418E72DE-0E2D-4F6E-95C6-655EBB7F7BFC}"/>
                </a:ext>
              </a:extLst>
            </p:cNvPr>
            <p:cNvSpPr>
              <a:spLocks noChangeShapeType="1"/>
            </p:cNvSpPr>
            <p:nvPr/>
          </p:nvSpPr>
          <p:spPr bwMode="auto">
            <a:xfrm>
              <a:off x="948" y="2385"/>
              <a:ext cx="3859" cy="0"/>
            </a:xfrm>
            <a:prstGeom prst="line">
              <a:avLst/>
            </a:prstGeom>
            <a:noFill/>
            <a:ln w="38100">
              <a:solidFill>
                <a:srgbClr val="002960"/>
              </a:solidFill>
              <a:round/>
              <a:headEnd type="triangle" w="med" len="med"/>
              <a:tailEnd type="triangle" w="med" len="me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sp>
          <p:nvSpPr>
            <p:cNvPr id="64" name="Line 53">
              <a:extLst>
                <a:ext uri="{FF2B5EF4-FFF2-40B4-BE49-F238E27FC236}">
                  <a16:creationId xmlns:a16="http://schemas.microsoft.com/office/drawing/2014/main" id="{8F905B5D-4A5A-447B-9A34-DD3C7D1E6741}"/>
                </a:ext>
              </a:extLst>
            </p:cNvPr>
            <p:cNvSpPr>
              <a:spLocks noChangeShapeType="1"/>
            </p:cNvSpPr>
            <p:nvPr/>
          </p:nvSpPr>
          <p:spPr bwMode="auto">
            <a:xfrm>
              <a:off x="2875" y="491"/>
              <a:ext cx="0" cy="3787"/>
            </a:xfrm>
            <a:prstGeom prst="line">
              <a:avLst/>
            </a:prstGeom>
            <a:noFill/>
            <a:ln w="38100">
              <a:solidFill>
                <a:srgbClr val="002960"/>
              </a:solidFill>
              <a:round/>
              <a:headEnd type="triangle" w="med" len="med"/>
              <a:tailEnd type="triangle" w="med" len="med"/>
            </a:ln>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2400" b="1"/>
            </a:p>
          </p:txBody>
        </p:sp>
        <p:sp>
          <p:nvSpPr>
            <p:cNvPr id="65" name="Text Box 54">
              <a:extLst>
                <a:ext uri="{FF2B5EF4-FFF2-40B4-BE49-F238E27FC236}">
                  <a16:creationId xmlns:a16="http://schemas.microsoft.com/office/drawing/2014/main" id="{A3735D94-BFD4-408A-9F78-F1E94056C4EA}"/>
                </a:ext>
              </a:extLst>
            </p:cNvPr>
            <p:cNvSpPr txBox="1">
              <a:spLocks noChangeArrowheads="1"/>
            </p:cNvSpPr>
            <p:nvPr/>
          </p:nvSpPr>
          <p:spPr bwMode="auto">
            <a:xfrm rot="18691161">
              <a:off x="2207" y="1966"/>
              <a:ext cx="767" cy="235"/>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US" sz="1400" b="1">
                  <a:solidFill>
                    <a:srgbClr val="FFFFFF"/>
                  </a:solidFill>
                </a:rPr>
                <a:t>Selfishness</a:t>
              </a:r>
            </a:p>
          </p:txBody>
        </p:sp>
        <p:sp>
          <p:nvSpPr>
            <p:cNvPr id="66" name="Text Box 55">
              <a:extLst>
                <a:ext uri="{FF2B5EF4-FFF2-40B4-BE49-F238E27FC236}">
                  <a16:creationId xmlns:a16="http://schemas.microsoft.com/office/drawing/2014/main" id="{E5055A3D-94D6-42A9-872E-07064982921D}"/>
                </a:ext>
              </a:extLst>
            </p:cNvPr>
            <p:cNvSpPr txBox="1">
              <a:spLocks noChangeArrowheads="1"/>
            </p:cNvSpPr>
            <p:nvPr/>
          </p:nvSpPr>
          <p:spPr bwMode="auto">
            <a:xfrm rot="2491161">
              <a:off x="3088" y="1584"/>
              <a:ext cx="765" cy="243"/>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US" sz="1400" b="1">
                  <a:solidFill>
                    <a:srgbClr val="FFFFFF"/>
                  </a:solidFill>
                </a:rPr>
                <a:t>Acceptance</a:t>
              </a:r>
            </a:p>
          </p:txBody>
        </p:sp>
        <p:sp>
          <p:nvSpPr>
            <p:cNvPr id="67" name="Text Box 56">
              <a:extLst>
                <a:ext uri="{FF2B5EF4-FFF2-40B4-BE49-F238E27FC236}">
                  <a16:creationId xmlns:a16="http://schemas.microsoft.com/office/drawing/2014/main" id="{22E73EA9-E12B-46D5-AF8F-28D3EA0127BD}"/>
                </a:ext>
              </a:extLst>
            </p:cNvPr>
            <p:cNvSpPr txBox="1">
              <a:spLocks noChangeArrowheads="1"/>
            </p:cNvSpPr>
            <p:nvPr/>
          </p:nvSpPr>
          <p:spPr bwMode="auto">
            <a:xfrm rot="18691161">
              <a:off x="3318" y="2925"/>
              <a:ext cx="523" cy="235"/>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US" sz="1400" b="1"/>
                <a:t>Clarity</a:t>
              </a:r>
            </a:p>
          </p:txBody>
        </p:sp>
        <p:sp>
          <p:nvSpPr>
            <p:cNvPr id="68" name="Text Box 57">
              <a:extLst>
                <a:ext uri="{FF2B5EF4-FFF2-40B4-BE49-F238E27FC236}">
                  <a16:creationId xmlns:a16="http://schemas.microsoft.com/office/drawing/2014/main" id="{83A15BC1-12C4-4450-9BC0-03150011824F}"/>
                </a:ext>
              </a:extLst>
            </p:cNvPr>
            <p:cNvSpPr txBox="1">
              <a:spLocks noChangeArrowheads="1"/>
            </p:cNvSpPr>
            <p:nvPr/>
          </p:nvSpPr>
          <p:spPr bwMode="auto">
            <a:xfrm rot="2491161">
              <a:off x="1970" y="2952"/>
              <a:ext cx="535" cy="243"/>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US" sz="1400" b="1">
                  <a:solidFill>
                    <a:srgbClr val="002960"/>
                  </a:solidFill>
                </a:rPr>
                <a:t>Robust</a:t>
              </a:r>
            </a:p>
          </p:txBody>
        </p:sp>
        <p:sp>
          <p:nvSpPr>
            <p:cNvPr id="69" name="Text Box 58">
              <a:extLst>
                <a:ext uri="{FF2B5EF4-FFF2-40B4-BE49-F238E27FC236}">
                  <a16:creationId xmlns:a16="http://schemas.microsoft.com/office/drawing/2014/main" id="{D90D1F63-CE89-4745-BCBC-B6F7F9996A6D}"/>
                </a:ext>
              </a:extLst>
            </p:cNvPr>
            <p:cNvSpPr txBox="1">
              <a:spLocks noChangeArrowheads="1"/>
            </p:cNvSpPr>
            <p:nvPr/>
          </p:nvSpPr>
          <p:spPr bwMode="auto">
            <a:xfrm rot="18691161">
              <a:off x="1907" y="1662"/>
              <a:ext cx="597" cy="235"/>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US" sz="1400" b="1">
                  <a:solidFill>
                    <a:srgbClr val="FFFFFF"/>
                  </a:solidFill>
                </a:rPr>
                <a:t>Respect</a:t>
              </a:r>
            </a:p>
          </p:txBody>
        </p:sp>
        <p:sp>
          <p:nvSpPr>
            <p:cNvPr id="70" name="Text Box 59">
              <a:extLst>
                <a:ext uri="{FF2B5EF4-FFF2-40B4-BE49-F238E27FC236}">
                  <a16:creationId xmlns:a16="http://schemas.microsoft.com/office/drawing/2014/main" id="{ACD92F15-BA12-41FC-A42C-3A20516268C8}"/>
                </a:ext>
              </a:extLst>
            </p:cNvPr>
            <p:cNvSpPr txBox="1">
              <a:spLocks noChangeArrowheads="1"/>
            </p:cNvSpPr>
            <p:nvPr/>
          </p:nvSpPr>
          <p:spPr bwMode="auto">
            <a:xfrm rot="18691161">
              <a:off x="1484" y="1360"/>
              <a:ext cx="687" cy="235"/>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US" sz="1400" b="1">
                  <a:solidFill>
                    <a:srgbClr val="002960"/>
                  </a:solidFill>
                </a:rPr>
                <a:t>Solidarity</a:t>
              </a:r>
            </a:p>
          </p:txBody>
        </p:sp>
        <p:sp>
          <p:nvSpPr>
            <p:cNvPr id="71" name="Text Box 60">
              <a:extLst>
                <a:ext uri="{FF2B5EF4-FFF2-40B4-BE49-F238E27FC236}">
                  <a16:creationId xmlns:a16="http://schemas.microsoft.com/office/drawing/2014/main" id="{56FF9C9E-3C57-4812-AA2A-DC0E7228D816}"/>
                </a:ext>
              </a:extLst>
            </p:cNvPr>
            <p:cNvSpPr txBox="1">
              <a:spLocks noChangeArrowheads="1"/>
            </p:cNvSpPr>
            <p:nvPr/>
          </p:nvSpPr>
          <p:spPr bwMode="auto">
            <a:xfrm rot="2491161">
              <a:off x="3386" y="1233"/>
              <a:ext cx="854" cy="243"/>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US" sz="1400" b="1">
                  <a:solidFill>
                    <a:srgbClr val="002960"/>
                  </a:solidFill>
                </a:rPr>
                <a:t>Achievement</a:t>
              </a:r>
            </a:p>
          </p:txBody>
        </p:sp>
        <p:sp>
          <p:nvSpPr>
            <p:cNvPr id="72" name="Text Box 61">
              <a:extLst>
                <a:ext uri="{FF2B5EF4-FFF2-40B4-BE49-F238E27FC236}">
                  <a16:creationId xmlns:a16="http://schemas.microsoft.com/office/drawing/2014/main" id="{7729FB7A-EF9A-4970-86E0-B6CB77DA4C1B}"/>
                </a:ext>
              </a:extLst>
            </p:cNvPr>
            <p:cNvSpPr txBox="1">
              <a:spLocks noChangeArrowheads="1"/>
            </p:cNvSpPr>
            <p:nvPr/>
          </p:nvSpPr>
          <p:spPr bwMode="auto">
            <a:xfrm rot="18691161">
              <a:off x="3454" y="3234"/>
              <a:ext cx="880" cy="235"/>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GB" sz="1400" b="1">
                  <a:solidFill>
                    <a:srgbClr val="002960"/>
                  </a:solidFill>
                </a:rPr>
                <a:t>Commitment</a:t>
              </a:r>
              <a:endParaRPr lang="en-US" sz="1400" b="1">
                <a:solidFill>
                  <a:srgbClr val="002960"/>
                </a:solidFill>
              </a:endParaRPr>
            </a:p>
          </p:txBody>
        </p:sp>
        <p:sp>
          <p:nvSpPr>
            <p:cNvPr id="73" name="Text Box 62">
              <a:extLst>
                <a:ext uri="{FF2B5EF4-FFF2-40B4-BE49-F238E27FC236}">
                  <a16:creationId xmlns:a16="http://schemas.microsoft.com/office/drawing/2014/main" id="{2869633A-925A-4F0B-8DCA-90D2EEED19F3}"/>
                </a:ext>
              </a:extLst>
            </p:cNvPr>
            <p:cNvSpPr txBox="1">
              <a:spLocks noChangeArrowheads="1"/>
            </p:cNvSpPr>
            <p:nvPr/>
          </p:nvSpPr>
          <p:spPr bwMode="auto">
            <a:xfrm rot="2491161">
              <a:off x="1574" y="3359"/>
              <a:ext cx="707" cy="243"/>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US" sz="1400" b="1">
                  <a:solidFill>
                    <a:srgbClr val="002960"/>
                  </a:solidFill>
                </a:rPr>
                <a:t>Optimized</a:t>
              </a:r>
            </a:p>
          </p:txBody>
        </p:sp>
        <p:sp>
          <p:nvSpPr>
            <p:cNvPr id="74" name="Text Box 63">
              <a:extLst>
                <a:ext uri="{FF2B5EF4-FFF2-40B4-BE49-F238E27FC236}">
                  <a16:creationId xmlns:a16="http://schemas.microsoft.com/office/drawing/2014/main" id="{6C3C6C77-6B48-4263-B050-126A2A5E0CA2}"/>
                </a:ext>
              </a:extLst>
            </p:cNvPr>
            <p:cNvSpPr txBox="1">
              <a:spLocks noChangeArrowheads="1"/>
            </p:cNvSpPr>
            <p:nvPr/>
          </p:nvSpPr>
          <p:spPr bwMode="auto">
            <a:xfrm rot="18691161">
              <a:off x="657" y="929"/>
              <a:ext cx="1628" cy="427"/>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defTabSz="1217024">
                <a:spcBef>
                  <a:spcPct val="0"/>
                </a:spcBef>
              </a:pPr>
              <a:r>
                <a:rPr lang="en-US" sz="1600" b="1">
                  <a:solidFill>
                    <a:srgbClr val="C00000"/>
                  </a:solidFill>
                </a:rPr>
                <a:t>RELATIONSHIPS AND </a:t>
              </a:r>
            </a:p>
            <a:p>
              <a:pPr algn="ctr" defTabSz="1217024">
                <a:spcBef>
                  <a:spcPct val="0"/>
                </a:spcBef>
              </a:pPr>
              <a:r>
                <a:rPr lang="en-US" sz="1600" b="1">
                  <a:solidFill>
                    <a:srgbClr val="C00000"/>
                  </a:solidFill>
                </a:rPr>
                <a:t>INTERFACES</a:t>
              </a:r>
            </a:p>
          </p:txBody>
        </p:sp>
        <p:sp>
          <p:nvSpPr>
            <p:cNvPr id="75" name="Text Box 64">
              <a:extLst>
                <a:ext uri="{FF2B5EF4-FFF2-40B4-BE49-F238E27FC236}">
                  <a16:creationId xmlns:a16="http://schemas.microsoft.com/office/drawing/2014/main" id="{D23B3362-2821-4BCB-A0E7-0BDC9AA3C211}"/>
                </a:ext>
              </a:extLst>
            </p:cNvPr>
            <p:cNvSpPr txBox="1">
              <a:spLocks noChangeArrowheads="1"/>
            </p:cNvSpPr>
            <p:nvPr/>
          </p:nvSpPr>
          <p:spPr bwMode="auto">
            <a:xfrm rot="18691161">
              <a:off x="3567" y="3469"/>
              <a:ext cx="1501" cy="427"/>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defTabSz="1217024">
                <a:spcBef>
                  <a:spcPct val="0"/>
                </a:spcBef>
              </a:pPr>
              <a:r>
                <a:rPr lang="en-US" sz="1600" b="1">
                  <a:solidFill>
                    <a:srgbClr val="FCC000"/>
                  </a:solidFill>
                </a:rPr>
                <a:t>ROLES/</a:t>
              </a:r>
              <a:br>
                <a:rPr lang="en-US" sz="1600" b="1">
                  <a:solidFill>
                    <a:srgbClr val="FCC000"/>
                  </a:solidFill>
                </a:rPr>
              </a:br>
              <a:r>
                <a:rPr lang="en-US" sz="1600" b="1">
                  <a:solidFill>
                    <a:srgbClr val="FCC000"/>
                  </a:solidFill>
                </a:rPr>
                <a:t>ACCOUNTABILITIES</a:t>
              </a:r>
            </a:p>
          </p:txBody>
        </p:sp>
        <p:sp>
          <p:nvSpPr>
            <p:cNvPr id="76" name="Text Box 65">
              <a:extLst>
                <a:ext uri="{FF2B5EF4-FFF2-40B4-BE49-F238E27FC236}">
                  <a16:creationId xmlns:a16="http://schemas.microsoft.com/office/drawing/2014/main" id="{EE946B6B-73E3-468F-91BE-EC5EF1848B57}"/>
                </a:ext>
              </a:extLst>
            </p:cNvPr>
            <p:cNvSpPr txBox="1">
              <a:spLocks noChangeArrowheads="1"/>
            </p:cNvSpPr>
            <p:nvPr/>
          </p:nvSpPr>
          <p:spPr bwMode="auto">
            <a:xfrm rot="2491161">
              <a:off x="3568" y="890"/>
              <a:ext cx="1501" cy="441"/>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defTabSz="1217024">
                <a:spcBef>
                  <a:spcPct val="0"/>
                </a:spcBef>
              </a:pPr>
              <a:r>
                <a:rPr lang="en-US" sz="1600" b="1">
                  <a:solidFill>
                    <a:srgbClr val="002960"/>
                  </a:solidFill>
                </a:rPr>
                <a:t>PURPOSE/CULTURE/</a:t>
              </a:r>
              <a:br>
                <a:rPr lang="en-US" sz="1600" b="1">
                  <a:solidFill>
                    <a:srgbClr val="002960"/>
                  </a:solidFill>
                </a:rPr>
              </a:br>
              <a:r>
                <a:rPr lang="en-US" sz="1600" b="1">
                  <a:solidFill>
                    <a:srgbClr val="002960"/>
                  </a:solidFill>
                </a:rPr>
                <a:t>VALUES</a:t>
              </a:r>
            </a:p>
          </p:txBody>
        </p:sp>
        <p:sp>
          <p:nvSpPr>
            <p:cNvPr id="77" name="Text Box 66">
              <a:extLst>
                <a:ext uri="{FF2B5EF4-FFF2-40B4-BE49-F238E27FC236}">
                  <a16:creationId xmlns:a16="http://schemas.microsoft.com/office/drawing/2014/main" id="{2BAC22BC-1D1C-4CD6-8F9D-2D6654ACC457}"/>
                </a:ext>
              </a:extLst>
            </p:cNvPr>
            <p:cNvSpPr txBox="1">
              <a:spLocks noChangeArrowheads="1"/>
            </p:cNvSpPr>
            <p:nvPr/>
          </p:nvSpPr>
          <p:spPr bwMode="auto">
            <a:xfrm rot="2491161">
              <a:off x="1168" y="3706"/>
              <a:ext cx="835" cy="265"/>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US" sz="1600" b="1">
                  <a:solidFill>
                    <a:srgbClr val="008000"/>
                  </a:solidFill>
                </a:rPr>
                <a:t>PROCESSES</a:t>
              </a:r>
            </a:p>
          </p:txBody>
        </p:sp>
        <p:sp>
          <p:nvSpPr>
            <p:cNvPr id="78" name="Text Box 67">
              <a:extLst>
                <a:ext uri="{FF2B5EF4-FFF2-40B4-BE49-F238E27FC236}">
                  <a16:creationId xmlns:a16="http://schemas.microsoft.com/office/drawing/2014/main" id="{C04D4B11-338A-4430-8B81-5D4E781924B2}"/>
                </a:ext>
              </a:extLst>
            </p:cNvPr>
            <p:cNvSpPr txBox="1">
              <a:spLocks noChangeArrowheads="1"/>
            </p:cNvSpPr>
            <p:nvPr/>
          </p:nvSpPr>
          <p:spPr bwMode="auto">
            <a:xfrm rot="2491161">
              <a:off x="2844" y="2017"/>
              <a:ext cx="720" cy="243"/>
            </a:xfrm>
            <a:prstGeom prst="rect">
              <a:avLst/>
            </a:prstGeom>
            <a:noFill/>
            <a:ln w="9525">
              <a:noFill/>
              <a:miter lim="800000"/>
              <a:headEnd/>
              <a:tailEnd/>
            </a:ln>
          </p:spPr>
          <p:txBody>
            <a:bodyPr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GB" sz="1400" b="1">
                  <a:solidFill>
                    <a:srgbClr val="FFFFFF"/>
                  </a:solidFill>
                </a:rPr>
                <a:t>Discord</a:t>
              </a:r>
              <a:endParaRPr lang="en-US" sz="1400" b="1">
                <a:solidFill>
                  <a:srgbClr val="FFFFFF"/>
                </a:solidFill>
              </a:endParaRPr>
            </a:p>
          </p:txBody>
        </p:sp>
        <p:sp>
          <p:nvSpPr>
            <p:cNvPr id="79" name="Text Box 68">
              <a:extLst>
                <a:ext uri="{FF2B5EF4-FFF2-40B4-BE49-F238E27FC236}">
                  <a16:creationId xmlns:a16="http://schemas.microsoft.com/office/drawing/2014/main" id="{B49DACF3-C04A-4FE4-B7CB-6D5B4B89B1B8}"/>
                </a:ext>
              </a:extLst>
            </p:cNvPr>
            <p:cNvSpPr txBox="1">
              <a:spLocks noChangeArrowheads="1"/>
            </p:cNvSpPr>
            <p:nvPr/>
          </p:nvSpPr>
          <p:spPr bwMode="auto">
            <a:xfrm rot="18691161">
              <a:off x="2782" y="2600"/>
              <a:ext cx="715" cy="235"/>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US" sz="1400" b="1">
                  <a:solidFill>
                    <a:srgbClr val="002960"/>
                  </a:solidFill>
                </a:rPr>
                <a:t>Confusion</a:t>
              </a:r>
            </a:p>
          </p:txBody>
        </p:sp>
        <p:sp>
          <p:nvSpPr>
            <p:cNvPr id="80" name="Text Box 69">
              <a:extLst>
                <a:ext uri="{FF2B5EF4-FFF2-40B4-BE49-F238E27FC236}">
                  <a16:creationId xmlns:a16="http://schemas.microsoft.com/office/drawing/2014/main" id="{9BB38857-8DA9-4BF8-888D-B8DDF3052C8D}"/>
                </a:ext>
              </a:extLst>
            </p:cNvPr>
            <p:cNvSpPr txBox="1">
              <a:spLocks noChangeArrowheads="1"/>
            </p:cNvSpPr>
            <p:nvPr/>
          </p:nvSpPr>
          <p:spPr bwMode="auto">
            <a:xfrm rot="2491161">
              <a:off x="2327" y="2523"/>
              <a:ext cx="466" cy="243"/>
            </a:xfrm>
            <a:prstGeom prst="rect">
              <a:avLst/>
            </a:prstGeom>
            <a:noFill/>
            <a:ln w="9525">
              <a:noFill/>
              <a:miter lim="800000"/>
              <a:headEnd/>
              <a:tailEnd/>
            </a:ln>
          </p:spPr>
          <p:txBody>
            <a:bodyPr wrap="none" lIns="121893" tIns="60948" rIns="121893" bIns="60948">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1217024">
                <a:spcBef>
                  <a:spcPct val="0"/>
                </a:spcBef>
              </a:pPr>
              <a:r>
                <a:rPr lang="en-US" sz="1400" b="1">
                  <a:solidFill>
                    <a:srgbClr val="002960"/>
                  </a:solidFill>
                </a:rPr>
                <a:t>Weak</a:t>
              </a:r>
            </a:p>
          </p:txBody>
        </p:sp>
      </p:grpSp>
      <p:sp>
        <p:nvSpPr>
          <p:cNvPr id="93" name="TextBox 92">
            <a:extLst>
              <a:ext uri="{FF2B5EF4-FFF2-40B4-BE49-F238E27FC236}">
                <a16:creationId xmlns:a16="http://schemas.microsoft.com/office/drawing/2014/main" id="{594D1281-3509-42EB-A7D1-F1A8FEA4F4E3}"/>
              </a:ext>
            </a:extLst>
          </p:cNvPr>
          <p:cNvSpPr txBox="1"/>
          <p:nvPr/>
        </p:nvSpPr>
        <p:spPr>
          <a:xfrm>
            <a:off x="141891" y="1385190"/>
            <a:ext cx="2849771" cy="3139321"/>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sz="1400">
                <a:latin typeface="+mj-lt"/>
                <a:cs typeface="Arial" panose="020B0604020202020204" pitchFamily="34" charset="0"/>
              </a:rPr>
              <a:t>High trust, support and challenge. Productive inquiry and active listening — willing to question, challenge, live with ambiguity and tension to transform and constructively negotiate in a way that supports agility and adaptive decisions and commitments. Members willing to be open and vulnerable in order to question and challenge themselves and others and </a:t>
            </a:r>
            <a:br>
              <a:rPr lang="en-US" sz="1400">
                <a:latin typeface="+mj-lt"/>
                <a:cs typeface="Arial" panose="020B0604020202020204" pitchFamily="34" charset="0"/>
              </a:rPr>
            </a:br>
            <a:r>
              <a:rPr lang="en-US" sz="1400">
                <a:latin typeface="+mj-lt"/>
                <a:cs typeface="Arial" panose="020B0604020202020204" pitchFamily="34" charset="0"/>
              </a:rPr>
              <a:t>to grow.</a:t>
            </a:r>
          </a:p>
        </p:txBody>
      </p:sp>
      <p:sp>
        <p:nvSpPr>
          <p:cNvPr id="94" name="TextBox 93">
            <a:extLst>
              <a:ext uri="{FF2B5EF4-FFF2-40B4-BE49-F238E27FC236}">
                <a16:creationId xmlns:a16="http://schemas.microsoft.com/office/drawing/2014/main" id="{08EB96EA-3132-4C66-BC94-F3216082D571}"/>
              </a:ext>
            </a:extLst>
          </p:cNvPr>
          <p:cNvSpPr txBox="1"/>
          <p:nvPr/>
        </p:nvSpPr>
        <p:spPr>
          <a:xfrm>
            <a:off x="136414" y="4973573"/>
            <a:ext cx="2951797" cy="1200328"/>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sz="1400">
                <a:latin typeface="+mj-lt"/>
                <a:cs typeface="Arial" panose="020B0604020202020204" pitchFamily="34" charset="0"/>
              </a:rPr>
              <a:t>Decision-making, communication, delegation, teaming, and agendas that support agile and adaptive thinking.</a:t>
            </a:r>
          </a:p>
        </p:txBody>
      </p:sp>
      <p:sp>
        <p:nvSpPr>
          <p:cNvPr id="95" name="TextBox 94">
            <a:extLst>
              <a:ext uri="{FF2B5EF4-FFF2-40B4-BE49-F238E27FC236}">
                <a16:creationId xmlns:a16="http://schemas.microsoft.com/office/drawing/2014/main" id="{1092E2F0-FABB-4145-90E0-AB516DE79E88}"/>
              </a:ext>
            </a:extLst>
          </p:cNvPr>
          <p:cNvSpPr txBox="1"/>
          <p:nvPr/>
        </p:nvSpPr>
        <p:spPr>
          <a:xfrm>
            <a:off x="9020839" y="1385190"/>
            <a:ext cx="2940971" cy="2492989"/>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sz="1400">
                <a:latin typeface="+mj-lt"/>
                <a:cs typeface="Arial" panose="020B0604020202020204" pitchFamily="34" charset="0"/>
              </a:rPr>
              <a:t>High ownership for collective, shared purpose, visions and priorities. High aspiration and stretch. Team purpose trumps individual agendas. A culture that supports commitment to direction while being agile and adaptive along the way. A deep belief that challenging mindsets and beliefs are key aspects of strategy. </a:t>
            </a:r>
          </a:p>
        </p:txBody>
      </p:sp>
      <p:sp>
        <p:nvSpPr>
          <p:cNvPr id="96" name="TextBox 95">
            <a:extLst>
              <a:ext uri="{FF2B5EF4-FFF2-40B4-BE49-F238E27FC236}">
                <a16:creationId xmlns:a16="http://schemas.microsoft.com/office/drawing/2014/main" id="{E885F715-A012-4963-963D-C89D4F3AD108}"/>
              </a:ext>
            </a:extLst>
          </p:cNvPr>
          <p:cNvSpPr txBox="1"/>
          <p:nvPr/>
        </p:nvSpPr>
        <p:spPr>
          <a:xfrm>
            <a:off x="9020839" y="4801397"/>
            <a:ext cx="2940971" cy="1200328"/>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sz="1400">
                <a:latin typeface="+mj-lt"/>
                <a:cs typeface="Arial" panose="020B0604020202020204" pitchFamily="34" charset="0"/>
              </a:rPr>
              <a:t>Clarity on roles, deliverables and independencies. High accountability. Willing to support team members for the greater good.</a:t>
            </a:r>
          </a:p>
        </p:txBody>
      </p:sp>
    </p:spTree>
    <p:extLst>
      <p:ext uri="{BB962C8B-B14F-4D97-AF65-F5344CB8AC3E}">
        <p14:creationId xmlns:p14="http://schemas.microsoft.com/office/powerpoint/2010/main" val="1000018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1 Marcador de número de diapositiva">
            <a:extLst>
              <a:ext uri="{FF2B5EF4-FFF2-40B4-BE49-F238E27FC236}">
                <a16:creationId xmlns:a16="http://schemas.microsoft.com/office/drawing/2014/main" id="{EAC9DA2F-E2D4-406F-BAC1-8AFA914ED9C7}"/>
              </a:ext>
            </a:extLst>
          </p:cNvPr>
          <p:cNvSpPr>
            <a:spLocks noGrp="1"/>
          </p:cNvSpPr>
          <p:nvPr>
            <p:ph type="sldNum" sz="quarter" idx="10"/>
          </p:nvPr>
        </p:nvSpPr>
        <p:spPr/>
        <p:txBody>
          <a:bodyPr/>
          <a:lstStyle>
            <a:defPPr>
              <a:defRPr lang="en-US"/>
            </a:defPPr>
            <a:lvl1pPr marL="0" algn="l" defTabSz="1219139" rtl="0" eaLnBrk="1" latinLnBrk="0" hangingPunct="1">
              <a:defRPr sz="2400" kern="1200">
                <a:solidFill>
                  <a:schemeClr val="tx1"/>
                </a:solidFill>
                <a:latin typeface="+mn-lt"/>
                <a:ea typeface="+mn-ea"/>
                <a:cs typeface="+mn-cs"/>
              </a:defRPr>
            </a:lvl1pPr>
            <a:lvl2pPr marL="609570" algn="l" defTabSz="1219139" rtl="0" eaLnBrk="1" latinLnBrk="0" hangingPunct="1">
              <a:defRPr sz="2400" kern="1200">
                <a:solidFill>
                  <a:schemeClr val="tx1"/>
                </a:solidFill>
                <a:latin typeface="+mn-lt"/>
                <a:ea typeface="+mn-ea"/>
                <a:cs typeface="+mn-cs"/>
              </a:defRPr>
            </a:lvl2pPr>
            <a:lvl3pPr marL="1219139" algn="l" defTabSz="1219139" rtl="0" eaLnBrk="1" latinLnBrk="0" hangingPunct="1">
              <a:defRPr sz="2400" kern="1200">
                <a:solidFill>
                  <a:schemeClr val="tx1"/>
                </a:solidFill>
                <a:latin typeface="+mn-lt"/>
                <a:ea typeface="+mn-ea"/>
                <a:cs typeface="+mn-cs"/>
              </a:defRPr>
            </a:lvl3pPr>
            <a:lvl4pPr marL="1828709" algn="l" defTabSz="1219139" rtl="0" eaLnBrk="1" latinLnBrk="0" hangingPunct="1">
              <a:defRPr sz="2400" kern="1200">
                <a:solidFill>
                  <a:schemeClr val="tx1"/>
                </a:solidFill>
                <a:latin typeface="+mn-lt"/>
                <a:ea typeface="+mn-ea"/>
                <a:cs typeface="+mn-cs"/>
              </a:defRPr>
            </a:lvl4pPr>
            <a:lvl5pPr marL="2438278" algn="l" defTabSz="1219139" rtl="0" eaLnBrk="1" latinLnBrk="0" hangingPunct="1">
              <a:defRPr sz="2400" kern="1200">
                <a:solidFill>
                  <a:schemeClr val="tx1"/>
                </a:solidFill>
                <a:latin typeface="+mn-lt"/>
                <a:ea typeface="+mn-ea"/>
                <a:cs typeface="+mn-cs"/>
              </a:defRPr>
            </a:lvl5pPr>
            <a:lvl6pPr marL="3047848" algn="l" defTabSz="1219139" rtl="0" eaLnBrk="1" latinLnBrk="0" hangingPunct="1">
              <a:defRPr sz="2400" kern="1200">
                <a:solidFill>
                  <a:schemeClr val="tx1"/>
                </a:solidFill>
                <a:latin typeface="+mn-lt"/>
                <a:ea typeface="+mn-ea"/>
                <a:cs typeface="+mn-cs"/>
              </a:defRPr>
            </a:lvl6pPr>
            <a:lvl7pPr marL="3657417" algn="l" defTabSz="1219139" rtl="0" eaLnBrk="1" latinLnBrk="0" hangingPunct="1">
              <a:defRPr sz="2400" kern="1200">
                <a:solidFill>
                  <a:schemeClr val="tx1"/>
                </a:solidFill>
                <a:latin typeface="+mn-lt"/>
                <a:ea typeface="+mn-ea"/>
                <a:cs typeface="+mn-cs"/>
              </a:defRPr>
            </a:lvl7pPr>
            <a:lvl8pPr marL="4266987" algn="l" defTabSz="1219139" rtl="0" eaLnBrk="1" latinLnBrk="0" hangingPunct="1">
              <a:defRPr sz="2400" kern="1200">
                <a:solidFill>
                  <a:schemeClr val="tx1"/>
                </a:solidFill>
                <a:latin typeface="+mn-lt"/>
                <a:ea typeface="+mn-ea"/>
                <a:cs typeface="+mn-cs"/>
              </a:defRPr>
            </a:lvl8pPr>
            <a:lvl9pPr marL="4876557" algn="l" defTabSz="1219139" rtl="0" eaLnBrk="1" latinLnBrk="0" hangingPunct="1">
              <a:defRPr sz="2400" kern="1200">
                <a:solidFill>
                  <a:schemeClr val="tx1"/>
                </a:solidFill>
                <a:latin typeface="+mn-lt"/>
                <a:ea typeface="+mn-ea"/>
                <a:cs typeface="+mn-cs"/>
              </a:defRPr>
            </a:lvl9pPr>
          </a:lstStyle>
          <a:p>
            <a:pPr fontAlgn="base">
              <a:spcAft>
                <a:spcPct val="0"/>
              </a:spcAft>
            </a:pPr>
            <a:r>
              <a:rPr lang="en-US" altLang="es-AR">
                <a:solidFill>
                  <a:srgbClr val="FBB03F"/>
                </a:solidFill>
              </a:rPr>
              <a:t>| </a:t>
            </a:r>
            <a:fld id="{1D4FA7B4-47ED-4511-8D38-6DDA1CF8FAE3}" type="slidenum">
              <a:rPr lang="en-US" altLang="es-AR">
                <a:solidFill>
                  <a:srgbClr val="B2B2B2"/>
                </a:solidFill>
              </a:rPr>
              <a:pPr fontAlgn="base">
                <a:spcAft>
                  <a:spcPct val="0"/>
                </a:spcAft>
              </a:pPr>
              <a:t>15</a:t>
            </a:fld>
            <a:endParaRPr lang="en-US" altLang="es-AR">
              <a:solidFill>
                <a:srgbClr val="B2B2B2"/>
              </a:solidFill>
            </a:endParaRPr>
          </a:p>
        </p:txBody>
      </p:sp>
      <p:sp>
        <p:nvSpPr>
          <p:cNvPr id="55299" name="Rectangle 2">
            <a:extLst>
              <a:ext uri="{FF2B5EF4-FFF2-40B4-BE49-F238E27FC236}">
                <a16:creationId xmlns:a16="http://schemas.microsoft.com/office/drawing/2014/main" id="{834B98B0-9C4E-4BC2-BBBE-EE25921F0750}"/>
              </a:ext>
            </a:extLst>
          </p:cNvPr>
          <p:cNvSpPr>
            <a:spLocks noGrp="1" noChangeArrowheads="1"/>
          </p:cNvSpPr>
          <p:nvPr>
            <p:ph type="title" idx="4294967295"/>
          </p:nvPr>
        </p:nvSpPr>
        <p:spPr/>
        <p:txBody>
          <a:bodyPr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ltLang="es-AR"/>
              <a:t>purpose, culture and values</a:t>
            </a:r>
            <a:endParaRPr lang="es-ES" altLang="es-AR"/>
          </a:p>
        </p:txBody>
      </p:sp>
      <p:sp>
        <p:nvSpPr>
          <p:cNvPr id="55300" name="Rectangle 19">
            <a:extLst>
              <a:ext uri="{FF2B5EF4-FFF2-40B4-BE49-F238E27FC236}">
                <a16:creationId xmlns:a16="http://schemas.microsoft.com/office/drawing/2014/main" id="{547582B6-81F1-42CB-845B-69C81A15E8AB}"/>
              </a:ext>
            </a:extLst>
          </p:cNvPr>
          <p:cNvSpPr>
            <a:spLocks noChangeArrowheads="1"/>
          </p:cNvSpPr>
          <p:nvPr/>
        </p:nvSpPr>
        <p:spPr bwMode="auto">
          <a:xfrm>
            <a:off x="2009685" y="3195818"/>
            <a:ext cx="5972355" cy="1847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square" lIns="93256" tIns="93256" rIns="93256" bIns="93256" anchor="t">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34945" indent="-234945" fontAlgn="base">
              <a:spcBef>
                <a:spcPct val="10000"/>
              </a:spcBef>
              <a:spcAft>
                <a:spcPct val="0"/>
              </a:spcAft>
              <a:buClr>
                <a:srgbClr val="002D62"/>
              </a:buClr>
            </a:pPr>
            <a:r>
              <a:rPr lang="en-US" altLang="es-AR" sz="1500">
                <a:solidFill>
                  <a:srgbClr val="002960"/>
                </a:solidFill>
              </a:rPr>
              <a:t>STANDARD TEAM </a:t>
            </a:r>
            <a:r>
              <a:rPr lang="en-US" altLang="es-AR" sz="1500">
                <a:solidFill>
                  <a:srgbClr val="46509C"/>
                </a:solidFill>
                <a:sym typeface="Wingdings 3" panose="05040102010807070707" pitchFamily="18" charset="2"/>
              </a:rPr>
              <a:t></a:t>
            </a:r>
            <a:endParaRPr lang="en-US" altLang="es-AR" sz="1500">
              <a:solidFill>
                <a:srgbClr val="002960"/>
              </a:solidFill>
            </a:endParaRPr>
          </a:p>
          <a:p>
            <a:pPr marL="234521" indent="-234521" fontAlgn="base">
              <a:spcBef>
                <a:spcPct val="10000"/>
              </a:spcBef>
              <a:spcAft>
                <a:spcPct val="0"/>
              </a:spcAft>
              <a:buClr>
                <a:srgbClr val="002D62"/>
              </a:buClr>
              <a:buFontTx/>
              <a:buChar char="•"/>
            </a:pPr>
            <a:r>
              <a:rPr lang="en-US" altLang="es-AR" sz="1200" b="0">
                <a:solidFill>
                  <a:srgbClr val="002960"/>
                </a:solidFill>
              </a:rPr>
              <a:t>Clear about the unique purpose of the team and how it supports organizational strategy.</a:t>
            </a:r>
          </a:p>
          <a:p>
            <a:pPr marL="234945" indent="-234945" fontAlgn="base">
              <a:spcBef>
                <a:spcPct val="10000"/>
              </a:spcBef>
              <a:spcAft>
                <a:spcPct val="0"/>
              </a:spcAft>
              <a:buClr>
                <a:srgbClr val="002D62"/>
              </a:buClr>
              <a:buFontTx/>
              <a:buChar char="•"/>
            </a:pPr>
            <a:r>
              <a:rPr lang="en-US" altLang="es-AR" sz="1200" b="0">
                <a:solidFill>
                  <a:srgbClr val="002960"/>
                </a:solidFill>
              </a:rPr>
              <a:t>Clear about the long term vision and </a:t>
            </a:r>
            <a:r>
              <a:rPr lang="en-GB" altLang="es-AR" sz="1200" b="0">
                <a:solidFill>
                  <a:srgbClr val="002960"/>
                </a:solidFill>
              </a:rPr>
              <a:t>values. </a:t>
            </a:r>
          </a:p>
          <a:p>
            <a:pPr marL="234521" indent="-234521" fontAlgn="base">
              <a:spcBef>
                <a:spcPct val="10000"/>
              </a:spcBef>
              <a:spcAft>
                <a:spcPct val="0"/>
              </a:spcAft>
              <a:buClr>
                <a:srgbClr val="002D62"/>
              </a:buClr>
              <a:buFontTx/>
              <a:buChar char="•"/>
            </a:pPr>
            <a:r>
              <a:rPr lang="en-US" altLang="es-AR" sz="1200" b="0">
                <a:solidFill>
                  <a:srgbClr val="002960"/>
                </a:solidFill>
              </a:rPr>
              <a:t>Clear about what goals the team needs to achieve; use specific commonly agreed upon measures.</a:t>
            </a:r>
          </a:p>
          <a:p>
            <a:pPr marL="234945" indent="-234945" fontAlgn="base">
              <a:spcBef>
                <a:spcPct val="10000"/>
              </a:spcBef>
              <a:spcAft>
                <a:spcPct val="0"/>
              </a:spcAft>
              <a:buClr>
                <a:srgbClr val="002D62"/>
              </a:buClr>
              <a:buFontTx/>
              <a:buChar char="•"/>
            </a:pPr>
            <a:r>
              <a:rPr lang="en-US" altLang="es-AR" sz="1200" b="0">
                <a:solidFill>
                  <a:srgbClr val="002960"/>
                </a:solidFill>
              </a:rPr>
              <a:t>Clear on shared priorities and how to achieve the team’s goals.</a:t>
            </a:r>
          </a:p>
          <a:p>
            <a:pPr marL="234945" indent="-234945" fontAlgn="base">
              <a:spcBef>
                <a:spcPct val="10000"/>
              </a:spcBef>
              <a:spcAft>
                <a:spcPct val="0"/>
              </a:spcAft>
              <a:buClr>
                <a:srgbClr val="002D62"/>
              </a:buClr>
              <a:buFontTx/>
              <a:buChar char="•"/>
            </a:pPr>
            <a:r>
              <a:rPr lang="en-US" altLang="es-AR" sz="1200" b="0">
                <a:solidFill>
                  <a:srgbClr val="002960"/>
                </a:solidFill>
              </a:rPr>
              <a:t>Have a defined code of value-based behaviors. </a:t>
            </a:r>
          </a:p>
        </p:txBody>
      </p:sp>
      <p:sp>
        <p:nvSpPr>
          <p:cNvPr id="55301" name="Rectangle 20">
            <a:extLst>
              <a:ext uri="{FF2B5EF4-FFF2-40B4-BE49-F238E27FC236}">
                <a16:creationId xmlns:a16="http://schemas.microsoft.com/office/drawing/2014/main" id="{6C0C7D3F-3C45-4A7D-AE98-B4453D892301}"/>
              </a:ext>
            </a:extLst>
          </p:cNvPr>
          <p:cNvSpPr>
            <a:spLocks noChangeArrowheads="1"/>
          </p:cNvSpPr>
          <p:nvPr/>
        </p:nvSpPr>
        <p:spPr bwMode="auto">
          <a:xfrm>
            <a:off x="681968" y="893765"/>
            <a:ext cx="7065033" cy="2191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square" lIns="93256" tIns="93256" rIns="93256" bIns="93256" anchor="t">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34945" indent="-234945" fontAlgn="base">
              <a:spcBef>
                <a:spcPct val="10000"/>
              </a:spcBef>
              <a:spcAft>
                <a:spcPct val="0"/>
              </a:spcAft>
              <a:buClr>
                <a:srgbClr val="002D62"/>
              </a:buClr>
            </a:pPr>
            <a:r>
              <a:rPr lang="en-US" altLang="es-AR" sz="1500">
                <a:solidFill>
                  <a:srgbClr val="002960"/>
                </a:solidFill>
              </a:rPr>
              <a:t>HIGH PERFORMANCE TEAM </a:t>
            </a:r>
            <a:r>
              <a:rPr lang="en-US" altLang="es-AR" sz="1500">
                <a:solidFill>
                  <a:srgbClr val="46509C"/>
                </a:solidFill>
                <a:sym typeface="Wingdings 3" panose="05040102010807070707" pitchFamily="18" charset="2"/>
              </a:rPr>
              <a:t></a:t>
            </a:r>
            <a:endParaRPr lang="en-US" altLang="es-AR" sz="1500">
              <a:solidFill>
                <a:srgbClr val="46509C"/>
              </a:solidFill>
            </a:endParaRPr>
          </a:p>
          <a:p>
            <a:pPr marL="234945" indent="-234945" fontAlgn="base">
              <a:spcBef>
                <a:spcPct val="10000"/>
              </a:spcBef>
              <a:spcAft>
                <a:spcPct val="0"/>
              </a:spcAft>
              <a:buClr>
                <a:srgbClr val="002D62"/>
              </a:buClr>
              <a:buFontTx/>
              <a:buChar char="•"/>
            </a:pPr>
            <a:r>
              <a:rPr lang="en-US" altLang="es-AR" sz="1200" b="0">
                <a:solidFill>
                  <a:srgbClr val="002960"/>
                </a:solidFill>
              </a:rPr>
              <a:t>Clear mission that generates a powerful shared purpose.</a:t>
            </a:r>
          </a:p>
          <a:p>
            <a:pPr marL="234521" indent="-234521" fontAlgn="base">
              <a:spcBef>
                <a:spcPct val="10000"/>
              </a:spcBef>
              <a:spcAft>
                <a:spcPct val="0"/>
              </a:spcAft>
              <a:buClr>
                <a:srgbClr val="002D62"/>
              </a:buClr>
              <a:buFontTx/>
              <a:buChar char="•"/>
            </a:pPr>
            <a:r>
              <a:rPr lang="en-US" altLang="es-AR" sz="1200" b="0">
                <a:solidFill>
                  <a:srgbClr val="002960"/>
                </a:solidFill>
              </a:rPr>
              <a:t>Breakthrough performance objectives come from within the team, not externally driven. Team self-motivated and challenges itself beyond external KPIs. </a:t>
            </a:r>
          </a:p>
          <a:p>
            <a:pPr marL="234521" indent="-234521" fontAlgn="base">
              <a:spcBef>
                <a:spcPct val="10000"/>
              </a:spcBef>
              <a:spcAft>
                <a:spcPct val="0"/>
              </a:spcAft>
              <a:buClr>
                <a:srgbClr val="002D62"/>
              </a:buClr>
              <a:buFontTx/>
              <a:buChar char="•"/>
            </a:pPr>
            <a:r>
              <a:rPr lang="en-US" altLang="es-AR" sz="1200" b="0">
                <a:solidFill>
                  <a:srgbClr val="002960"/>
                </a:solidFill>
              </a:rPr>
              <a:t>Walk the talk – each team member leads integral lives and calls upon other team members if they don’t.</a:t>
            </a:r>
          </a:p>
          <a:p>
            <a:pPr marL="234521" indent="-234521" fontAlgn="base">
              <a:spcBef>
                <a:spcPct val="10000"/>
              </a:spcBef>
              <a:spcAft>
                <a:spcPct val="0"/>
              </a:spcAft>
              <a:buClr>
                <a:srgbClr val="002D62"/>
              </a:buClr>
              <a:buFontTx/>
              <a:buChar char="•"/>
            </a:pPr>
            <a:r>
              <a:rPr lang="en-US" altLang="es-AR" sz="1200" b="0">
                <a:solidFill>
                  <a:srgbClr val="002960"/>
                </a:solidFill>
              </a:rPr>
              <a:t>Strategically planned teamwork - thought through the risks in the achievement of the team’s goals and have shared contingency plans.</a:t>
            </a:r>
          </a:p>
          <a:p>
            <a:pPr marL="234945" indent="-234945" fontAlgn="base">
              <a:spcBef>
                <a:spcPct val="10000"/>
              </a:spcBef>
              <a:spcAft>
                <a:spcPct val="0"/>
              </a:spcAft>
              <a:buClr>
                <a:srgbClr val="002D62"/>
              </a:buClr>
              <a:buFontTx/>
              <a:buChar char="•"/>
            </a:pPr>
            <a:r>
              <a:rPr lang="en-US" altLang="es-AR" sz="1200" b="0">
                <a:solidFill>
                  <a:srgbClr val="002960"/>
                </a:solidFill>
              </a:rPr>
              <a:t>Periodically review and update their team goals.</a:t>
            </a:r>
          </a:p>
          <a:p>
            <a:pPr marL="234945" indent="-234945" fontAlgn="base">
              <a:spcBef>
                <a:spcPct val="10000"/>
              </a:spcBef>
              <a:spcAft>
                <a:spcPct val="0"/>
              </a:spcAft>
              <a:buClr>
                <a:srgbClr val="002D62"/>
              </a:buClr>
              <a:buFontTx/>
              <a:buChar char="•"/>
            </a:pPr>
            <a:r>
              <a:rPr lang="en-US" altLang="es-AR" sz="1200" b="0">
                <a:solidFill>
                  <a:srgbClr val="002960"/>
                </a:solidFill>
              </a:rPr>
              <a:t>Striving for excellence; driving motto becomes:  “Let’s see how good we can get!”</a:t>
            </a:r>
          </a:p>
        </p:txBody>
      </p:sp>
      <p:sp>
        <p:nvSpPr>
          <p:cNvPr id="55302" name="Rectangle 21">
            <a:extLst>
              <a:ext uri="{FF2B5EF4-FFF2-40B4-BE49-F238E27FC236}">
                <a16:creationId xmlns:a16="http://schemas.microsoft.com/office/drawing/2014/main" id="{C5810653-428F-4DF2-9D66-A9C2A461EA16}"/>
              </a:ext>
            </a:extLst>
          </p:cNvPr>
          <p:cNvSpPr>
            <a:spLocks noGrp="1" noChangeArrowheads="1"/>
          </p:cNvSpPr>
          <p:nvPr>
            <p:ph type="body" idx="4294967295"/>
          </p:nvPr>
        </p:nvSpPr>
        <p:spPr>
          <a:xfrm>
            <a:off x="4224339" y="5056189"/>
            <a:ext cx="6551612" cy="1637961"/>
          </a:xfrm>
          <a:noFill/>
        </p:spPr>
        <p:txBody>
          <a:bodyPr vert="horz" wrap="square" lIns="93256" tIns="93256" rIns="93256" bIns="93256" numCol="1" anchor="t" anchorCtr="0" compatLnSpc="1">
            <a:prstTxWarp prst="textNoShape">
              <a:avLst/>
            </a:prstTxWarp>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34945" indent="-234945" eaLnBrk="1" hangingPunct="1">
              <a:spcBef>
                <a:spcPct val="10000"/>
              </a:spcBef>
              <a:buClr>
                <a:schemeClr val="tx1"/>
              </a:buClr>
              <a:buNone/>
            </a:pPr>
            <a:r>
              <a:rPr lang="en-US" altLang="es-AR" sz="1500">
                <a:solidFill>
                  <a:srgbClr val="002960"/>
                </a:solidFill>
              </a:rPr>
              <a:t>SUB-OPTIMAL TEAM </a:t>
            </a:r>
            <a:r>
              <a:rPr lang="en-US" altLang="es-AR" sz="1500">
                <a:solidFill>
                  <a:srgbClr val="46509C"/>
                </a:solidFill>
                <a:sym typeface="Wingdings 3" panose="05040102010807070707" pitchFamily="18" charset="2"/>
              </a:rPr>
              <a:t></a:t>
            </a:r>
            <a:endParaRPr lang="en-US" altLang="es-AR" sz="1500">
              <a:solidFill>
                <a:srgbClr val="002960"/>
              </a:solidFill>
            </a:endParaRPr>
          </a:p>
          <a:p>
            <a:pPr marL="234945" indent="-234945" eaLnBrk="1" hangingPunct="1">
              <a:spcBef>
                <a:spcPct val="10000"/>
              </a:spcBef>
              <a:buClr>
                <a:schemeClr val="tx1"/>
              </a:buClr>
            </a:pPr>
            <a:r>
              <a:rPr lang="en-US" altLang="es-AR" sz="1200" b="0">
                <a:solidFill>
                  <a:srgbClr val="002960"/>
                </a:solidFill>
              </a:rPr>
              <a:t>Unclear or in disagreement about goals; non-existent, abstract or incongruent measures.</a:t>
            </a:r>
          </a:p>
          <a:p>
            <a:pPr marL="234945" indent="-234945" eaLnBrk="1" hangingPunct="1">
              <a:spcBef>
                <a:spcPct val="10000"/>
              </a:spcBef>
              <a:buClr>
                <a:schemeClr val="tx1"/>
              </a:buClr>
            </a:pPr>
            <a:r>
              <a:rPr lang="en-US" altLang="es-AR" sz="1200" b="0">
                <a:solidFill>
                  <a:srgbClr val="002960"/>
                </a:solidFill>
              </a:rPr>
              <a:t>No shared vision or values.</a:t>
            </a:r>
          </a:p>
          <a:p>
            <a:pPr marL="234945" indent="-234945" eaLnBrk="1" hangingPunct="1">
              <a:spcBef>
                <a:spcPct val="10000"/>
              </a:spcBef>
              <a:buClr>
                <a:schemeClr val="tx1"/>
              </a:buClr>
            </a:pPr>
            <a:r>
              <a:rPr lang="en-US" altLang="es-AR" sz="1200" b="0">
                <a:solidFill>
                  <a:srgbClr val="002960"/>
                </a:solidFill>
              </a:rPr>
              <a:t>No ground rules established.</a:t>
            </a:r>
          </a:p>
          <a:p>
            <a:pPr marL="234945" indent="-234945" eaLnBrk="1" hangingPunct="1">
              <a:spcBef>
                <a:spcPct val="10000"/>
              </a:spcBef>
              <a:buClr>
                <a:schemeClr val="tx1"/>
              </a:buClr>
            </a:pPr>
            <a:r>
              <a:rPr lang="en-US" altLang="es-AR" sz="1200" b="0">
                <a:solidFill>
                  <a:srgbClr val="002960"/>
                </a:solidFill>
              </a:rPr>
              <a:t>No unique purpose of the team.</a:t>
            </a:r>
          </a:p>
          <a:p>
            <a:pPr marL="234945" indent="-234945" eaLnBrk="1" hangingPunct="1">
              <a:spcBef>
                <a:spcPct val="10000"/>
              </a:spcBef>
              <a:buClr>
                <a:schemeClr val="tx1"/>
              </a:buClr>
            </a:pPr>
            <a:r>
              <a:rPr lang="en-US" altLang="es-AR" sz="1200" b="0">
                <a:solidFill>
                  <a:srgbClr val="002960"/>
                </a:solidFill>
              </a:rPr>
              <a:t>Unclear priorities and inability to make tradeoffs.</a:t>
            </a:r>
          </a:p>
          <a:p>
            <a:pPr marL="234945" indent="-234945" eaLnBrk="1" hangingPunct="1">
              <a:spcBef>
                <a:spcPct val="10000"/>
              </a:spcBef>
              <a:buClr>
                <a:schemeClr val="tx1"/>
              </a:buClr>
            </a:pPr>
            <a:r>
              <a:rPr lang="en-US" altLang="es-AR" sz="1200" b="0">
                <a:solidFill>
                  <a:srgbClr val="002960"/>
                </a:solidFill>
              </a:rPr>
              <a:t>No idea on how the team purpose supports organizational strategy.</a:t>
            </a:r>
          </a:p>
        </p:txBody>
      </p:sp>
      <p:sp>
        <p:nvSpPr>
          <p:cNvPr id="55303" name="Line 25">
            <a:extLst>
              <a:ext uri="{FF2B5EF4-FFF2-40B4-BE49-F238E27FC236}">
                <a16:creationId xmlns:a16="http://schemas.microsoft.com/office/drawing/2014/main" id="{2D847413-EA08-462C-B3C4-9FCBB6AC9EFB}"/>
              </a:ext>
            </a:extLst>
          </p:cNvPr>
          <p:cNvSpPr>
            <a:spLocks noChangeAspect="1" noChangeShapeType="1"/>
          </p:cNvSpPr>
          <p:nvPr/>
        </p:nvSpPr>
        <p:spPr bwMode="auto">
          <a:xfrm>
            <a:off x="8048625" y="3268663"/>
            <a:ext cx="2149475" cy="0"/>
          </a:xfrm>
          <a:prstGeom prst="line">
            <a:avLst/>
          </a:prstGeom>
          <a:noFill/>
          <a:ln w="38100">
            <a:solidFill>
              <a:srgbClr val="00296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0" fontAlgn="base" hangingPunct="0">
              <a:spcBef>
                <a:spcPct val="50000"/>
              </a:spcBef>
              <a:spcAft>
                <a:spcPct val="0"/>
              </a:spcAft>
            </a:pPr>
            <a:endParaRPr lang="en-US" sz="2400" b="1">
              <a:solidFill>
                <a:srgbClr val="002D62"/>
              </a:solidFill>
              <a:latin typeface="Arial" panose="020B0604020202020204" pitchFamily="34" charset="0"/>
              <a:cs typeface="Arial" panose="020B0604020202020204" pitchFamily="34" charset="0"/>
            </a:endParaRPr>
          </a:p>
        </p:txBody>
      </p:sp>
      <p:sp>
        <p:nvSpPr>
          <p:cNvPr id="55304" name="Line 26">
            <a:extLst>
              <a:ext uri="{FF2B5EF4-FFF2-40B4-BE49-F238E27FC236}">
                <a16:creationId xmlns:a16="http://schemas.microsoft.com/office/drawing/2014/main" id="{1CD26FDD-AD02-4DC1-9FFB-9BB5C0FBE858}"/>
              </a:ext>
            </a:extLst>
          </p:cNvPr>
          <p:cNvSpPr>
            <a:spLocks noChangeAspect="1" noChangeShapeType="1"/>
          </p:cNvSpPr>
          <p:nvPr/>
        </p:nvSpPr>
        <p:spPr bwMode="auto">
          <a:xfrm>
            <a:off x="8058151" y="1168400"/>
            <a:ext cx="0" cy="2108200"/>
          </a:xfrm>
          <a:prstGeom prst="line">
            <a:avLst/>
          </a:prstGeom>
          <a:noFill/>
          <a:ln w="38100">
            <a:solidFill>
              <a:srgbClr val="002960"/>
            </a:solidFill>
            <a:round/>
            <a:headEnd type="triangle" w="med" len="med"/>
            <a:tailEnd/>
          </a:ln>
          <a:extLst>
            <a:ext uri="{909E8E84-426E-40DD-AFC4-6F175D3DCCD1}">
              <a14:hiddenFill xmlns:a14="http://schemas.microsoft.com/office/drawing/2010/main">
                <a:noFill/>
              </a14:hiddenFill>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0" fontAlgn="base" hangingPunct="0">
              <a:spcBef>
                <a:spcPct val="50000"/>
              </a:spcBef>
              <a:spcAft>
                <a:spcPct val="0"/>
              </a:spcAft>
            </a:pPr>
            <a:endParaRPr lang="en-US" sz="2400" b="1">
              <a:solidFill>
                <a:srgbClr val="002D62"/>
              </a:solidFill>
              <a:latin typeface="Arial" panose="020B0604020202020204" pitchFamily="34" charset="0"/>
              <a:cs typeface="Arial" panose="020B0604020202020204" pitchFamily="34" charset="0"/>
            </a:endParaRPr>
          </a:p>
        </p:txBody>
      </p:sp>
      <p:sp>
        <p:nvSpPr>
          <p:cNvPr id="55305" name="Freeform 27">
            <a:extLst>
              <a:ext uri="{FF2B5EF4-FFF2-40B4-BE49-F238E27FC236}">
                <a16:creationId xmlns:a16="http://schemas.microsoft.com/office/drawing/2014/main" id="{95DAA7CC-F293-4AA7-B281-4C8E251F54ED}"/>
              </a:ext>
            </a:extLst>
          </p:cNvPr>
          <p:cNvSpPr>
            <a:spLocks noChangeAspect="1"/>
          </p:cNvSpPr>
          <p:nvPr/>
        </p:nvSpPr>
        <p:spPr bwMode="auto">
          <a:xfrm>
            <a:off x="8066088" y="2513014"/>
            <a:ext cx="771525" cy="771525"/>
          </a:xfrm>
          <a:custGeom>
            <a:avLst/>
            <a:gdLst>
              <a:gd name="T0" fmla="*/ 2147483647 w 2038"/>
              <a:gd name="T1" fmla="*/ 2147483647 h 2042"/>
              <a:gd name="T2" fmla="*/ 2147483647 w 2038"/>
              <a:gd name="T3" fmla="*/ 2147483647 h 2042"/>
              <a:gd name="T4" fmla="*/ 2147483647 w 2038"/>
              <a:gd name="T5" fmla="*/ 2147483647 h 2042"/>
              <a:gd name="T6" fmla="*/ 2147483647 w 2038"/>
              <a:gd name="T7" fmla="*/ 2147483647 h 2042"/>
              <a:gd name="T8" fmla="*/ 2147483647 w 2038"/>
              <a:gd name="T9" fmla="*/ 2147483647 h 2042"/>
              <a:gd name="T10" fmla="*/ 2147483647 w 2038"/>
              <a:gd name="T11" fmla="*/ 2147483647 h 2042"/>
              <a:gd name="T12" fmla="*/ 2147483647 w 2038"/>
              <a:gd name="T13" fmla="*/ 2147483647 h 2042"/>
              <a:gd name="T14" fmla="*/ 2147483647 w 2038"/>
              <a:gd name="T15" fmla="*/ 2147483647 h 2042"/>
              <a:gd name="T16" fmla="*/ 2147483647 w 2038"/>
              <a:gd name="T17" fmla="*/ 2147483647 h 2042"/>
              <a:gd name="T18" fmla="*/ 2147483647 w 2038"/>
              <a:gd name="T19" fmla="*/ 2147483647 h 2042"/>
              <a:gd name="T20" fmla="*/ 2147483647 w 2038"/>
              <a:gd name="T21" fmla="*/ 2147483647 h 2042"/>
              <a:gd name="T22" fmla="*/ 2147483647 w 2038"/>
              <a:gd name="T23" fmla="*/ 2147483647 h 2042"/>
              <a:gd name="T24" fmla="*/ 2147483647 w 2038"/>
              <a:gd name="T25" fmla="*/ 2147483647 h 2042"/>
              <a:gd name="T26" fmla="*/ 2147483647 w 2038"/>
              <a:gd name="T27" fmla="*/ 2147483647 h 2042"/>
              <a:gd name="T28" fmla="*/ 0 w 2038"/>
              <a:gd name="T29" fmla="*/ 0 h 2042"/>
              <a:gd name="T30" fmla="*/ 0 w 2038"/>
              <a:gd name="T31" fmla="*/ 2147483647 h 2042"/>
              <a:gd name="T32" fmla="*/ 2147483647 w 2038"/>
              <a:gd name="T33" fmla="*/ 2147483647 h 2042"/>
              <a:gd name="T34" fmla="*/ 2147483647 w 2038"/>
              <a:gd name="T35" fmla="*/ 2147483647 h 20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42"/>
              <a:gd name="T56" fmla="*/ 2038 w 2038"/>
              <a:gd name="T57" fmla="*/ 2042 h 20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42">
                <a:moveTo>
                  <a:pt x="2038" y="2042"/>
                </a:moveTo>
                <a:lnTo>
                  <a:pt x="1997" y="1629"/>
                </a:lnTo>
                <a:lnTo>
                  <a:pt x="1879" y="1247"/>
                </a:lnTo>
                <a:lnTo>
                  <a:pt x="1791" y="1068"/>
                </a:lnTo>
                <a:lnTo>
                  <a:pt x="1690" y="901"/>
                </a:lnTo>
                <a:lnTo>
                  <a:pt x="1573" y="743"/>
                </a:lnTo>
                <a:lnTo>
                  <a:pt x="1508" y="671"/>
                </a:lnTo>
                <a:lnTo>
                  <a:pt x="1439" y="599"/>
                </a:lnTo>
                <a:lnTo>
                  <a:pt x="1369" y="532"/>
                </a:lnTo>
                <a:lnTo>
                  <a:pt x="1297" y="468"/>
                </a:lnTo>
                <a:lnTo>
                  <a:pt x="1139" y="350"/>
                </a:lnTo>
                <a:lnTo>
                  <a:pt x="970" y="247"/>
                </a:lnTo>
                <a:lnTo>
                  <a:pt x="793" y="162"/>
                </a:lnTo>
                <a:lnTo>
                  <a:pt x="411" y="42"/>
                </a:lnTo>
                <a:lnTo>
                  <a:pt x="0" y="0"/>
                </a:lnTo>
                <a:lnTo>
                  <a:pt x="0" y="2042"/>
                </a:lnTo>
                <a:lnTo>
                  <a:pt x="2038" y="2042"/>
                </a:lnTo>
                <a:close/>
              </a:path>
            </a:pathLst>
          </a:custGeom>
          <a:solidFill>
            <a:srgbClr val="002960">
              <a:alpha val="7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0" fontAlgn="base" hangingPunct="0">
              <a:spcBef>
                <a:spcPct val="50000"/>
              </a:spcBef>
              <a:spcAft>
                <a:spcPct val="0"/>
              </a:spcAft>
            </a:pPr>
            <a:endParaRPr lang="en-US" sz="2400" b="1">
              <a:solidFill>
                <a:srgbClr val="002D62"/>
              </a:solidFill>
              <a:latin typeface="Arial" panose="020B0604020202020204" pitchFamily="34" charset="0"/>
              <a:cs typeface="Arial" panose="020B0604020202020204" pitchFamily="34" charset="0"/>
            </a:endParaRPr>
          </a:p>
        </p:txBody>
      </p:sp>
      <p:sp>
        <p:nvSpPr>
          <p:cNvPr id="55306" name="Freeform 28">
            <a:extLst>
              <a:ext uri="{FF2B5EF4-FFF2-40B4-BE49-F238E27FC236}">
                <a16:creationId xmlns:a16="http://schemas.microsoft.com/office/drawing/2014/main" id="{A5FD9A3F-3676-48E1-BD64-A97A1BCDC243}"/>
              </a:ext>
            </a:extLst>
          </p:cNvPr>
          <p:cNvSpPr>
            <a:spLocks noChangeAspect="1"/>
          </p:cNvSpPr>
          <p:nvPr/>
        </p:nvSpPr>
        <p:spPr bwMode="auto">
          <a:xfrm>
            <a:off x="8048625" y="1401763"/>
            <a:ext cx="1868488" cy="1871663"/>
          </a:xfrm>
          <a:custGeom>
            <a:avLst/>
            <a:gdLst>
              <a:gd name="T0" fmla="*/ 2147483647 w 2038"/>
              <a:gd name="T1" fmla="*/ 2147483647 h 2042"/>
              <a:gd name="T2" fmla="*/ 2147483647 w 2038"/>
              <a:gd name="T3" fmla="*/ 2147483647 h 2042"/>
              <a:gd name="T4" fmla="*/ 2147483647 w 2038"/>
              <a:gd name="T5" fmla="*/ 2147483647 h 2042"/>
              <a:gd name="T6" fmla="*/ 2147483647 w 2038"/>
              <a:gd name="T7" fmla="*/ 2147483647 h 2042"/>
              <a:gd name="T8" fmla="*/ 2147483647 w 2038"/>
              <a:gd name="T9" fmla="*/ 2147483647 h 2042"/>
              <a:gd name="T10" fmla="*/ 2147483647 w 2038"/>
              <a:gd name="T11" fmla="*/ 2147483647 h 2042"/>
              <a:gd name="T12" fmla="*/ 2147483647 w 2038"/>
              <a:gd name="T13" fmla="*/ 2147483647 h 2042"/>
              <a:gd name="T14" fmla="*/ 2147483647 w 2038"/>
              <a:gd name="T15" fmla="*/ 2147483647 h 2042"/>
              <a:gd name="T16" fmla="*/ 2147483647 w 2038"/>
              <a:gd name="T17" fmla="*/ 2147483647 h 2042"/>
              <a:gd name="T18" fmla="*/ 2147483647 w 2038"/>
              <a:gd name="T19" fmla="*/ 2147483647 h 2042"/>
              <a:gd name="T20" fmla="*/ 2147483647 w 2038"/>
              <a:gd name="T21" fmla="*/ 2147483647 h 2042"/>
              <a:gd name="T22" fmla="*/ 2147483647 w 2038"/>
              <a:gd name="T23" fmla="*/ 2147483647 h 2042"/>
              <a:gd name="T24" fmla="*/ 2147483647 w 2038"/>
              <a:gd name="T25" fmla="*/ 2147483647 h 2042"/>
              <a:gd name="T26" fmla="*/ 2147483647 w 2038"/>
              <a:gd name="T27" fmla="*/ 2147483647 h 2042"/>
              <a:gd name="T28" fmla="*/ 0 w 2038"/>
              <a:gd name="T29" fmla="*/ 0 h 2042"/>
              <a:gd name="T30" fmla="*/ 0 w 2038"/>
              <a:gd name="T31" fmla="*/ 2147483647 h 2042"/>
              <a:gd name="T32" fmla="*/ 2147483647 w 2038"/>
              <a:gd name="T33" fmla="*/ 2147483647 h 2042"/>
              <a:gd name="T34" fmla="*/ 2147483647 w 2038"/>
              <a:gd name="T35" fmla="*/ 2147483647 h 20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42"/>
              <a:gd name="T56" fmla="*/ 2038 w 2038"/>
              <a:gd name="T57" fmla="*/ 2042 h 20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42">
                <a:moveTo>
                  <a:pt x="2038" y="2042"/>
                </a:moveTo>
                <a:lnTo>
                  <a:pt x="1997" y="1629"/>
                </a:lnTo>
                <a:lnTo>
                  <a:pt x="1879" y="1247"/>
                </a:lnTo>
                <a:lnTo>
                  <a:pt x="1791" y="1068"/>
                </a:lnTo>
                <a:lnTo>
                  <a:pt x="1690" y="901"/>
                </a:lnTo>
                <a:lnTo>
                  <a:pt x="1573" y="743"/>
                </a:lnTo>
                <a:lnTo>
                  <a:pt x="1508" y="671"/>
                </a:lnTo>
                <a:lnTo>
                  <a:pt x="1439" y="599"/>
                </a:lnTo>
                <a:lnTo>
                  <a:pt x="1369" y="532"/>
                </a:lnTo>
                <a:lnTo>
                  <a:pt x="1297" y="468"/>
                </a:lnTo>
                <a:lnTo>
                  <a:pt x="1139" y="350"/>
                </a:lnTo>
                <a:lnTo>
                  <a:pt x="970" y="247"/>
                </a:lnTo>
                <a:lnTo>
                  <a:pt x="793" y="162"/>
                </a:lnTo>
                <a:lnTo>
                  <a:pt x="411" y="42"/>
                </a:lnTo>
                <a:lnTo>
                  <a:pt x="0" y="0"/>
                </a:lnTo>
                <a:lnTo>
                  <a:pt x="0" y="2042"/>
                </a:lnTo>
                <a:lnTo>
                  <a:pt x="2038" y="2042"/>
                </a:lnTo>
                <a:close/>
              </a:path>
            </a:pathLst>
          </a:custGeom>
          <a:solidFill>
            <a:srgbClr val="002960">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0" fontAlgn="base" hangingPunct="0">
              <a:spcBef>
                <a:spcPct val="50000"/>
              </a:spcBef>
              <a:spcAft>
                <a:spcPct val="0"/>
              </a:spcAft>
            </a:pPr>
            <a:endParaRPr lang="en-US" sz="2400" b="1">
              <a:solidFill>
                <a:srgbClr val="002D62"/>
              </a:solidFill>
              <a:latin typeface="Arial" panose="020B0604020202020204" pitchFamily="34" charset="0"/>
              <a:cs typeface="Arial" panose="020B0604020202020204" pitchFamily="34" charset="0"/>
            </a:endParaRPr>
          </a:p>
        </p:txBody>
      </p:sp>
      <p:sp>
        <p:nvSpPr>
          <p:cNvPr id="55307" name="Freeform 29">
            <a:extLst>
              <a:ext uri="{FF2B5EF4-FFF2-40B4-BE49-F238E27FC236}">
                <a16:creationId xmlns:a16="http://schemas.microsoft.com/office/drawing/2014/main" id="{3C6B8DD8-32AF-471B-9F4A-7505D0F62F34}"/>
              </a:ext>
            </a:extLst>
          </p:cNvPr>
          <p:cNvSpPr>
            <a:spLocks noChangeAspect="1"/>
          </p:cNvSpPr>
          <p:nvPr/>
        </p:nvSpPr>
        <p:spPr bwMode="auto">
          <a:xfrm>
            <a:off x="8051801" y="1951039"/>
            <a:ext cx="1327151" cy="1330325"/>
          </a:xfrm>
          <a:custGeom>
            <a:avLst/>
            <a:gdLst>
              <a:gd name="T0" fmla="*/ 2147483647 w 2038"/>
              <a:gd name="T1" fmla="*/ 2147483647 h 2042"/>
              <a:gd name="T2" fmla="*/ 2147483647 w 2038"/>
              <a:gd name="T3" fmla="*/ 2147483647 h 2042"/>
              <a:gd name="T4" fmla="*/ 2147483647 w 2038"/>
              <a:gd name="T5" fmla="*/ 2147483647 h 2042"/>
              <a:gd name="T6" fmla="*/ 2147483647 w 2038"/>
              <a:gd name="T7" fmla="*/ 2147483647 h 2042"/>
              <a:gd name="T8" fmla="*/ 2147483647 w 2038"/>
              <a:gd name="T9" fmla="*/ 2147483647 h 2042"/>
              <a:gd name="T10" fmla="*/ 2147483647 w 2038"/>
              <a:gd name="T11" fmla="*/ 2147483647 h 2042"/>
              <a:gd name="T12" fmla="*/ 2147483647 w 2038"/>
              <a:gd name="T13" fmla="*/ 2147483647 h 2042"/>
              <a:gd name="T14" fmla="*/ 2147483647 w 2038"/>
              <a:gd name="T15" fmla="*/ 2147483647 h 2042"/>
              <a:gd name="T16" fmla="*/ 2147483647 w 2038"/>
              <a:gd name="T17" fmla="*/ 2147483647 h 2042"/>
              <a:gd name="T18" fmla="*/ 2147483647 w 2038"/>
              <a:gd name="T19" fmla="*/ 2147483647 h 2042"/>
              <a:gd name="T20" fmla="*/ 2147483647 w 2038"/>
              <a:gd name="T21" fmla="*/ 2147483647 h 2042"/>
              <a:gd name="T22" fmla="*/ 2147483647 w 2038"/>
              <a:gd name="T23" fmla="*/ 2147483647 h 2042"/>
              <a:gd name="T24" fmla="*/ 2147483647 w 2038"/>
              <a:gd name="T25" fmla="*/ 2147483647 h 2042"/>
              <a:gd name="T26" fmla="*/ 2147483647 w 2038"/>
              <a:gd name="T27" fmla="*/ 2147483647 h 2042"/>
              <a:gd name="T28" fmla="*/ 0 w 2038"/>
              <a:gd name="T29" fmla="*/ 0 h 2042"/>
              <a:gd name="T30" fmla="*/ 0 w 2038"/>
              <a:gd name="T31" fmla="*/ 2147483647 h 2042"/>
              <a:gd name="T32" fmla="*/ 2147483647 w 2038"/>
              <a:gd name="T33" fmla="*/ 2147483647 h 2042"/>
              <a:gd name="T34" fmla="*/ 2147483647 w 2038"/>
              <a:gd name="T35" fmla="*/ 2147483647 h 20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42"/>
              <a:gd name="T56" fmla="*/ 2038 w 2038"/>
              <a:gd name="T57" fmla="*/ 2042 h 20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42">
                <a:moveTo>
                  <a:pt x="2038" y="2042"/>
                </a:moveTo>
                <a:lnTo>
                  <a:pt x="1997" y="1629"/>
                </a:lnTo>
                <a:lnTo>
                  <a:pt x="1879" y="1247"/>
                </a:lnTo>
                <a:lnTo>
                  <a:pt x="1791" y="1068"/>
                </a:lnTo>
                <a:lnTo>
                  <a:pt x="1690" y="901"/>
                </a:lnTo>
                <a:lnTo>
                  <a:pt x="1573" y="743"/>
                </a:lnTo>
                <a:lnTo>
                  <a:pt x="1508" y="671"/>
                </a:lnTo>
                <a:lnTo>
                  <a:pt x="1439" y="599"/>
                </a:lnTo>
                <a:lnTo>
                  <a:pt x="1369" y="532"/>
                </a:lnTo>
                <a:lnTo>
                  <a:pt x="1297" y="468"/>
                </a:lnTo>
                <a:lnTo>
                  <a:pt x="1139" y="350"/>
                </a:lnTo>
                <a:lnTo>
                  <a:pt x="970" y="247"/>
                </a:lnTo>
                <a:lnTo>
                  <a:pt x="793" y="162"/>
                </a:lnTo>
                <a:lnTo>
                  <a:pt x="411" y="42"/>
                </a:lnTo>
                <a:lnTo>
                  <a:pt x="0" y="0"/>
                </a:lnTo>
                <a:lnTo>
                  <a:pt x="0" y="2042"/>
                </a:lnTo>
                <a:lnTo>
                  <a:pt x="2038" y="2042"/>
                </a:lnTo>
                <a:close/>
              </a:path>
            </a:pathLst>
          </a:custGeom>
          <a:solidFill>
            <a:srgbClr val="002960">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0" fontAlgn="base" hangingPunct="0">
              <a:spcBef>
                <a:spcPct val="50000"/>
              </a:spcBef>
              <a:spcAft>
                <a:spcPct val="0"/>
              </a:spcAft>
            </a:pPr>
            <a:endParaRPr lang="en-US" sz="2400" b="1">
              <a:solidFill>
                <a:srgbClr val="002D62"/>
              </a:solidFill>
              <a:latin typeface="Arial" panose="020B0604020202020204" pitchFamily="34" charset="0"/>
              <a:cs typeface="Arial" panose="020B0604020202020204" pitchFamily="34" charset="0"/>
            </a:endParaRPr>
          </a:p>
        </p:txBody>
      </p:sp>
      <p:sp>
        <p:nvSpPr>
          <p:cNvPr id="55308" name="Text Box 30">
            <a:extLst>
              <a:ext uri="{FF2B5EF4-FFF2-40B4-BE49-F238E27FC236}">
                <a16:creationId xmlns:a16="http://schemas.microsoft.com/office/drawing/2014/main" id="{C7CF9BD0-FAA0-4E16-B9EC-8702BBF5BF10}"/>
              </a:ext>
            </a:extLst>
          </p:cNvPr>
          <p:cNvSpPr txBox="1">
            <a:spLocks noChangeAspect="1" noChangeArrowheads="1"/>
          </p:cNvSpPr>
          <p:nvPr/>
        </p:nvSpPr>
        <p:spPr bwMode="auto">
          <a:xfrm rot="2491161">
            <a:off x="7889152" y="2769021"/>
            <a:ext cx="1107936" cy="276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1" tIns="45707" rIns="91411" bIns="45707">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2791" fontAlgn="base">
              <a:spcBef>
                <a:spcPct val="0"/>
              </a:spcBef>
              <a:spcAft>
                <a:spcPct val="0"/>
              </a:spcAft>
            </a:pPr>
            <a:r>
              <a:rPr lang="en-US" altLang="es-AR" sz="1200">
                <a:solidFill>
                  <a:srgbClr val="FFFFFF"/>
                </a:solidFill>
              </a:rPr>
              <a:t>Discordance</a:t>
            </a:r>
          </a:p>
        </p:txBody>
      </p:sp>
      <p:sp>
        <p:nvSpPr>
          <p:cNvPr id="55309" name="Text Box 31">
            <a:extLst>
              <a:ext uri="{FF2B5EF4-FFF2-40B4-BE49-F238E27FC236}">
                <a16:creationId xmlns:a16="http://schemas.microsoft.com/office/drawing/2014/main" id="{B1A17952-6BF4-4DCA-AA57-023B4C2EFFCF}"/>
              </a:ext>
            </a:extLst>
          </p:cNvPr>
          <p:cNvSpPr txBox="1">
            <a:spLocks noChangeAspect="1" noChangeArrowheads="1"/>
          </p:cNvSpPr>
          <p:nvPr/>
        </p:nvSpPr>
        <p:spPr bwMode="auto">
          <a:xfrm rot="2491161">
            <a:off x="8269912" y="2462634"/>
            <a:ext cx="1048091" cy="276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1" tIns="45707" rIns="91411" bIns="45707">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2791" fontAlgn="base">
              <a:spcBef>
                <a:spcPct val="0"/>
              </a:spcBef>
              <a:spcAft>
                <a:spcPct val="0"/>
              </a:spcAft>
            </a:pPr>
            <a:r>
              <a:rPr lang="en-GB" altLang="es-AR" sz="1200">
                <a:solidFill>
                  <a:srgbClr val="FFFFFF"/>
                </a:solidFill>
              </a:rPr>
              <a:t>Acceptance</a:t>
            </a:r>
            <a:endParaRPr lang="en-US" altLang="es-AR" sz="1200">
              <a:solidFill>
                <a:srgbClr val="FFFFFF"/>
              </a:solidFill>
            </a:endParaRPr>
          </a:p>
        </p:txBody>
      </p:sp>
      <p:sp>
        <p:nvSpPr>
          <p:cNvPr id="55310" name="Text Box 32">
            <a:extLst>
              <a:ext uri="{FF2B5EF4-FFF2-40B4-BE49-F238E27FC236}">
                <a16:creationId xmlns:a16="http://schemas.microsoft.com/office/drawing/2014/main" id="{869AECC9-0D5C-4096-8ABB-58F064856374}"/>
              </a:ext>
            </a:extLst>
          </p:cNvPr>
          <p:cNvSpPr txBox="1">
            <a:spLocks noChangeAspect="1" noChangeArrowheads="1"/>
          </p:cNvSpPr>
          <p:nvPr/>
        </p:nvSpPr>
        <p:spPr bwMode="auto">
          <a:xfrm rot="2491161">
            <a:off x="8587223" y="2005434"/>
            <a:ext cx="1142133" cy="276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11" tIns="45707" rIns="91411" bIns="45707">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2791" fontAlgn="base">
              <a:spcBef>
                <a:spcPct val="0"/>
              </a:spcBef>
              <a:spcAft>
                <a:spcPct val="0"/>
              </a:spcAft>
            </a:pPr>
            <a:r>
              <a:rPr lang="en-GB" altLang="es-AR" sz="1200">
                <a:solidFill>
                  <a:srgbClr val="FFFFFF"/>
                </a:solidFill>
              </a:rPr>
              <a:t>Achievement</a:t>
            </a:r>
            <a:endParaRPr lang="en-US" altLang="es-AR" sz="1200">
              <a:solidFill>
                <a:srgbClr val="FFFFFF"/>
              </a:solidFill>
            </a:endParaRPr>
          </a:p>
        </p:txBody>
      </p:sp>
      <p:sp>
        <p:nvSpPr>
          <p:cNvPr id="55311" name="Text Box 33">
            <a:extLst>
              <a:ext uri="{FF2B5EF4-FFF2-40B4-BE49-F238E27FC236}">
                <a16:creationId xmlns:a16="http://schemas.microsoft.com/office/drawing/2014/main" id="{DD85007A-A337-4785-9955-5ECA797D22BC}"/>
              </a:ext>
            </a:extLst>
          </p:cNvPr>
          <p:cNvSpPr txBox="1">
            <a:spLocks noChangeAspect="1" noChangeArrowheads="1"/>
          </p:cNvSpPr>
          <p:nvPr/>
        </p:nvSpPr>
        <p:spPr bwMode="auto">
          <a:xfrm rot="2491161">
            <a:off x="8683625" y="1471954"/>
            <a:ext cx="1949451" cy="523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1" tIns="45707" rIns="91411" bIns="45707">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defTabSz="912791" fontAlgn="base">
              <a:spcBef>
                <a:spcPct val="0"/>
              </a:spcBef>
              <a:spcAft>
                <a:spcPct val="0"/>
              </a:spcAft>
            </a:pPr>
            <a:r>
              <a:rPr lang="en-US" altLang="es-AR" sz="1400">
                <a:solidFill>
                  <a:srgbClr val="002960"/>
                </a:solidFill>
              </a:rPr>
              <a:t>PURPOSE / CULTURE / VALUES</a:t>
            </a:r>
          </a:p>
        </p:txBody>
      </p:sp>
      <p:pic>
        <p:nvPicPr>
          <p:cNvPr id="55312" name="Picture 24">
            <a:extLst>
              <a:ext uri="{FF2B5EF4-FFF2-40B4-BE49-F238E27FC236}">
                <a16:creationId xmlns:a16="http://schemas.microsoft.com/office/drawing/2014/main" id="{1C3D771B-B28C-4682-8F60-19898A9BEF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98077" y="174626"/>
            <a:ext cx="5048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1 Marcador de número de diapositiva"/>
          <p:cNvSpPr>
            <a:spLocks noGrp="1"/>
          </p:cNvSpPr>
          <p:nvPr>
            <p:ph type="sldNum" sz="quarter" idx="10"/>
          </p:nvPr>
        </p:nvSpPr>
        <p:spPr/>
        <p:txBody>
          <a:bodyPr/>
          <a:lstStyle/>
          <a:p>
            <a:pPr>
              <a:defRPr/>
            </a:pPr>
            <a:r>
              <a:rPr lang="en-US"/>
              <a:t>| </a:t>
            </a:r>
            <a:fld id="{AF759360-29D1-49CD-9E45-AEA689B90DF2}" type="slidenum">
              <a:rPr lang="en-US">
                <a:solidFill>
                  <a:srgbClr val="B2B2B2"/>
                </a:solidFill>
              </a:rPr>
              <a:pPr>
                <a:defRPr/>
              </a:pPr>
              <a:t>16</a:t>
            </a:fld>
            <a:endParaRPr lang="en-US">
              <a:solidFill>
                <a:srgbClr val="B2B2B2"/>
              </a:solidFill>
            </a:endParaRPr>
          </a:p>
        </p:txBody>
      </p:sp>
      <p:grpSp>
        <p:nvGrpSpPr>
          <p:cNvPr id="2" name="Group 41"/>
          <p:cNvGrpSpPr>
            <a:grpSpLocks/>
          </p:cNvGrpSpPr>
          <p:nvPr/>
        </p:nvGrpSpPr>
        <p:grpSpPr bwMode="auto">
          <a:xfrm>
            <a:off x="3216275" y="1819276"/>
            <a:ext cx="5111750" cy="4640263"/>
            <a:chOff x="1066" y="1146"/>
            <a:chExt cx="3220" cy="2923"/>
          </a:xfrm>
        </p:grpSpPr>
        <p:grpSp>
          <p:nvGrpSpPr>
            <p:cNvPr id="3" name="Group 33"/>
            <p:cNvGrpSpPr>
              <a:grpSpLocks noChangeAspect="1"/>
            </p:cNvGrpSpPr>
            <p:nvPr/>
          </p:nvGrpSpPr>
          <p:grpSpPr bwMode="auto">
            <a:xfrm>
              <a:off x="1066" y="1146"/>
              <a:ext cx="3220" cy="2923"/>
              <a:chOff x="1295" y="1144"/>
              <a:chExt cx="2918" cy="2649"/>
            </a:xfrm>
          </p:grpSpPr>
          <p:sp>
            <p:nvSpPr>
              <p:cNvPr id="16413" name="AutoShape 34"/>
              <p:cNvSpPr>
                <a:spLocks noChangeAspect="1" noChangeArrowheads="1"/>
              </p:cNvSpPr>
              <p:nvPr/>
            </p:nvSpPr>
            <p:spPr bwMode="auto">
              <a:xfrm>
                <a:off x="1295" y="1144"/>
                <a:ext cx="2918" cy="2649"/>
              </a:xfrm>
              <a:prstGeom prst="triangle">
                <a:avLst>
                  <a:gd name="adj" fmla="val 50000"/>
                </a:avLst>
              </a:prstGeom>
              <a:solidFill>
                <a:schemeClr val="tx1">
                  <a:alpha val="79999"/>
                </a:schemeClr>
              </a:solidFill>
              <a:ln w="9525">
                <a:solidFill>
                  <a:schemeClr val="bg1"/>
                </a:solidFill>
                <a:miter lim="800000"/>
                <a:headEnd/>
                <a:tailEnd/>
              </a:ln>
            </p:spPr>
            <p:txBody>
              <a:bodyPr wrap="none" lIns="89564" tIns="44782" rIns="89564" bIns="44782" anchor="ctr"/>
              <a:lstStyle/>
              <a:p>
                <a:pPr algn="ctr" defTabSz="895350">
                  <a:spcBef>
                    <a:spcPct val="0"/>
                  </a:spcBef>
                </a:pPr>
                <a:endParaRPr lang="en-US" sz="1400">
                  <a:solidFill>
                    <a:schemeClr val="bg2"/>
                  </a:solidFill>
                </a:endParaRPr>
              </a:p>
            </p:txBody>
          </p:sp>
          <p:sp>
            <p:nvSpPr>
              <p:cNvPr id="16414" name="AutoShape 35"/>
              <p:cNvSpPr>
                <a:spLocks noChangeAspect="1" noChangeArrowheads="1"/>
              </p:cNvSpPr>
              <p:nvPr/>
            </p:nvSpPr>
            <p:spPr bwMode="auto">
              <a:xfrm>
                <a:off x="1743" y="1144"/>
                <a:ext cx="2022" cy="1837"/>
              </a:xfrm>
              <a:prstGeom prst="triangle">
                <a:avLst>
                  <a:gd name="adj" fmla="val 50000"/>
                </a:avLst>
              </a:prstGeom>
              <a:solidFill>
                <a:srgbClr val="C0C0C0">
                  <a:alpha val="70195"/>
                </a:srgbClr>
              </a:solidFill>
              <a:ln w="9525">
                <a:solidFill>
                  <a:schemeClr val="bg1"/>
                </a:solidFill>
                <a:miter lim="800000"/>
                <a:headEnd/>
                <a:tailEnd/>
              </a:ln>
            </p:spPr>
            <p:txBody>
              <a:bodyPr wrap="none" lIns="89564" tIns="44782" rIns="89564" bIns="44782" anchor="ctr"/>
              <a:lstStyle/>
              <a:p>
                <a:pPr algn="ctr" defTabSz="895350">
                  <a:spcBef>
                    <a:spcPct val="0"/>
                  </a:spcBef>
                </a:pPr>
                <a:endParaRPr lang="en-US" sz="1400">
                  <a:solidFill>
                    <a:schemeClr val="bg2"/>
                  </a:solidFill>
                </a:endParaRPr>
              </a:p>
            </p:txBody>
          </p:sp>
          <p:sp>
            <p:nvSpPr>
              <p:cNvPr id="16415" name="AutoShape 36"/>
              <p:cNvSpPr>
                <a:spLocks noChangeAspect="1" noChangeArrowheads="1"/>
              </p:cNvSpPr>
              <p:nvPr/>
            </p:nvSpPr>
            <p:spPr bwMode="auto">
              <a:xfrm>
                <a:off x="2242" y="1144"/>
                <a:ext cx="1024" cy="927"/>
              </a:xfrm>
              <a:prstGeom prst="triangle">
                <a:avLst>
                  <a:gd name="adj" fmla="val 50000"/>
                </a:avLst>
              </a:prstGeom>
              <a:solidFill>
                <a:srgbClr val="DDDDDD"/>
              </a:solidFill>
              <a:ln w="9525">
                <a:solidFill>
                  <a:schemeClr val="bg1"/>
                </a:solidFill>
                <a:miter lim="800000"/>
                <a:headEnd/>
                <a:tailEnd/>
              </a:ln>
            </p:spPr>
            <p:txBody>
              <a:bodyPr wrap="none" anchor="ctr"/>
              <a:lstStyle/>
              <a:p>
                <a:pPr algn="ctr" eaLnBrk="1" hangingPunct="1">
                  <a:spcBef>
                    <a:spcPct val="0"/>
                  </a:spcBef>
                </a:pPr>
                <a:endParaRPr lang="en-US" sz="1400">
                  <a:solidFill>
                    <a:schemeClr val="bg1"/>
                  </a:solidFill>
                </a:endParaRPr>
              </a:p>
            </p:txBody>
          </p:sp>
        </p:grpSp>
        <p:sp>
          <p:nvSpPr>
            <p:cNvPr id="16410" name="Text Box 37"/>
            <p:cNvSpPr txBox="1">
              <a:spLocks noChangeArrowheads="1"/>
            </p:cNvSpPr>
            <p:nvPr/>
          </p:nvSpPr>
          <p:spPr bwMode="auto">
            <a:xfrm>
              <a:off x="2518" y="3506"/>
              <a:ext cx="316" cy="231"/>
            </a:xfrm>
            <a:prstGeom prst="rect">
              <a:avLst/>
            </a:prstGeom>
            <a:noFill/>
            <a:ln w="9525">
              <a:noFill/>
              <a:miter lim="800000"/>
              <a:headEnd/>
              <a:tailEnd/>
            </a:ln>
          </p:spPr>
          <p:txBody>
            <a:bodyPr wrap="none">
              <a:spAutoFit/>
            </a:bodyPr>
            <a:lstStyle/>
            <a:p>
              <a:pPr algn="ctr" eaLnBrk="1" hangingPunct="1">
                <a:spcBef>
                  <a:spcPct val="0"/>
                </a:spcBef>
              </a:pPr>
              <a:r>
                <a:rPr lang="en-US">
                  <a:solidFill>
                    <a:schemeClr val="bg1"/>
                  </a:solidFill>
                </a:rPr>
                <a:t>BE</a:t>
              </a:r>
            </a:p>
          </p:txBody>
        </p:sp>
        <p:sp>
          <p:nvSpPr>
            <p:cNvPr id="16411" name="Text Box 38"/>
            <p:cNvSpPr txBox="1">
              <a:spLocks noChangeArrowheads="1"/>
            </p:cNvSpPr>
            <p:nvPr/>
          </p:nvSpPr>
          <p:spPr bwMode="auto">
            <a:xfrm>
              <a:off x="2257" y="2582"/>
              <a:ext cx="838" cy="231"/>
            </a:xfrm>
            <a:prstGeom prst="rect">
              <a:avLst/>
            </a:prstGeom>
            <a:noFill/>
            <a:ln w="9525">
              <a:noFill/>
              <a:miter lim="800000"/>
              <a:headEnd/>
              <a:tailEnd/>
            </a:ln>
          </p:spPr>
          <p:txBody>
            <a:bodyPr>
              <a:spAutoFit/>
            </a:bodyPr>
            <a:lstStyle/>
            <a:p>
              <a:pPr algn="ctr" eaLnBrk="1" hangingPunct="1">
                <a:spcBef>
                  <a:spcPct val="0"/>
                </a:spcBef>
              </a:pPr>
              <a:r>
                <a:rPr lang="en-US">
                  <a:solidFill>
                    <a:srgbClr val="002960"/>
                  </a:solidFill>
                </a:rPr>
                <a:t>DO</a:t>
              </a:r>
            </a:p>
          </p:txBody>
        </p:sp>
        <p:sp>
          <p:nvSpPr>
            <p:cNvPr id="16412" name="Text Box 39"/>
            <p:cNvSpPr txBox="1">
              <a:spLocks noChangeArrowheads="1"/>
            </p:cNvSpPr>
            <p:nvPr/>
          </p:nvSpPr>
          <p:spPr bwMode="auto">
            <a:xfrm>
              <a:off x="2417" y="1644"/>
              <a:ext cx="516" cy="231"/>
            </a:xfrm>
            <a:prstGeom prst="rect">
              <a:avLst/>
            </a:prstGeom>
            <a:noFill/>
            <a:ln w="9525">
              <a:noFill/>
              <a:miter lim="800000"/>
              <a:headEnd/>
              <a:tailEnd/>
            </a:ln>
          </p:spPr>
          <p:txBody>
            <a:bodyPr wrap="none">
              <a:spAutoFit/>
            </a:bodyPr>
            <a:lstStyle/>
            <a:p>
              <a:pPr algn="ctr" eaLnBrk="1" hangingPunct="1">
                <a:spcBef>
                  <a:spcPct val="0"/>
                </a:spcBef>
              </a:pPr>
              <a:r>
                <a:rPr lang="en-US">
                  <a:solidFill>
                    <a:srgbClr val="002960"/>
                  </a:solidFill>
                </a:rPr>
                <a:t>HAVE</a:t>
              </a:r>
            </a:p>
          </p:txBody>
        </p:sp>
      </p:grpSp>
      <p:sp>
        <p:nvSpPr>
          <p:cNvPr id="16388" name="Rectangle 2"/>
          <p:cNvSpPr>
            <a:spLocks noGrp="1" noChangeArrowheads="1"/>
          </p:cNvSpPr>
          <p:nvPr>
            <p:ph type="title" idx="4294967295"/>
          </p:nvPr>
        </p:nvSpPr>
        <p:spPr/>
        <p:txBody>
          <a:bodyPr anchor="ctr"/>
          <a:lstStyle/>
          <a:p>
            <a:r>
              <a:rPr lang="en-US"/>
              <a:t>aligning purpose, behaviors &amp; values</a:t>
            </a:r>
            <a:endParaRPr lang="es-ES"/>
          </a:p>
        </p:txBody>
      </p:sp>
      <p:grpSp>
        <p:nvGrpSpPr>
          <p:cNvPr id="4" name="Group 34"/>
          <p:cNvGrpSpPr>
            <a:grpSpLocks/>
          </p:cNvGrpSpPr>
          <p:nvPr/>
        </p:nvGrpSpPr>
        <p:grpSpPr bwMode="auto">
          <a:xfrm>
            <a:off x="2414588" y="3216275"/>
            <a:ext cx="6900862" cy="292100"/>
            <a:chOff x="720" y="1776"/>
            <a:chExt cx="4320" cy="240"/>
          </a:xfrm>
        </p:grpSpPr>
        <p:sp>
          <p:nvSpPr>
            <p:cNvPr id="16407" name="Freeform 35"/>
            <p:cNvSpPr>
              <a:spLocks/>
            </p:cNvSpPr>
            <p:nvPr/>
          </p:nvSpPr>
          <p:spPr bwMode="auto">
            <a:xfrm>
              <a:off x="720" y="1776"/>
              <a:ext cx="4320" cy="192"/>
            </a:xfrm>
            <a:custGeom>
              <a:avLst/>
              <a:gdLst>
                <a:gd name="T0" fmla="*/ 0 w 4368"/>
                <a:gd name="T1" fmla="*/ 0 h 488"/>
                <a:gd name="T2" fmla="*/ 252 w 4368"/>
                <a:gd name="T3" fmla="*/ 0 h 488"/>
                <a:gd name="T4" fmla="*/ 631 w 4368"/>
                <a:gd name="T5" fmla="*/ 0 h 488"/>
                <a:gd name="T6" fmla="*/ 1051 w 4368"/>
                <a:gd name="T7" fmla="*/ 0 h 488"/>
                <a:gd name="T8" fmla="*/ 1429 w 4368"/>
                <a:gd name="T9" fmla="*/ 0 h 488"/>
                <a:gd name="T10" fmla="*/ 1893 w 4368"/>
                <a:gd name="T11" fmla="*/ 0 h 488"/>
                <a:gd name="T12" fmla="*/ 2312 w 4368"/>
                <a:gd name="T13" fmla="*/ 0 h 488"/>
                <a:gd name="T14" fmla="*/ 2690 w 4368"/>
                <a:gd name="T15" fmla="*/ 0 h 488"/>
                <a:gd name="T16" fmla="*/ 3110 w 4368"/>
                <a:gd name="T17" fmla="*/ 0 h 488"/>
                <a:gd name="T18" fmla="*/ 3448 w 4368"/>
                <a:gd name="T19" fmla="*/ 0 h 488"/>
                <a:gd name="T20" fmla="*/ 3827 w 4368"/>
                <a:gd name="T21" fmla="*/ 0 h 4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68"/>
                <a:gd name="T34" fmla="*/ 0 h 488"/>
                <a:gd name="T35" fmla="*/ 4368 w 4368"/>
                <a:gd name="T36" fmla="*/ 488 h 4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68" h="488">
                  <a:moveTo>
                    <a:pt x="0" y="248"/>
                  </a:moveTo>
                  <a:cubicBezTo>
                    <a:pt x="84" y="364"/>
                    <a:pt x="168" y="480"/>
                    <a:pt x="288" y="440"/>
                  </a:cubicBezTo>
                  <a:cubicBezTo>
                    <a:pt x="408" y="400"/>
                    <a:pt x="568" y="0"/>
                    <a:pt x="720" y="8"/>
                  </a:cubicBezTo>
                  <a:cubicBezTo>
                    <a:pt x="872" y="16"/>
                    <a:pt x="1048" y="488"/>
                    <a:pt x="1200" y="488"/>
                  </a:cubicBezTo>
                  <a:cubicBezTo>
                    <a:pt x="1352" y="488"/>
                    <a:pt x="1472" y="16"/>
                    <a:pt x="1632" y="8"/>
                  </a:cubicBezTo>
                  <a:cubicBezTo>
                    <a:pt x="1792" y="0"/>
                    <a:pt x="1992" y="432"/>
                    <a:pt x="2160" y="440"/>
                  </a:cubicBezTo>
                  <a:cubicBezTo>
                    <a:pt x="2328" y="448"/>
                    <a:pt x="2488" y="56"/>
                    <a:pt x="2640" y="56"/>
                  </a:cubicBezTo>
                  <a:cubicBezTo>
                    <a:pt x="2792" y="56"/>
                    <a:pt x="2920" y="424"/>
                    <a:pt x="3072" y="440"/>
                  </a:cubicBezTo>
                  <a:cubicBezTo>
                    <a:pt x="3224" y="456"/>
                    <a:pt x="3408" y="152"/>
                    <a:pt x="3552" y="152"/>
                  </a:cubicBezTo>
                  <a:cubicBezTo>
                    <a:pt x="3696" y="152"/>
                    <a:pt x="3800" y="456"/>
                    <a:pt x="3936" y="440"/>
                  </a:cubicBezTo>
                  <a:cubicBezTo>
                    <a:pt x="4072" y="424"/>
                    <a:pt x="4296" y="120"/>
                    <a:pt x="4368" y="56"/>
                  </a:cubicBezTo>
                </a:path>
              </a:pathLst>
            </a:custGeom>
            <a:noFill/>
            <a:ln w="28575">
              <a:solidFill>
                <a:srgbClr val="46509C"/>
              </a:solidFill>
              <a:round/>
              <a:headEnd/>
              <a:tailEnd/>
            </a:ln>
          </p:spPr>
          <p:txBody>
            <a:bodyPr/>
            <a:lstStyle/>
            <a:p>
              <a:endParaRPr lang="en-US"/>
            </a:p>
          </p:txBody>
        </p:sp>
        <p:sp>
          <p:nvSpPr>
            <p:cNvPr id="16408" name="Freeform 36"/>
            <p:cNvSpPr>
              <a:spLocks/>
            </p:cNvSpPr>
            <p:nvPr/>
          </p:nvSpPr>
          <p:spPr bwMode="auto">
            <a:xfrm>
              <a:off x="720" y="1824"/>
              <a:ext cx="4320" cy="192"/>
            </a:xfrm>
            <a:custGeom>
              <a:avLst/>
              <a:gdLst>
                <a:gd name="T0" fmla="*/ 0 w 4368"/>
                <a:gd name="T1" fmla="*/ 0 h 488"/>
                <a:gd name="T2" fmla="*/ 252 w 4368"/>
                <a:gd name="T3" fmla="*/ 0 h 488"/>
                <a:gd name="T4" fmla="*/ 631 w 4368"/>
                <a:gd name="T5" fmla="*/ 0 h 488"/>
                <a:gd name="T6" fmla="*/ 1051 w 4368"/>
                <a:gd name="T7" fmla="*/ 0 h 488"/>
                <a:gd name="T8" fmla="*/ 1429 w 4368"/>
                <a:gd name="T9" fmla="*/ 0 h 488"/>
                <a:gd name="T10" fmla="*/ 1893 w 4368"/>
                <a:gd name="T11" fmla="*/ 0 h 488"/>
                <a:gd name="T12" fmla="*/ 2312 w 4368"/>
                <a:gd name="T13" fmla="*/ 0 h 488"/>
                <a:gd name="T14" fmla="*/ 2690 w 4368"/>
                <a:gd name="T15" fmla="*/ 0 h 488"/>
                <a:gd name="T16" fmla="*/ 3110 w 4368"/>
                <a:gd name="T17" fmla="*/ 0 h 488"/>
                <a:gd name="T18" fmla="*/ 3448 w 4368"/>
                <a:gd name="T19" fmla="*/ 0 h 488"/>
                <a:gd name="T20" fmla="*/ 3827 w 4368"/>
                <a:gd name="T21" fmla="*/ 0 h 4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68"/>
                <a:gd name="T34" fmla="*/ 0 h 488"/>
                <a:gd name="T35" fmla="*/ 4368 w 4368"/>
                <a:gd name="T36" fmla="*/ 488 h 4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68" h="488">
                  <a:moveTo>
                    <a:pt x="0" y="248"/>
                  </a:moveTo>
                  <a:cubicBezTo>
                    <a:pt x="84" y="364"/>
                    <a:pt x="168" y="480"/>
                    <a:pt x="288" y="440"/>
                  </a:cubicBezTo>
                  <a:cubicBezTo>
                    <a:pt x="408" y="400"/>
                    <a:pt x="568" y="0"/>
                    <a:pt x="720" y="8"/>
                  </a:cubicBezTo>
                  <a:cubicBezTo>
                    <a:pt x="872" y="16"/>
                    <a:pt x="1048" y="488"/>
                    <a:pt x="1200" y="488"/>
                  </a:cubicBezTo>
                  <a:cubicBezTo>
                    <a:pt x="1352" y="488"/>
                    <a:pt x="1472" y="16"/>
                    <a:pt x="1632" y="8"/>
                  </a:cubicBezTo>
                  <a:cubicBezTo>
                    <a:pt x="1792" y="0"/>
                    <a:pt x="1992" y="432"/>
                    <a:pt x="2160" y="440"/>
                  </a:cubicBezTo>
                  <a:cubicBezTo>
                    <a:pt x="2328" y="448"/>
                    <a:pt x="2488" y="56"/>
                    <a:pt x="2640" y="56"/>
                  </a:cubicBezTo>
                  <a:cubicBezTo>
                    <a:pt x="2792" y="56"/>
                    <a:pt x="2920" y="424"/>
                    <a:pt x="3072" y="440"/>
                  </a:cubicBezTo>
                  <a:cubicBezTo>
                    <a:pt x="3224" y="456"/>
                    <a:pt x="3408" y="152"/>
                    <a:pt x="3552" y="152"/>
                  </a:cubicBezTo>
                  <a:cubicBezTo>
                    <a:pt x="3696" y="152"/>
                    <a:pt x="3800" y="456"/>
                    <a:pt x="3936" y="440"/>
                  </a:cubicBezTo>
                  <a:cubicBezTo>
                    <a:pt x="4072" y="424"/>
                    <a:pt x="4296" y="120"/>
                    <a:pt x="4368" y="56"/>
                  </a:cubicBezTo>
                </a:path>
              </a:pathLst>
            </a:custGeom>
            <a:noFill/>
            <a:ln w="28575">
              <a:solidFill>
                <a:srgbClr val="46509C"/>
              </a:solidFill>
              <a:round/>
              <a:headEnd/>
              <a:tailEnd/>
            </a:ln>
          </p:spPr>
          <p:txBody>
            <a:bodyPr/>
            <a:lstStyle/>
            <a:p>
              <a:endParaRPr lang="en-US"/>
            </a:p>
          </p:txBody>
        </p:sp>
      </p:grpSp>
      <p:sp>
        <p:nvSpPr>
          <p:cNvPr id="16390" name="Text Box 37"/>
          <p:cNvSpPr txBox="1">
            <a:spLocks noChangeArrowheads="1"/>
          </p:cNvSpPr>
          <p:nvPr/>
        </p:nvSpPr>
        <p:spPr bwMode="auto">
          <a:xfrm>
            <a:off x="9480551" y="2792413"/>
            <a:ext cx="715661" cy="278804"/>
          </a:xfrm>
          <a:prstGeom prst="rect">
            <a:avLst/>
          </a:prstGeom>
          <a:noFill/>
          <a:ln w="28575" algn="ctr">
            <a:noFill/>
            <a:miter lim="800000"/>
            <a:headEnd/>
            <a:tailEnd/>
          </a:ln>
        </p:spPr>
        <p:txBody>
          <a:bodyPr wrap="none" lIns="93226" tIns="46614" rIns="93226" bIns="46614">
            <a:spAutoFit/>
          </a:bodyPr>
          <a:lstStyle/>
          <a:p>
            <a:pPr defTabSz="933450">
              <a:spcBef>
                <a:spcPct val="0"/>
              </a:spcBef>
            </a:pPr>
            <a:r>
              <a:rPr lang="en-US" sz="1200">
                <a:solidFill>
                  <a:srgbClr val="002960"/>
                </a:solidFill>
              </a:rPr>
              <a:t>visibility</a:t>
            </a:r>
          </a:p>
        </p:txBody>
      </p:sp>
      <p:sp>
        <p:nvSpPr>
          <p:cNvPr id="16391" name="Text Box 38"/>
          <p:cNvSpPr txBox="1">
            <a:spLocks noChangeArrowheads="1"/>
          </p:cNvSpPr>
          <p:nvPr/>
        </p:nvSpPr>
        <p:spPr bwMode="auto">
          <a:xfrm>
            <a:off x="9461500" y="3573463"/>
            <a:ext cx="774972" cy="278804"/>
          </a:xfrm>
          <a:prstGeom prst="rect">
            <a:avLst/>
          </a:prstGeom>
          <a:noFill/>
          <a:ln w="28575" algn="ctr">
            <a:noFill/>
            <a:miter lim="800000"/>
            <a:headEnd/>
            <a:tailEnd/>
          </a:ln>
        </p:spPr>
        <p:txBody>
          <a:bodyPr wrap="none" lIns="93226" tIns="46614" rIns="93226" bIns="46614">
            <a:spAutoFit/>
          </a:bodyPr>
          <a:lstStyle/>
          <a:p>
            <a:pPr defTabSz="933450">
              <a:spcBef>
                <a:spcPct val="0"/>
              </a:spcBef>
            </a:pPr>
            <a:r>
              <a:rPr lang="en-US" sz="1200">
                <a:solidFill>
                  <a:srgbClr val="002960"/>
                </a:solidFill>
              </a:rPr>
              <a:t>leverage</a:t>
            </a:r>
          </a:p>
        </p:txBody>
      </p:sp>
      <p:sp>
        <p:nvSpPr>
          <p:cNvPr id="16392" name="Text Box 39"/>
          <p:cNvSpPr txBox="1">
            <a:spLocks noChangeArrowheads="1"/>
          </p:cNvSpPr>
          <p:nvPr/>
        </p:nvSpPr>
        <p:spPr bwMode="auto">
          <a:xfrm>
            <a:off x="2876550" y="2501900"/>
            <a:ext cx="1905000" cy="457200"/>
          </a:xfrm>
          <a:prstGeom prst="rect">
            <a:avLst/>
          </a:prstGeom>
          <a:noFill/>
          <a:ln w="9525">
            <a:noFill/>
            <a:miter lim="800000"/>
            <a:headEnd/>
            <a:tailEnd/>
          </a:ln>
        </p:spPr>
        <p:txBody>
          <a:bodyPr>
            <a:spAutoFit/>
          </a:bodyPr>
          <a:lstStyle/>
          <a:p>
            <a:pPr algn="ctr" eaLnBrk="1" hangingPunct="1">
              <a:spcBef>
                <a:spcPct val="0"/>
              </a:spcBef>
            </a:pPr>
            <a:r>
              <a:rPr lang="en-US" sz="1200" i="1">
                <a:solidFill>
                  <a:srgbClr val="002960"/>
                </a:solidFill>
              </a:rPr>
              <a:t>What we want to accomplish as a team</a:t>
            </a:r>
          </a:p>
        </p:txBody>
      </p:sp>
      <p:sp>
        <p:nvSpPr>
          <p:cNvPr id="16393" name="Text Box 40"/>
          <p:cNvSpPr txBox="1">
            <a:spLocks noChangeArrowheads="1"/>
          </p:cNvSpPr>
          <p:nvPr/>
        </p:nvSpPr>
        <p:spPr bwMode="auto">
          <a:xfrm>
            <a:off x="2578818" y="3735389"/>
            <a:ext cx="1132041" cy="353943"/>
          </a:xfrm>
          <a:prstGeom prst="rect">
            <a:avLst/>
          </a:prstGeom>
          <a:noFill/>
          <a:ln w="9525">
            <a:noFill/>
            <a:miter lim="800000"/>
            <a:headEnd/>
            <a:tailEnd/>
          </a:ln>
        </p:spPr>
        <p:txBody>
          <a:bodyPr wrap="none">
            <a:spAutoFit/>
          </a:bodyPr>
          <a:lstStyle/>
          <a:p>
            <a:pPr algn="ctr" eaLnBrk="1" hangingPunct="1">
              <a:spcBef>
                <a:spcPct val="0"/>
              </a:spcBef>
            </a:pPr>
            <a:r>
              <a:rPr lang="en-US" sz="1700"/>
              <a:t>behaviors</a:t>
            </a:r>
          </a:p>
        </p:txBody>
      </p:sp>
      <p:sp>
        <p:nvSpPr>
          <p:cNvPr id="16394" name="Text Box 41"/>
          <p:cNvSpPr txBox="1">
            <a:spLocks noChangeArrowheads="1"/>
          </p:cNvSpPr>
          <p:nvPr/>
        </p:nvSpPr>
        <p:spPr bwMode="auto">
          <a:xfrm>
            <a:off x="2150133" y="5260976"/>
            <a:ext cx="816249" cy="353943"/>
          </a:xfrm>
          <a:prstGeom prst="rect">
            <a:avLst/>
          </a:prstGeom>
          <a:noFill/>
          <a:ln w="9525">
            <a:noFill/>
            <a:miter lim="800000"/>
            <a:headEnd/>
            <a:tailEnd/>
          </a:ln>
        </p:spPr>
        <p:txBody>
          <a:bodyPr wrap="none">
            <a:spAutoFit/>
          </a:bodyPr>
          <a:lstStyle/>
          <a:p>
            <a:pPr algn="ctr" eaLnBrk="1" hangingPunct="1">
              <a:spcBef>
                <a:spcPct val="0"/>
              </a:spcBef>
            </a:pPr>
            <a:r>
              <a:rPr lang="en-US" sz="1700"/>
              <a:t>values</a:t>
            </a:r>
          </a:p>
        </p:txBody>
      </p:sp>
      <p:sp>
        <p:nvSpPr>
          <p:cNvPr id="16395" name="Text Box 42"/>
          <p:cNvSpPr txBox="1">
            <a:spLocks noChangeArrowheads="1"/>
          </p:cNvSpPr>
          <p:nvPr/>
        </p:nvSpPr>
        <p:spPr bwMode="auto">
          <a:xfrm>
            <a:off x="1833563" y="5568950"/>
            <a:ext cx="1447800" cy="457200"/>
          </a:xfrm>
          <a:prstGeom prst="rect">
            <a:avLst/>
          </a:prstGeom>
          <a:noFill/>
          <a:ln w="9525">
            <a:noFill/>
            <a:miter lim="800000"/>
            <a:headEnd/>
            <a:tailEnd/>
          </a:ln>
        </p:spPr>
        <p:txBody>
          <a:bodyPr>
            <a:spAutoFit/>
          </a:bodyPr>
          <a:lstStyle/>
          <a:p>
            <a:pPr algn="ctr" eaLnBrk="1" hangingPunct="1">
              <a:spcBef>
                <a:spcPct val="0"/>
              </a:spcBef>
            </a:pPr>
            <a:r>
              <a:rPr lang="en-US" sz="1200" i="1">
                <a:solidFill>
                  <a:srgbClr val="002960"/>
                </a:solidFill>
              </a:rPr>
              <a:t>What we value in our business</a:t>
            </a:r>
          </a:p>
        </p:txBody>
      </p:sp>
      <p:sp>
        <p:nvSpPr>
          <p:cNvPr id="16396" name="Text Box 43"/>
          <p:cNvSpPr txBox="1">
            <a:spLocks noChangeArrowheads="1"/>
          </p:cNvSpPr>
          <p:nvPr/>
        </p:nvSpPr>
        <p:spPr bwMode="auto">
          <a:xfrm>
            <a:off x="2076450" y="4052889"/>
            <a:ext cx="2133600" cy="646331"/>
          </a:xfrm>
          <a:prstGeom prst="rect">
            <a:avLst/>
          </a:prstGeom>
          <a:noFill/>
          <a:ln w="9525">
            <a:noFill/>
            <a:miter lim="800000"/>
            <a:headEnd/>
            <a:tailEnd/>
          </a:ln>
        </p:spPr>
        <p:txBody>
          <a:bodyPr>
            <a:spAutoFit/>
          </a:bodyPr>
          <a:lstStyle/>
          <a:p>
            <a:pPr algn="ctr" eaLnBrk="1" hangingPunct="1">
              <a:spcBef>
                <a:spcPct val="0"/>
              </a:spcBef>
            </a:pPr>
            <a:r>
              <a:rPr lang="en-US" sz="1200" i="1">
                <a:solidFill>
                  <a:srgbClr val="002960"/>
                </a:solidFill>
              </a:rPr>
              <a:t>How our culture manifests as we realize our purpose in alignment with our values</a:t>
            </a:r>
          </a:p>
        </p:txBody>
      </p:sp>
      <p:sp>
        <p:nvSpPr>
          <p:cNvPr id="16397" name="Text Box 44"/>
          <p:cNvSpPr txBox="1">
            <a:spLocks noChangeArrowheads="1"/>
          </p:cNvSpPr>
          <p:nvPr/>
        </p:nvSpPr>
        <p:spPr bwMode="auto">
          <a:xfrm>
            <a:off x="2838450" y="2182814"/>
            <a:ext cx="1981200" cy="350837"/>
          </a:xfrm>
          <a:prstGeom prst="rect">
            <a:avLst/>
          </a:prstGeom>
          <a:noFill/>
          <a:ln w="9525">
            <a:noFill/>
            <a:miter lim="800000"/>
            <a:headEnd/>
            <a:tailEnd/>
          </a:ln>
        </p:spPr>
        <p:txBody>
          <a:bodyPr>
            <a:spAutoFit/>
          </a:bodyPr>
          <a:lstStyle/>
          <a:p>
            <a:pPr algn="ctr" eaLnBrk="1" hangingPunct="1">
              <a:spcBef>
                <a:spcPct val="0"/>
              </a:spcBef>
            </a:pPr>
            <a:r>
              <a:rPr lang="en-US" sz="1700"/>
              <a:t>shared purpose</a:t>
            </a:r>
          </a:p>
        </p:txBody>
      </p:sp>
      <p:sp>
        <p:nvSpPr>
          <p:cNvPr id="16398" name="AutoShape 45"/>
          <p:cNvSpPr>
            <a:spLocks noChangeArrowheads="1"/>
          </p:cNvSpPr>
          <p:nvPr/>
        </p:nvSpPr>
        <p:spPr bwMode="auto">
          <a:xfrm>
            <a:off x="6424613" y="1844675"/>
            <a:ext cx="1295400" cy="685800"/>
          </a:xfrm>
          <a:prstGeom prst="roundRect">
            <a:avLst>
              <a:gd name="adj" fmla="val 16667"/>
            </a:avLst>
          </a:prstGeom>
          <a:solidFill>
            <a:srgbClr val="FFFF99">
              <a:alpha val="61176"/>
            </a:srgbClr>
          </a:solidFill>
          <a:ln w="9525">
            <a:noFill/>
            <a:prstDash val="dash"/>
            <a:round/>
            <a:headEnd/>
            <a:tailEnd/>
          </a:ln>
        </p:spPr>
        <p:txBody>
          <a:bodyPr anchor="ctr"/>
          <a:lstStyle/>
          <a:p>
            <a:pPr algn="ctr" eaLnBrk="1" hangingPunct="1">
              <a:spcBef>
                <a:spcPct val="20000"/>
              </a:spcBef>
              <a:buClr>
                <a:schemeClr val="tx1"/>
              </a:buClr>
              <a:buFont typeface="Wingdings" pitchFamily="2" charset="2"/>
              <a:buNone/>
            </a:pPr>
            <a:r>
              <a:rPr lang="en-US" sz="1000" i="1">
                <a:solidFill>
                  <a:srgbClr val="002960"/>
                </a:solidFill>
              </a:rPr>
              <a:t>From “each his own purpose” to “powerful shared mission”</a:t>
            </a:r>
            <a:endParaRPr lang="en-US" sz="1000">
              <a:solidFill>
                <a:srgbClr val="002960"/>
              </a:solidFill>
            </a:endParaRPr>
          </a:p>
        </p:txBody>
      </p:sp>
      <p:sp>
        <p:nvSpPr>
          <p:cNvPr id="16399" name="AutoShape 47"/>
          <p:cNvSpPr>
            <a:spLocks noChangeArrowheads="1"/>
          </p:cNvSpPr>
          <p:nvPr/>
        </p:nvSpPr>
        <p:spPr bwMode="auto">
          <a:xfrm>
            <a:off x="8088313" y="5118100"/>
            <a:ext cx="1579562" cy="611188"/>
          </a:xfrm>
          <a:prstGeom prst="roundRect">
            <a:avLst>
              <a:gd name="adj" fmla="val 16667"/>
            </a:avLst>
          </a:prstGeom>
          <a:solidFill>
            <a:srgbClr val="FFFF99">
              <a:alpha val="61176"/>
            </a:srgbClr>
          </a:solidFill>
          <a:ln w="9525" algn="ctr">
            <a:noFill/>
            <a:prstDash val="dash"/>
            <a:round/>
            <a:headEnd/>
            <a:tailEnd/>
          </a:ln>
        </p:spPr>
        <p:txBody>
          <a:bodyPr anchor="ctr"/>
          <a:lstStyle/>
          <a:p>
            <a:pPr algn="ctr" eaLnBrk="1" hangingPunct="1">
              <a:spcBef>
                <a:spcPct val="20000"/>
              </a:spcBef>
              <a:buClr>
                <a:schemeClr val="tx1"/>
              </a:buClr>
              <a:buFont typeface="Wingdings" pitchFamily="2" charset="2"/>
              <a:buNone/>
            </a:pPr>
            <a:r>
              <a:rPr lang="en-US" sz="1000" i="1">
                <a:solidFill>
                  <a:srgbClr val="002960"/>
                </a:solidFill>
              </a:rPr>
              <a:t>From “Let’s do it my way” to “I am curious about your way”</a:t>
            </a:r>
          </a:p>
        </p:txBody>
      </p:sp>
      <p:sp>
        <p:nvSpPr>
          <p:cNvPr id="16400" name="AutoShape 48"/>
          <p:cNvSpPr>
            <a:spLocks noChangeArrowheads="1"/>
          </p:cNvSpPr>
          <p:nvPr/>
        </p:nvSpPr>
        <p:spPr bwMode="auto">
          <a:xfrm>
            <a:off x="7310438" y="3571875"/>
            <a:ext cx="1600200" cy="590550"/>
          </a:xfrm>
          <a:prstGeom prst="roundRect">
            <a:avLst>
              <a:gd name="adj" fmla="val 16667"/>
            </a:avLst>
          </a:prstGeom>
          <a:solidFill>
            <a:srgbClr val="FFFF99">
              <a:alpha val="61176"/>
            </a:srgbClr>
          </a:solidFill>
          <a:ln w="9525" algn="ctr">
            <a:noFill/>
            <a:prstDash val="dash"/>
            <a:round/>
            <a:headEnd/>
            <a:tailEnd/>
          </a:ln>
        </p:spPr>
        <p:txBody>
          <a:bodyPr anchor="ctr"/>
          <a:lstStyle/>
          <a:p>
            <a:pPr algn="ctr" eaLnBrk="1" hangingPunct="1">
              <a:spcBef>
                <a:spcPct val="20000"/>
              </a:spcBef>
              <a:buClr>
                <a:schemeClr val="tx1"/>
              </a:buClr>
              <a:buFont typeface="Wingdings" pitchFamily="2" charset="2"/>
              <a:buNone/>
            </a:pPr>
            <a:r>
              <a:rPr lang="en-US" sz="1000" i="1">
                <a:solidFill>
                  <a:srgbClr val="002960"/>
                </a:solidFill>
              </a:rPr>
              <a:t>From “leading fiefdoms” to leading for synergy</a:t>
            </a:r>
          </a:p>
        </p:txBody>
      </p:sp>
      <p:sp>
        <p:nvSpPr>
          <p:cNvPr id="16401" name="AutoShape 49"/>
          <p:cNvSpPr>
            <a:spLocks noChangeArrowheads="1"/>
          </p:cNvSpPr>
          <p:nvPr/>
        </p:nvSpPr>
        <p:spPr bwMode="auto">
          <a:xfrm>
            <a:off x="7824788" y="2435225"/>
            <a:ext cx="1447800" cy="685800"/>
          </a:xfrm>
          <a:prstGeom prst="roundRect">
            <a:avLst>
              <a:gd name="adj" fmla="val 16667"/>
            </a:avLst>
          </a:prstGeom>
          <a:solidFill>
            <a:srgbClr val="FFFF99">
              <a:alpha val="61176"/>
            </a:srgbClr>
          </a:solidFill>
          <a:ln w="9525" algn="ctr">
            <a:noFill/>
            <a:prstDash val="dash"/>
            <a:round/>
            <a:headEnd/>
            <a:tailEnd/>
          </a:ln>
        </p:spPr>
        <p:txBody>
          <a:bodyPr anchor="ctr"/>
          <a:lstStyle/>
          <a:p>
            <a:pPr algn="ctr" eaLnBrk="1" hangingPunct="1">
              <a:spcBef>
                <a:spcPct val="20000"/>
              </a:spcBef>
              <a:buClr>
                <a:schemeClr val="tx1"/>
              </a:buClr>
              <a:buFont typeface="Wingdings" pitchFamily="2" charset="2"/>
              <a:buNone/>
            </a:pPr>
            <a:r>
              <a:rPr lang="en-US" sz="1000" i="1">
                <a:solidFill>
                  <a:srgbClr val="002960"/>
                </a:solidFill>
              </a:rPr>
              <a:t>From “optimizing the subsystem” to “optimizing the system”</a:t>
            </a:r>
          </a:p>
        </p:txBody>
      </p:sp>
      <p:sp>
        <p:nvSpPr>
          <p:cNvPr id="16402" name="AutoShape 50"/>
          <p:cNvSpPr>
            <a:spLocks noChangeArrowheads="1"/>
          </p:cNvSpPr>
          <p:nvPr/>
        </p:nvSpPr>
        <p:spPr bwMode="auto">
          <a:xfrm>
            <a:off x="8296276" y="4264026"/>
            <a:ext cx="1730375" cy="652463"/>
          </a:xfrm>
          <a:prstGeom prst="roundRect">
            <a:avLst>
              <a:gd name="adj" fmla="val 16667"/>
            </a:avLst>
          </a:prstGeom>
          <a:solidFill>
            <a:srgbClr val="FFFF99">
              <a:alpha val="61176"/>
            </a:srgbClr>
          </a:solidFill>
          <a:ln w="9525" algn="ctr">
            <a:noFill/>
            <a:prstDash val="dash"/>
            <a:round/>
            <a:headEnd/>
            <a:tailEnd/>
          </a:ln>
        </p:spPr>
        <p:txBody>
          <a:bodyPr anchor="ctr"/>
          <a:lstStyle/>
          <a:p>
            <a:pPr algn="ctr" eaLnBrk="1" hangingPunct="1">
              <a:spcBef>
                <a:spcPct val="20000"/>
              </a:spcBef>
              <a:buClr>
                <a:schemeClr val="tx1"/>
              </a:buClr>
              <a:buFont typeface="Wingdings" pitchFamily="2" charset="2"/>
              <a:buNone/>
            </a:pPr>
            <a:r>
              <a:rPr lang="en-US" sz="1000" i="1">
                <a:solidFill>
                  <a:srgbClr val="002960"/>
                </a:solidFill>
              </a:rPr>
              <a:t>From “letting slide by” to “holding accountable for performance”</a:t>
            </a:r>
          </a:p>
        </p:txBody>
      </p:sp>
      <p:sp>
        <p:nvSpPr>
          <p:cNvPr id="16403" name="AutoShape 52"/>
          <p:cNvSpPr>
            <a:spLocks noChangeArrowheads="1"/>
          </p:cNvSpPr>
          <p:nvPr/>
        </p:nvSpPr>
        <p:spPr bwMode="auto">
          <a:xfrm>
            <a:off x="9736138" y="3103563"/>
            <a:ext cx="304800" cy="457200"/>
          </a:xfrm>
          <a:prstGeom prst="upDownArrow">
            <a:avLst>
              <a:gd name="adj1" fmla="val 50000"/>
              <a:gd name="adj2" fmla="val 30000"/>
            </a:avLst>
          </a:prstGeom>
          <a:solidFill>
            <a:srgbClr val="FFCC00">
              <a:alpha val="50195"/>
            </a:srgbClr>
          </a:solidFill>
          <a:ln w="38100">
            <a:noFill/>
            <a:miter lim="800000"/>
            <a:headEnd/>
            <a:tailEnd/>
          </a:ln>
        </p:spPr>
        <p:txBody>
          <a:bodyPr vert="eaVert" wrap="none" anchor="ctr"/>
          <a:lstStyle/>
          <a:p>
            <a:pPr eaLnBrk="1" hangingPunct="1">
              <a:spcBef>
                <a:spcPct val="0"/>
              </a:spcBef>
            </a:pPr>
            <a:endParaRPr lang="en-US" sz="2000"/>
          </a:p>
        </p:txBody>
      </p:sp>
      <p:sp>
        <p:nvSpPr>
          <p:cNvPr id="16404" name="AutoShape 53"/>
          <p:cNvSpPr>
            <a:spLocks noChangeArrowheads="1"/>
          </p:cNvSpPr>
          <p:nvPr/>
        </p:nvSpPr>
        <p:spPr bwMode="auto">
          <a:xfrm>
            <a:off x="1909764" y="1020763"/>
            <a:ext cx="2409825" cy="838200"/>
          </a:xfrm>
          <a:prstGeom prst="roundRect">
            <a:avLst>
              <a:gd name="adj" fmla="val 16667"/>
            </a:avLst>
          </a:prstGeom>
          <a:solidFill>
            <a:srgbClr val="CCCCFF">
              <a:alpha val="70195"/>
            </a:srgbClr>
          </a:solidFill>
          <a:ln w="12700" algn="ctr">
            <a:noFill/>
            <a:round/>
            <a:headEnd/>
            <a:tailEnd/>
          </a:ln>
        </p:spPr>
        <p:txBody>
          <a:bodyPr anchor="ctr"/>
          <a:lstStyle/>
          <a:p>
            <a:pPr algn="ctr" eaLnBrk="1" hangingPunct="1">
              <a:spcBef>
                <a:spcPct val="0"/>
              </a:spcBef>
            </a:pPr>
            <a:r>
              <a:rPr lang="en-US" sz="1300">
                <a:solidFill>
                  <a:srgbClr val="002960"/>
                </a:solidFill>
              </a:rPr>
              <a:t>How aligned are the team’s purpose, behaviors and values?</a:t>
            </a:r>
          </a:p>
        </p:txBody>
      </p:sp>
      <p:sp>
        <p:nvSpPr>
          <p:cNvPr id="16405" name="AutoShape 46"/>
          <p:cNvSpPr>
            <a:spLocks noChangeArrowheads="1"/>
          </p:cNvSpPr>
          <p:nvPr/>
        </p:nvSpPr>
        <p:spPr bwMode="auto">
          <a:xfrm>
            <a:off x="8890001" y="5821364"/>
            <a:ext cx="1566863" cy="612775"/>
          </a:xfrm>
          <a:prstGeom prst="roundRect">
            <a:avLst>
              <a:gd name="adj" fmla="val 16667"/>
            </a:avLst>
          </a:prstGeom>
          <a:solidFill>
            <a:srgbClr val="FFFF99">
              <a:alpha val="61176"/>
            </a:srgbClr>
          </a:solidFill>
          <a:ln w="9525" algn="ctr">
            <a:noFill/>
            <a:prstDash val="dash"/>
            <a:round/>
            <a:headEnd/>
            <a:tailEnd/>
          </a:ln>
        </p:spPr>
        <p:txBody>
          <a:bodyPr anchor="ctr"/>
          <a:lstStyle/>
          <a:p>
            <a:pPr algn="ctr" eaLnBrk="1" hangingPunct="1">
              <a:spcBef>
                <a:spcPct val="20000"/>
              </a:spcBef>
              <a:buClr>
                <a:schemeClr val="tx1"/>
              </a:buClr>
              <a:buFont typeface="Wingdings" pitchFamily="2" charset="2"/>
              <a:buNone/>
            </a:pPr>
            <a:r>
              <a:rPr lang="en-US" sz="1000" i="1">
                <a:solidFill>
                  <a:srgbClr val="002960"/>
                </a:solidFill>
              </a:rPr>
              <a:t>From “It’s your fault” to “How did I contribute?” </a:t>
            </a:r>
          </a:p>
        </p:txBody>
      </p:sp>
      <p:pic>
        <p:nvPicPr>
          <p:cNvPr id="16406" name="Picture 31"/>
          <p:cNvPicPr>
            <a:picLocks noChangeAspect="1" noChangeArrowheads="1"/>
          </p:cNvPicPr>
          <p:nvPr/>
        </p:nvPicPr>
        <p:blipFill>
          <a:blip r:embed="rId3" cstate="print"/>
          <a:srcRect/>
          <a:stretch>
            <a:fillRect/>
          </a:stretch>
        </p:blipFill>
        <p:spPr bwMode="auto">
          <a:xfrm>
            <a:off x="9998076" y="174625"/>
            <a:ext cx="504825" cy="433388"/>
          </a:xfrm>
          <a:prstGeom prst="rect">
            <a:avLst/>
          </a:prstGeom>
          <a:noFill/>
          <a:ln w="9525" algn="ctr">
            <a:noFill/>
            <a:miter lim="800000"/>
            <a:headEnd/>
            <a:tailEnd/>
          </a:ln>
        </p:spPr>
      </p:pic>
    </p:spTree>
    <p:extLst>
      <p:ext uri="{BB962C8B-B14F-4D97-AF65-F5344CB8AC3E}">
        <p14:creationId xmlns:p14="http://schemas.microsoft.com/office/powerpoint/2010/main" val="893897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1 Marcador de número de diapositiva">
            <a:extLst>
              <a:ext uri="{FF2B5EF4-FFF2-40B4-BE49-F238E27FC236}">
                <a16:creationId xmlns:a16="http://schemas.microsoft.com/office/drawing/2014/main" id="{B9A5E808-3F93-4E48-9B75-294D23C5CBCF}"/>
              </a:ext>
            </a:extLst>
          </p:cNvPr>
          <p:cNvSpPr>
            <a:spLocks noGrp="1"/>
          </p:cNvSpPr>
          <p:nvPr>
            <p:ph type="sldNum" sz="quarter" idx="10"/>
          </p:nvPr>
        </p:nvSpPr>
        <p:spPr/>
        <p:txBody>
          <a:bodyPr/>
          <a:lstStyle>
            <a:defPPr>
              <a:defRPr lang="en-US"/>
            </a:defPPr>
            <a:lvl1pPr marL="0" algn="l" defTabSz="1219139" rtl="0" eaLnBrk="1" latinLnBrk="0" hangingPunct="1">
              <a:defRPr sz="2400" kern="1200">
                <a:solidFill>
                  <a:schemeClr val="tx1"/>
                </a:solidFill>
                <a:latin typeface="+mn-lt"/>
                <a:ea typeface="+mn-ea"/>
                <a:cs typeface="+mn-cs"/>
              </a:defRPr>
            </a:lvl1pPr>
            <a:lvl2pPr marL="609570" algn="l" defTabSz="1219139" rtl="0" eaLnBrk="1" latinLnBrk="0" hangingPunct="1">
              <a:defRPr sz="2400" kern="1200">
                <a:solidFill>
                  <a:schemeClr val="tx1"/>
                </a:solidFill>
                <a:latin typeface="+mn-lt"/>
                <a:ea typeface="+mn-ea"/>
                <a:cs typeface="+mn-cs"/>
              </a:defRPr>
            </a:lvl2pPr>
            <a:lvl3pPr marL="1219139" algn="l" defTabSz="1219139" rtl="0" eaLnBrk="1" latinLnBrk="0" hangingPunct="1">
              <a:defRPr sz="2400" kern="1200">
                <a:solidFill>
                  <a:schemeClr val="tx1"/>
                </a:solidFill>
                <a:latin typeface="+mn-lt"/>
                <a:ea typeface="+mn-ea"/>
                <a:cs typeface="+mn-cs"/>
              </a:defRPr>
            </a:lvl3pPr>
            <a:lvl4pPr marL="1828709" algn="l" defTabSz="1219139" rtl="0" eaLnBrk="1" latinLnBrk="0" hangingPunct="1">
              <a:defRPr sz="2400" kern="1200">
                <a:solidFill>
                  <a:schemeClr val="tx1"/>
                </a:solidFill>
                <a:latin typeface="+mn-lt"/>
                <a:ea typeface="+mn-ea"/>
                <a:cs typeface="+mn-cs"/>
              </a:defRPr>
            </a:lvl4pPr>
            <a:lvl5pPr marL="2438278" algn="l" defTabSz="1219139" rtl="0" eaLnBrk="1" latinLnBrk="0" hangingPunct="1">
              <a:defRPr sz="2400" kern="1200">
                <a:solidFill>
                  <a:schemeClr val="tx1"/>
                </a:solidFill>
                <a:latin typeface="+mn-lt"/>
                <a:ea typeface="+mn-ea"/>
                <a:cs typeface="+mn-cs"/>
              </a:defRPr>
            </a:lvl5pPr>
            <a:lvl6pPr marL="3047848" algn="l" defTabSz="1219139" rtl="0" eaLnBrk="1" latinLnBrk="0" hangingPunct="1">
              <a:defRPr sz="2400" kern="1200">
                <a:solidFill>
                  <a:schemeClr val="tx1"/>
                </a:solidFill>
                <a:latin typeface="+mn-lt"/>
                <a:ea typeface="+mn-ea"/>
                <a:cs typeface="+mn-cs"/>
              </a:defRPr>
            </a:lvl6pPr>
            <a:lvl7pPr marL="3657417" algn="l" defTabSz="1219139" rtl="0" eaLnBrk="1" latinLnBrk="0" hangingPunct="1">
              <a:defRPr sz="2400" kern="1200">
                <a:solidFill>
                  <a:schemeClr val="tx1"/>
                </a:solidFill>
                <a:latin typeface="+mn-lt"/>
                <a:ea typeface="+mn-ea"/>
                <a:cs typeface="+mn-cs"/>
              </a:defRPr>
            </a:lvl7pPr>
            <a:lvl8pPr marL="4266987" algn="l" defTabSz="1219139" rtl="0" eaLnBrk="1" latinLnBrk="0" hangingPunct="1">
              <a:defRPr sz="2400" kern="1200">
                <a:solidFill>
                  <a:schemeClr val="tx1"/>
                </a:solidFill>
                <a:latin typeface="+mn-lt"/>
                <a:ea typeface="+mn-ea"/>
                <a:cs typeface="+mn-cs"/>
              </a:defRPr>
            </a:lvl8pPr>
            <a:lvl9pPr marL="4876557" algn="l" defTabSz="1219139" rtl="0" eaLnBrk="1" latinLnBrk="0" hangingPunct="1">
              <a:defRPr sz="2400" kern="1200">
                <a:solidFill>
                  <a:schemeClr val="tx1"/>
                </a:solidFill>
                <a:latin typeface="+mn-lt"/>
                <a:ea typeface="+mn-ea"/>
                <a:cs typeface="+mn-cs"/>
              </a:defRPr>
            </a:lvl9pPr>
          </a:lstStyle>
          <a:p>
            <a:pPr fontAlgn="base">
              <a:spcAft>
                <a:spcPct val="0"/>
              </a:spcAft>
            </a:pPr>
            <a:r>
              <a:rPr lang="en-US" altLang="es-AR">
                <a:solidFill>
                  <a:srgbClr val="FBB03F"/>
                </a:solidFill>
              </a:rPr>
              <a:t>| </a:t>
            </a:r>
            <a:fld id="{E19D4C01-4337-496E-9498-13B9129BE0E9}" type="slidenum">
              <a:rPr lang="en-US" altLang="es-AR">
                <a:solidFill>
                  <a:srgbClr val="B2B2B2"/>
                </a:solidFill>
              </a:rPr>
              <a:pPr fontAlgn="base">
                <a:spcAft>
                  <a:spcPct val="0"/>
                </a:spcAft>
              </a:pPr>
              <a:t>17</a:t>
            </a:fld>
            <a:endParaRPr lang="en-US" altLang="es-AR">
              <a:solidFill>
                <a:srgbClr val="B2B2B2"/>
              </a:solidFill>
            </a:endParaRPr>
          </a:p>
        </p:txBody>
      </p:sp>
      <p:sp>
        <p:nvSpPr>
          <p:cNvPr id="57347" name="Rectangle 2">
            <a:extLst>
              <a:ext uri="{FF2B5EF4-FFF2-40B4-BE49-F238E27FC236}">
                <a16:creationId xmlns:a16="http://schemas.microsoft.com/office/drawing/2014/main" id="{09DCC676-CA13-4D77-AABD-DD3C3D8127A5}"/>
              </a:ext>
            </a:extLst>
          </p:cNvPr>
          <p:cNvSpPr>
            <a:spLocks noGrp="1" noChangeArrowheads="1"/>
          </p:cNvSpPr>
          <p:nvPr>
            <p:ph type="title" idx="4294967295"/>
          </p:nvPr>
        </p:nvSpPr>
        <p:spPr/>
        <p:txBody>
          <a:bodyPr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ltLang="es-AR"/>
              <a:t>roles and accountabilities</a:t>
            </a:r>
            <a:endParaRPr lang="es-ES" altLang="es-AR"/>
          </a:p>
        </p:txBody>
      </p:sp>
      <p:sp>
        <p:nvSpPr>
          <p:cNvPr id="57348" name="Rectangle 20">
            <a:extLst>
              <a:ext uri="{FF2B5EF4-FFF2-40B4-BE49-F238E27FC236}">
                <a16:creationId xmlns:a16="http://schemas.microsoft.com/office/drawing/2014/main" id="{BCB1396D-0600-4F35-86AE-6134BF6AC329}"/>
              </a:ext>
            </a:extLst>
          </p:cNvPr>
          <p:cNvSpPr>
            <a:spLocks noChangeArrowheads="1"/>
          </p:cNvSpPr>
          <p:nvPr/>
        </p:nvSpPr>
        <p:spPr bwMode="auto">
          <a:xfrm>
            <a:off x="3143251" y="3008314"/>
            <a:ext cx="4483100" cy="217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square" lIns="93256" tIns="93256" rIns="93256" bIns="93256">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34945" indent="-234945" fontAlgn="base">
              <a:spcBef>
                <a:spcPct val="30000"/>
              </a:spcBef>
              <a:spcAft>
                <a:spcPct val="0"/>
              </a:spcAft>
              <a:buClr>
                <a:srgbClr val="FFCC00"/>
              </a:buClr>
            </a:pPr>
            <a:r>
              <a:rPr lang="en-US" altLang="es-AR" sz="1500">
                <a:solidFill>
                  <a:srgbClr val="002960"/>
                </a:solidFill>
              </a:rPr>
              <a:t>STANDARD TEAM </a:t>
            </a:r>
            <a:r>
              <a:rPr lang="en-US" altLang="es-AR" sz="1500">
                <a:solidFill>
                  <a:srgbClr val="FFCC00"/>
                </a:solidFill>
                <a:latin typeface="Verdana" panose="020B0604030504040204" pitchFamily="34" charset="0"/>
                <a:sym typeface="Wingdings 3" panose="05040102010807070707" pitchFamily="18" charset="2"/>
              </a:rPr>
              <a:t></a:t>
            </a:r>
            <a:r>
              <a:rPr lang="en-US" altLang="es-AR" sz="1500">
                <a:solidFill>
                  <a:srgbClr val="FFCC00"/>
                </a:solidFill>
                <a:sym typeface="Wingdings 3" panose="05040102010807070707" pitchFamily="18" charset="2"/>
              </a:rPr>
              <a:t></a:t>
            </a:r>
            <a:endParaRPr lang="en-US" altLang="es-AR" sz="1500">
              <a:solidFill>
                <a:srgbClr val="FFCC00"/>
              </a:solidFill>
              <a:latin typeface="ZapfDingbats"/>
              <a:sym typeface="Wingdings 3" panose="05040102010807070707" pitchFamily="18" charset="2"/>
            </a:endParaRPr>
          </a:p>
          <a:p>
            <a:pPr marL="234945" indent="-234945" fontAlgn="base">
              <a:spcBef>
                <a:spcPct val="30000"/>
              </a:spcBef>
              <a:spcAft>
                <a:spcPct val="0"/>
              </a:spcAft>
              <a:buClr>
                <a:srgbClr val="FFCC00"/>
              </a:buClr>
              <a:buFontTx/>
              <a:buChar char="•"/>
            </a:pPr>
            <a:r>
              <a:rPr lang="en-US" altLang="es-AR" sz="1200" b="0">
                <a:solidFill>
                  <a:srgbClr val="002960"/>
                </a:solidFill>
              </a:rPr>
              <a:t>Each role defined using the right metric and agreed to by all.</a:t>
            </a:r>
          </a:p>
          <a:p>
            <a:pPr marL="234945" indent="-234945" fontAlgn="base">
              <a:spcBef>
                <a:spcPct val="30000"/>
              </a:spcBef>
              <a:spcAft>
                <a:spcPct val="0"/>
              </a:spcAft>
              <a:buClr>
                <a:srgbClr val="FFCC00"/>
              </a:buClr>
              <a:buFontTx/>
              <a:buChar char="•"/>
            </a:pPr>
            <a:r>
              <a:rPr lang="en-US" altLang="es-AR" sz="1200" b="0">
                <a:solidFill>
                  <a:srgbClr val="002960"/>
                </a:solidFill>
              </a:rPr>
              <a:t>Interdependencies of individual roles are defined.</a:t>
            </a:r>
          </a:p>
          <a:p>
            <a:pPr marL="234945" indent="-234945" fontAlgn="base">
              <a:spcBef>
                <a:spcPct val="30000"/>
              </a:spcBef>
              <a:spcAft>
                <a:spcPct val="0"/>
              </a:spcAft>
              <a:buClr>
                <a:srgbClr val="FFCC00"/>
              </a:buClr>
              <a:buFontTx/>
              <a:buChar char="•"/>
            </a:pPr>
            <a:r>
              <a:rPr lang="en-US" altLang="es-AR" sz="1200" b="0">
                <a:solidFill>
                  <a:srgbClr val="002960"/>
                </a:solidFill>
              </a:rPr>
              <a:t>Individual contributions are defined and linked to team goals.</a:t>
            </a:r>
          </a:p>
          <a:p>
            <a:pPr marL="234945" indent="-234945" fontAlgn="base">
              <a:spcBef>
                <a:spcPct val="30000"/>
              </a:spcBef>
              <a:spcAft>
                <a:spcPct val="0"/>
              </a:spcAft>
              <a:buClr>
                <a:srgbClr val="FFCC00"/>
              </a:buClr>
              <a:buFontTx/>
              <a:buChar char="•"/>
            </a:pPr>
            <a:r>
              <a:rPr lang="en-US" altLang="es-AR" sz="1200" b="0">
                <a:solidFill>
                  <a:srgbClr val="002960"/>
                </a:solidFill>
              </a:rPr>
              <a:t>Each member’s contribution is aligned, via negotiation, with other team member’s contribution.</a:t>
            </a:r>
          </a:p>
          <a:p>
            <a:pPr marL="234945" indent="-234945" fontAlgn="base">
              <a:spcBef>
                <a:spcPct val="30000"/>
              </a:spcBef>
              <a:spcAft>
                <a:spcPct val="0"/>
              </a:spcAft>
              <a:buClr>
                <a:srgbClr val="FFCC00"/>
              </a:buClr>
              <a:buFontTx/>
              <a:buChar char="•"/>
            </a:pPr>
            <a:r>
              <a:rPr lang="en-US" altLang="es-AR" sz="1200" b="0">
                <a:solidFill>
                  <a:srgbClr val="002960"/>
                </a:solidFill>
              </a:rPr>
              <a:t>Individuals are accountable for their individual goals and for the team goals.|</a:t>
            </a:r>
          </a:p>
        </p:txBody>
      </p:sp>
      <p:sp>
        <p:nvSpPr>
          <p:cNvPr id="57349" name="Rectangle 21">
            <a:extLst>
              <a:ext uri="{FF2B5EF4-FFF2-40B4-BE49-F238E27FC236}">
                <a16:creationId xmlns:a16="http://schemas.microsoft.com/office/drawing/2014/main" id="{76DD1A4B-DE78-4237-94BE-00BDA552BB72}"/>
              </a:ext>
            </a:extLst>
          </p:cNvPr>
          <p:cNvSpPr>
            <a:spLocks noChangeArrowheads="1"/>
          </p:cNvSpPr>
          <p:nvPr/>
        </p:nvSpPr>
        <p:spPr bwMode="auto">
          <a:xfrm>
            <a:off x="5375275" y="814389"/>
            <a:ext cx="4724400" cy="2118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square" lIns="93256" tIns="93256" rIns="93256" bIns="93256">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34945" indent="-234945" fontAlgn="base">
              <a:spcBef>
                <a:spcPct val="30000"/>
              </a:spcBef>
              <a:spcAft>
                <a:spcPct val="0"/>
              </a:spcAft>
              <a:buClr>
                <a:srgbClr val="FFCC00"/>
              </a:buClr>
            </a:pPr>
            <a:r>
              <a:rPr lang="en-US" altLang="es-AR" sz="1500">
                <a:solidFill>
                  <a:srgbClr val="002960"/>
                </a:solidFill>
              </a:rPr>
              <a:t>HIGH PERFORMANCE TEAM </a:t>
            </a:r>
            <a:r>
              <a:rPr lang="en-US" altLang="es-AR" sz="1500">
                <a:solidFill>
                  <a:srgbClr val="FFCC00"/>
                </a:solidFill>
                <a:sym typeface="Wingdings 3" panose="05040102010807070707" pitchFamily="18" charset="2"/>
              </a:rPr>
              <a:t></a:t>
            </a:r>
            <a:endParaRPr lang="en-US" altLang="es-AR" sz="1500">
              <a:solidFill>
                <a:srgbClr val="FFCC00"/>
              </a:solidFill>
            </a:endParaRPr>
          </a:p>
          <a:p>
            <a:pPr marL="234945" indent="-234945" fontAlgn="base">
              <a:spcBef>
                <a:spcPct val="30000"/>
              </a:spcBef>
              <a:spcAft>
                <a:spcPct val="0"/>
              </a:spcAft>
              <a:buClr>
                <a:srgbClr val="FFCC00"/>
              </a:buClr>
              <a:buFontTx/>
              <a:buChar char="•"/>
            </a:pPr>
            <a:r>
              <a:rPr lang="en-US" altLang="es-AR" sz="1200" b="0">
                <a:solidFill>
                  <a:srgbClr val="002960"/>
                </a:solidFill>
              </a:rPr>
              <a:t>Everyone is delivering their contribution and team expectations of each other are high – “my word is my bond”.</a:t>
            </a:r>
          </a:p>
          <a:p>
            <a:pPr marL="234945" indent="-234945" fontAlgn="base">
              <a:spcBef>
                <a:spcPct val="30000"/>
              </a:spcBef>
              <a:spcAft>
                <a:spcPct val="0"/>
              </a:spcAft>
              <a:buClr>
                <a:srgbClr val="FFCC00"/>
              </a:buClr>
              <a:buFontTx/>
              <a:buChar char="•"/>
            </a:pPr>
            <a:r>
              <a:rPr lang="en-US" altLang="es-AR" sz="1200" b="0">
                <a:solidFill>
                  <a:srgbClr val="002960"/>
                </a:solidFill>
              </a:rPr>
              <a:t>Mutual accountability and support – if one team member is falling, every member will help them to ensure success.</a:t>
            </a:r>
          </a:p>
          <a:p>
            <a:pPr marL="234945" indent="-234945" fontAlgn="base">
              <a:spcBef>
                <a:spcPct val="30000"/>
              </a:spcBef>
              <a:spcAft>
                <a:spcPct val="0"/>
              </a:spcAft>
              <a:buClr>
                <a:srgbClr val="FFCC00"/>
              </a:buClr>
              <a:buFontTx/>
              <a:buChar char="•"/>
            </a:pPr>
            <a:r>
              <a:rPr lang="en-US" altLang="es-AR" sz="1200" b="0">
                <a:solidFill>
                  <a:srgbClr val="002960"/>
                </a:solidFill>
              </a:rPr>
              <a:t>Make wise sacrifices and share resources to optimize the team effectiveness in service of the organizational goal.</a:t>
            </a:r>
          </a:p>
          <a:p>
            <a:pPr marL="234945" indent="-234945" fontAlgn="base">
              <a:spcBef>
                <a:spcPct val="30000"/>
              </a:spcBef>
              <a:spcAft>
                <a:spcPct val="0"/>
              </a:spcAft>
              <a:buClr>
                <a:srgbClr val="FFCC00"/>
              </a:buClr>
              <a:buFontTx/>
              <a:buChar char="•"/>
            </a:pPr>
            <a:r>
              <a:rPr lang="en-US" altLang="es-AR" sz="1200" b="0">
                <a:solidFill>
                  <a:srgbClr val="002960"/>
                </a:solidFill>
              </a:rPr>
              <a:t>Dedicated time to teambuilding and creating a sense of solidarity.</a:t>
            </a:r>
          </a:p>
        </p:txBody>
      </p:sp>
      <p:sp>
        <p:nvSpPr>
          <p:cNvPr id="57350" name="Freeform 25">
            <a:extLst>
              <a:ext uri="{FF2B5EF4-FFF2-40B4-BE49-F238E27FC236}">
                <a16:creationId xmlns:a16="http://schemas.microsoft.com/office/drawing/2014/main" id="{50229A71-ACF9-4391-A1E0-9996F50EB80B}"/>
              </a:ext>
            </a:extLst>
          </p:cNvPr>
          <p:cNvSpPr>
            <a:spLocks noChangeAspect="1"/>
          </p:cNvSpPr>
          <p:nvPr/>
        </p:nvSpPr>
        <p:spPr bwMode="auto">
          <a:xfrm>
            <a:off x="7832725" y="4487863"/>
            <a:ext cx="1870075" cy="1866900"/>
          </a:xfrm>
          <a:custGeom>
            <a:avLst/>
            <a:gdLst>
              <a:gd name="T0" fmla="*/ 0 w 2038"/>
              <a:gd name="T1" fmla="*/ 2147483647 h 2039"/>
              <a:gd name="T2" fmla="*/ 2147483647 w 2038"/>
              <a:gd name="T3" fmla="*/ 2147483647 h 2039"/>
              <a:gd name="T4" fmla="*/ 2147483647 w 2038"/>
              <a:gd name="T5" fmla="*/ 2147483647 h 2039"/>
              <a:gd name="T6" fmla="*/ 2147483647 w 2038"/>
              <a:gd name="T7" fmla="*/ 2147483647 h 2039"/>
              <a:gd name="T8" fmla="*/ 2147483647 w 2038"/>
              <a:gd name="T9" fmla="*/ 2147483647 h 2039"/>
              <a:gd name="T10" fmla="*/ 2147483647 w 2038"/>
              <a:gd name="T11" fmla="*/ 2147483647 h 2039"/>
              <a:gd name="T12" fmla="*/ 2147483647 w 2038"/>
              <a:gd name="T13" fmla="*/ 2147483647 h 2039"/>
              <a:gd name="T14" fmla="*/ 2147483647 w 2038"/>
              <a:gd name="T15" fmla="*/ 2147483647 h 2039"/>
              <a:gd name="T16" fmla="*/ 2147483647 w 2038"/>
              <a:gd name="T17" fmla="*/ 2147483647 h 2039"/>
              <a:gd name="T18" fmla="*/ 2147483647 w 2038"/>
              <a:gd name="T19" fmla="*/ 2147483647 h 2039"/>
              <a:gd name="T20" fmla="*/ 2147483647 w 2038"/>
              <a:gd name="T21" fmla="*/ 2147483647 h 2039"/>
              <a:gd name="T22" fmla="*/ 2147483647 w 2038"/>
              <a:gd name="T23" fmla="*/ 2147483647 h 2039"/>
              <a:gd name="T24" fmla="*/ 2147483647 w 2038"/>
              <a:gd name="T25" fmla="*/ 2147483647 h 2039"/>
              <a:gd name="T26" fmla="*/ 2147483647 w 2038"/>
              <a:gd name="T27" fmla="*/ 2147483647 h 2039"/>
              <a:gd name="T28" fmla="*/ 2147483647 w 2038"/>
              <a:gd name="T29" fmla="*/ 0 h 2039"/>
              <a:gd name="T30" fmla="*/ 0 w 2038"/>
              <a:gd name="T31" fmla="*/ 0 h 2039"/>
              <a:gd name="T32" fmla="*/ 0 w 2038"/>
              <a:gd name="T33" fmla="*/ 2147483647 h 2039"/>
              <a:gd name="T34" fmla="*/ 0 w 2038"/>
              <a:gd name="T35" fmla="*/ 2147483647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39"/>
              <a:gd name="T56" fmla="*/ 2038 w 2038"/>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39">
                <a:moveTo>
                  <a:pt x="0" y="2039"/>
                </a:moveTo>
                <a:lnTo>
                  <a:pt x="411" y="1997"/>
                </a:lnTo>
                <a:lnTo>
                  <a:pt x="793" y="1880"/>
                </a:lnTo>
                <a:lnTo>
                  <a:pt x="970" y="1792"/>
                </a:lnTo>
                <a:lnTo>
                  <a:pt x="1139" y="1691"/>
                </a:lnTo>
                <a:lnTo>
                  <a:pt x="1295" y="1574"/>
                </a:lnTo>
                <a:lnTo>
                  <a:pt x="1369" y="1509"/>
                </a:lnTo>
                <a:lnTo>
                  <a:pt x="1439" y="1442"/>
                </a:lnTo>
                <a:lnTo>
                  <a:pt x="1508" y="1370"/>
                </a:lnTo>
                <a:lnTo>
                  <a:pt x="1571" y="1296"/>
                </a:lnTo>
                <a:lnTo>
                  <a:pt x="1690" y="1140"/>
                </a:lnTo>
                <a:lnTo>
                  <a:pt x="1791" y="971"/>
                </a:lnTo>
                <a:lnTo>
                  <a:pt x="1877" y="792"/>
                </a:lnTo>
                <a:lnTo>
                  <a:pt x="1997" y="410"/>
                </a:lnTo>
                <a:lnTo>
                  <a:pt x="2038" y="0"/>
                </a:lnTo>
                <a:lnTo>
                  <a:pt x="0" y="0"/>
                </a:lnTo>
                <a:lnTo>
                  <a:pt x="0" y="2039"/>
                </a:lnTo>
                <a:close/>
              </a:path>
            </a:pathLst>
          </a:custGeom>
          <a:solidFill>
            <a:srgbClr val="FFCC00">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0" fontAlgn="base" hangingPunct="0">
              <a:spcBef>
                <a:spcPct val="50000"/>
              </a:spcBef>
              <a:spcAft>
                <a:spcPct val="0"/>
              </a:spcAft>
            </a:pPr>
            <a:endParaRPr lang="en-US" sz="2400" b="1">
              <a:solidFill>
                <a:srgbClr val="002D62"/>
              </a:solidFill>
              <a:latin typeface="Arial" panose="020B0604020202020204" pitchFamily="34" charset="0"/>
              <a:cs typeface="Arial" panose="020B0604020202020204" pitchFamily="34" charset="0"/>
            </a:endParaRPr>
          </a:p>
        </p:txBody>
      </p:sp>
      <p:sp>
        <p:nvSpPr>
          <p:cNvPr id="57351" name="Freeform 26">
            <a:extLst>
              <a:ext uri="{FF2B5EF4-FFF2-40B4-BE49-F238E27FC236}">
                <a16:creationId xmlns:a16="http://schemas.microsoft.com/office/drawing/2014/main" id="{7970C975-11AB-48AF-9A33-3A2FB9EF3BB7}"/>
              </a:ext>
            </a:extLst>
          </p:cNvPr>
          <p:cNvSpPr>
            <a:spLocks noChangeAspect="1"/>
          </p:cNvSpPr>
          <p:nvPr/>
        </p:nvSpPr>
        <p:spPr bwMode="auto">
          <a:xfrm>
            <a:off x="7835901" y="4492626"/>
            <a:ext cx="1327151" cy="1327151"/>
          </a:xfrm>
          <a:custGeom>
            <a:avLst/>
            <a:gdLst>
              <a:gd name="T0" fmla="*/ 0 w 2038"/>
              <a:gd name="T1" fmla="*/ 2147483647 h 2039"/>
              <a:gd name="T2" fmla="*/ 2147483647 w 2038"/>
              <a:gd name="T3" fmla="*/ 2147483647 h 2039"/>
              <a:gd name="T4" fmla="*/ 2147483647 w 2038"/>
              <a:gd name="T5" fmla="*/ 2147483647 h 2039"/>
              <a:gd name="T6" fmla="*/ 2147483647 w 2038"/>
              <a:gd name="T7" fmla="*/ 2147483647 h 2039"/>
              <a:gd name="T8" fmla="*/ 2147483647 w 2038"/>
              <a:gd name="T9" fmla="*/ 2147483647 h 2039"/>
              <a:gd name="T10" fmla="*/ 2147483647 w 2038"/>
              <a:gd name="T11" fmla="*/ 2147483647 h 2039"/>
              <a:gd name="T12" fmla="*/ 2147483647 w 2038"/>
              <a:gd name="T13" fmla="*/ 2147483647 h 2039"/>
              <a:gd name="T14" fmla="*/ 2147483647 w 2038"/>
              <a:gd name="T15" fmla="*/ 2147483647 h 2039"/>
              <a:gd name="T16" fmla="*/ 2147483647 w 2038"/>
              <a:gd name="T17" fmla="*/ 2147483647 h 2039"/>
              <a:gd name="T18" fmla="*/ 2147483647 w 2038"/>
              <a:gd name="T19" fmla="*/ 2147483647 h 2039"/>
              <a:gd name="T20" fmla="*/ 2147483647 w 2038"/>
              <a:gd name="T21" fmla="*/ 2147483647 h 2039"/>
              <a:gd name="T22" fmla="*/ 2147483647 w 2038"/>
              <a:gd name="T23" fmla="*/ 2147483647 h 2039"/>
              <a:gd name="T24" fmla="*/ 2147483647 w 2038"/>
              <a:gd name="T25" fmla="*/ 2147483647 h 2039"/>
              <a:gd name="T26" fmla="*/ 2147483647 w 2038"/>
              <a:gd name="T27" fmla="*/ 2147483647 h 2039"/>
              <a:gd name="T28" fmla="*/ 2147483647 w 2038"/>
              <a:gd name="T29" fmla="*/ 0 h 2039"/>
              <a:gd name="T30" fmla="*/ 0 w 2038"/>
              <a:gd name="T31" fmla="*/ 0 h 2039"/>
              <a:gd name="T32" fmla="*/ 0 w 2038"/>
              <a:gd name="T33" fmla="*/ 2147483647 h 2039"/>
              <a:gd name="T34" fmla="*/ 0 w 2038"/>
              <a:gd name="T35" fmla="*/ 2147483647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39"/>
              <a:gd name="T56" fmla="*/ 2038 w 2038"/>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39">
                <a:moveTo>
                  <a:pt x="0" y="2039"/>
                </a:moveTo>
                <a:lnTo>
                  <a:pt x="411" y="1997"/>
                </a:lnTo>
                <a:lnTo>
                  <a:pt x="793" y="1880"/>
                </a:lnTo>
                <a:lnTo>
                  <a:pt x="970" y="1792"/>
                </a:lnTo>
                <a:lnTo>
                  <a:pt x="1139" y="1691"/>
                </a:lnTo>
                <a:lnTo>
                  <a:pt x="1295" y="1574"/>
                </a:lnTo>
                <a:lnTo>
                  <a:pt x="1369" y="1509"/>
                </a:lnTo>
                <a:lnTo>
                  <a:pt x="1439" y="1442"/>
                </a:lnTo>
                <a:lnTo>
                  <a:pt x="1508" y="1370"/>
                </a:lnTo>
                <a:lnTo>
                  <a:pt x="1571" y="1296"/>
                </a:lnTo>
                <a:lnTo>
                  <a:pt x="1690" y="1140"/>
                </a:lnTo>
                <a:lnTo>
                  <a:pt x="1791" y="971"/>
                </a:lnTo>
                <a:lnTo>
                  <a:pt x="1877" y="792"/>
                </a:lnTo>
                <a:lnTo>
                  <a:pt x="1997" y="410"/>
                </a:lnTo>
                <a:lnTo>
                  <a:pt x="2038" y="0"/>
                </a:lnTo>
                <a:lnTo>
                  <a:pt x="0" y="0"/>
                </a:lnTo>
                <a:lnTo>
                  <a:pt x="0" y="2039"/>
                </a:lnTo>
                <a:close/>
              </a:path>
            </a:pathLst>
          </a:custGeom>
          <a:solidFill>
            <a:srgbClr val="FF9900">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0" fontAlgn="base" hangingPunct="0">
              <a:spcBef>
                <a:spcPct val="50000"/>
              </a:spcBef>
              <a:spcAft>
                <a:spcPct val="0"/>
              </a:spcAft>
            </a:pPr>
            <a:endParaRPr lang="en-US" sz="2400" b="1">
              <a:solidFill>
                <a:srgbClr val="002D62"/>
              </a:solidFill>
              <a:latin typeface="Arial" panose="020B0604020202020204" pitchFamily="34" charset="0"/>
              <a:cs typeface="Arial" panose="020B0604020202020204" pitchFamily="34" charset="0"/>
            </a:endParaRPr>
          </a:p>
        </p:txBody>
      </p:sp>
      <p:sp>
        <p:nvSpPr>
          <p:cNvPr id="57352" name="Freeform 27">
            <a:extLst>
              <a:ext uri="{FF2B5EF4-FFF2-40B4-BE49-F238E27FC236}">
                <a16:creationId xmlns:a16="http://schemas.microsoft.com/office/drawing/2014/main" id="{44672A6E-BBFE-405A-9D80-1581FBDF7399}"/>
              </a:ext>
            </a:extLst>
          </p:cNvPr>
          <p:cNvSpPr>
            <a:spLocks noChangeAspect="1"/>
          </p:cNvSpPr>
          <p:nvPr/>
        </p:nvSpPr>
        <p:spPr bwMode="auto">
          <a:xfrm>
            <a:off x="7850188" y="4495800"/>
            <a:ext cx="771525" cy="771525"/>
          </a:xfrm>
          <a:custGeom>
            <a:avLst/>
            <a:gdLst>
              <a:gd name="T0" fmla="*/ 0 w 2038"/>
              <a:gd name="T1" fmla="*/ 2147483647 h 2039"/>
              <a:gd name="T2" fmla="*/ 2147483647 w 2038"/>
              <a:gd name="T3" fmla="*/ 2147483647 h 2039"/>
              <a:gd name="T4" fmla="*/ 2147483647 w 2038"/>
              <a:gd name="T5" fmla="*/ 2147483647 h 2039"/>
              <a:gd name="T6" fmla="*/ 2147483647 w 2038"/>
              <a:gd name="T7" fmla="*/ 2147483647 h 2039"/>
              <a:gd name="T8" fmla="*/ 2147483647 w 2038"/>
              <a:gd name="T9" fmla="*/ 2147483647 h 2039"/>
              <a:gd name="T10" fmla="*/ 2147483647 w 2038"/>
              <a:gd name="T11" fmla="*/ 2147483647 h 2039"/>
              <a:gd name="T12" fmla="*/ 2147483647 w 2038"/>
              <a:gd name="T13" fmla="*/ 2147483647 h 2039"/>
              <a:gd name="T14" fmla="*/ 2147483647 w 2038"/>
              <a:gd name="T15" fmla="*/ 2147483647 h 2039"/>
              <a:gd name="T16" fmla="*/ 2147483647 w 2038"/>
              <a:gd name="T17" fmla="*/ 2147483647 h 2039"/>
              <a:gd name="T18" fmla="*/ 2147483647 w 2038"/>
              <a:gd name="T19" fmla="*/ 2147483647 h 2039"/>
              <a:gd name="T20" fmla="*/ 2147483647 w 2038"/>
              <a:gd name="T21" fmla="*/ 2147483647 h 2039"/>
              <a:gd name="T22" fmla="*/ 2147483647 w 2038"/>
              <a:gd name="T23" fmla="*/ 2147483647 h 2039"/>
              <a:gd name="T24" fmla="*/ 2147483647 w 2038"/>
              <a:gd name="T25" fmla="*/ 2147483647 h 2039"/>
              <a:gd name="T26" fmla="*/ 2147483647 w 2038"/>
              <a:gd name="T27" fmla="*/ 2147483647 h 2039"/>
              <a:gd name="T28" fmla="*/ 2147483647 w 2038"/>
              <a:gd name="T29" fmla="*/ 0 h 2039"/>
              <a:gd name="T30" fmla="*/ 0 w 2038"/>
              <a:gd name="T31" fmla="*/ 0 h 2039"/>
              <a:gd name="T32" fmla="*/ 0 w 2038"/>
              <a:gd name="T33" fmla="*/ 2147483647 h 2039"/>
              <a:gd name="T34" fmla="*/ 0 w 2038"/>
              <a:gd name="T35" fmla="*/ 2147483647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39"/>
              <a:gd name="T56" fmla="*/ 2038 w 2038"/>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39">
                <a:moveTo>
                  <a:pt x="0" y="2039"/>
                </a:moveTo>
                <a:lnTo>
                  <a:pt x="411" y="1997"/>
                </a:lnTo>
                <a:lnTo>
                  <a:pt x="793" y="1880"/>
                </a:lnTo>
                <a:lnTo>
                  <a:pt x="970" y="1792"/>
                </a:lnTo>
                <a:lnTo>
                  <a:pt x="1139" y="1691"/>
                </a:lnTo>
                <a:lnTo>
                  <a:pt x="1295" y="1574"/>
                </a:lnTo>
                <a:lnTo>
                  <a:pt x="1369" y="1509"/>
                </a:lnTo>
                <a:lnTo>
                  <a:pt x="1439" y="1442"/>
                </a:lnTo>
                <a:lnTo>
                  <a:pt x="1508" y="1370"/>
                </a:lnTo>
                <a:lnTo>
                  <a:pt x="1571" y="1296"/>
                </a:lnTo>
                <a:lnTo>
                  <a:pt x="1690" y="1140"/>
                </a:lnTo>
                <a:lnTo>
                  <a:pt x="1791" y="971"/>
                </a:lnTo>
                <a:lnTo>
                  <a:pt x="1877" y="792"/>
                </a:lnTo>
                <a:lnTo>
                  <a:pt x="1997" y="410"/>
                </a:lnTo>
                <a:lnTo>
                  <a:pt x="2038" y="0"/>
                </a:lnTo>
                <a:lnTo>
                  <a:pt x="0" y="0"/>
                </a:lnTo>
                <a:lnTo>
                  <a:pt x="0" y="2039"/>
                </a:lnTo>
                <a:close/>
              </a:path>
            </a:pathLst>
          </a:cu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0" fontAlgn="base" hangingPunct="0">
              <a:spcBef>
                <a:spcPct val="50000"/>
              </a:spcBef>
              <a:spcAft>
                <a:spcPct val="0"/>
              </a:spcAft>
            </a:pPr>
            <a:endParaRPr lang="en-US" sz="2400" b="1">
              <a:solidFill>
                <a:srgbClr val="002D62"/>
              </a:solidFill>
              <a:latin typeface="Arial" panose="020B0604020202020204" pitchFamily="34" charset="0"/>
              <a:cs typeface="Arial" panose="020B0604020202020204" pitchFamily="34" charset="0"/>
            </a:endParaRPr>
          </a:p>
        </p:txBody>
      </p:sp>
      <p:sp>
        <p:nvSpPr>
          <p:cNvPr id="57353" name="Line 28">
            <a:extLst>
              <a:ext uri="{FF2B5EF4-FFF2-40B4-BE49-F238E27FC236}">
                <a16:creationId xmlns:a16="http://schemas.microsoft.com/office/drawing/2014/main" id="{DA7DF6BF-CBEB-4624-B4BD-DC618CC5189C}"/>
              </a:ext>
            </a:extLst>
          </p:cNvPr>
          <p:cNvSpPr>
            <a:spLocks noChangeAspect="1" noChangeShapeType="1"/>
          </p:cNvSpPr>
          <p:nvPr/>
        </p:nvSpPr>
        <p:spPr bwMode="auto">
          <a:xfrm>
            <a:off x="7832726" y="4478339"/>
            <a:ext cx="2151063" cy="0"/>
          </a:xfrm>
          <a:prstGeom prst="line">
            <a:avLst/>
          </a:prstGeom>
          <a:noFill/>
          <a:ln w="38100">
            <a:solidFill>
              <a:srgbClr val="00296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0" fontAlgn="base" hangingPunct="0">
              <a:spcBef>
                <a:spcPct val="50000"/>
              </a:spcBef>
              <a:spcAft>
                <a:spcPct val="0"/>
              </a:spcAft>
            </a:pPr>
            <a:endParaRPr lang="en-US" sz="2400" b="1">
              <a:solidFill>
                <a:srgbClr val="002D62"/>
              </a:solidFill>
              <a:latin typeface="Arial" panose="020B0604020202020204" pitchFamily="34" charset="0"/>
              <a:cs typeface="Arial" panose="020B0604020202020204" pitchFamily="34" charset="0"/>
            </a:endParaRPr>
          </a:p>
        </p:txBody>
      </p:sp>
      <p:sp>
        <p:nvSpPr>
          <p:cNvPr id="57354" name="Line 29">
            <a:extLst>
              <a:ext uri="{FF2B5EF4-FFF2-40B4-BE49-F238E27FC236}">
                <a16:creationId xmlns:a16="http://schemas.microsoft.com/office/drawing/2014/main" id="{740605EF-5BF4-44EC-B11F-2D7FAD03DAAA}"/>
              </a:ext>
            </a:extLst>
          </p:cNvPr>
          <p:cNvSpPr>
            <a:spLocks noChangeAspect="1" noChangeShapeType="1"/>
          </p:cNvSpPr>
          <p:nvPr/>
        </p:nvSpPr>
        <p:spPr bwMode="auto">
          <a:xfrm>
            <a:off x="7839075" y="4460876"/>
            <a:ext cx="0" cy="2124075"/>
          </a:xfrm>
          <a:prstGeom prst="line">
            <a:avLst/>
          </a:prstGeom>
          <a:noFill/>
          <a:ln w="38100">
            <a:solidFill>
              <a:srgbClr val="00296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0" fontAlgn="base" hangingPunct="0">
              <a:spcBef>
                <a:spcPct val="50000"/>
              </a:spcBef>
              <a:spcAft>
                <a:spcPct val="0"/>
              </a:spcAft>
            </a:pPr>
            <a:endParaRPr lang="en-US" sz="2400" b="1">
              <a:solidFill>
                <a:srgbClr val="002D62"/>
              </a:solidFill>
              <a:latin typeface="Arial" panose="020B0604020202020204" pitchFamily="34" charset="0"/>
              <a:cs typeface="Arial" panose="020B0604020202020204" pitchFamily="34" charset="0"/>
            </a:endParaRPr>
          </a:p>
        </p:txBody>
      </p:sp>
      <p:sp>
        <p:nvSpPr>
          <p:cNvPr id="57355" name="Text Box 30">
            <a:extLst>
              <a:ext uri="{FF2B5EF4-FFF2-40B4-BE49-F238E27FC236}">
                <a16:creationId xmlns:a16="http://schemas.microsoft.com/office/drawing/2014/main" id="{BA11ED13-F569-4277-900D-0ED48F12F3FF}"/>
              </a:ext>
            </a:extLst>
          </p:cNvPr>
          <p:cNvSpPr txBox="1">
            <a:spLocks noChangeAspect="1" noChangeArrowheads="1"/>
          </p:cNvSpPr>
          <p:nvPr/>
        </p:nvSpPr>
        <p:spPr bwMode="auto">
          <a:xfrm rot="18691161">
            <a:off x="7743359" y="4706563"/>
            <a:ext cx="945499" cy="276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1" tIns="45707" rIns="91411" bIns="45707">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2791" fontAlgn="base">
              <a:spcBef>
                <a:spcPct val="0"/>
              </a:spcBef>
              <a:spcAft>
                <a:spcPct val="0"/>
              </a:spcAft>
            </a:pPr>
            <a:r>
              <a:rPr lang="en-US" altLang="es-AR" sz="1200">
                <a:solidFill>
                  <a:srgbClr val="002960"/>
                </a:solidFill>
              </a:rPr>
              <a:t>Confusion</a:t>
            </a:r>
          </a:p>
        </p:txBody>
      </p:sp>
      <p:sp>
        <p:nvSpPr>
          <p:cNvPr id="57356" name="Text Box 31">
            <a:extLst>
              <a:ext uri="{FF2B5EF4-FFF2-40B4-BE49-F238E27FC236}">
                <a16:creationId xmlns:a16="http://schemas.microsoft.com/office/drawing/2014/main" id="{C1816C5D-BFB4-41F0-B462-F145EBFFAFAD}"/>
              </a:ext>
            </a:extLst>
          </p:cNvPr>
          <p:cNvSpPr txBox="1">
            <a:spLocks noChangeAspect="1" noChangeArrowheads="1"/>
          </p:cNvSpPr>
          <p:nvPr/>
        </p:nvSpPr>
        <p:spPr bwMode="auto">
          <a:xfrm rot="18691161">
            <a:off x="8263833" y="5122491"/>
            <a:ext cx="663371" cy="276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1" tIns="45707" rIns="91411" bIns="45707">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2791" fontAlgn="base">
              <a:spcBef>
                <a:spcPct val="0"/>
              </a:spcBef>
              <a:spcAft>
                <a:spcPct val="0"/>
              </a:spcAft>
            </a:pPr>
            <a:r>
              <a:rPr lang="en-US" altLang="es-AR" sz="1200">
                <a:solidFill>
                  <a:srgbClr val="002960"/>
                </a:solidFill>
              </a:rPr>
              <a:t>Clarity</a:t>
            </a:r>
          </a:p>
        </p:txBody>
      </p:sp>
      <p:sp>
        <p:nvSpPr>
          <p:cNvPr id="57357" name="Text Box 32">
            <a:extLst>
              <a:ext uri="{FF2B5EF4-FFF2-40B4-BE49-F238E27FC236}">
                <a16:creationId xmlns:a16="http://schemas.microsoft.com/office/drawing/2014/main" id="{F473D4B0-4AB2-476C-9EE9-4513FF871081}"/>
              </a:ext>
            </a:extLst>
          </p:cNvPr>
          <p:cNvSpPr txBox="1">
            <a:spLocks noChangeAspect="1" noChangeArrowheads="1"/>
          </p:cNvSpPr>
          <p:nvPr/>
        </p:nvSpPr>
        <p:spPr bwMode="auto">
          <a:xfrm rot="18691161">
            <a:off x="8337803" y="5455866"/>
            <a:ext cx="1125035" cy="276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1" tIns="45707" rIns="91411" bIns="45707">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2791" fontAlgn="base">
              <a:spcBef>
                <a:spcPct val="0"/>
              </a:spcBef>
              <a:spcAft>
                <a:spcPct val="0"/>
              </a:spcAft>
            </a:pPr>
            <a:r>
              <a:rPr lang="en-US" altLang="es-AR" sz="1200">
                <a:solidFill>
                  <a:srgbClr val="002960"/>
                </a:solidFill>
              </a:rPr>
              <a:t>Commitment</a:t>
            </a:r>
          </a:p>
        </p:txBody>
      </p:sp>
      <p:sp>
        <p:nvSpPr>
          <p:cNvPr id="57358" name="Text Box 33">
            <a:extLst>
              <a:ext uri="{FF2B5EF4-FFF2-40B4-BE49-F238E27FC236}">
                <a16:creationId xmlns:a16="http://schemas.microsoft.com/office/drawing/2014/main" id="{FBA58F51-60E4-4ED9-88E2-DC8BFC4DC647}"/>
              </a:ext>
            </a:extLst>
          </p:cNvPr>
          <p:cNvSpPr txBox="1">
            <a:spLocks noChangeAspect="1" noChangeArrowheads="1"/>
          </p:cNvSpPr>
          <p:nvPr/>
        </p:nvSpPr>
        <p:spPr bwMode="auto">
          <a:xfrm rot="18691161">
            <a:off x="8511879" y="5701848"/>
            <a:ext cx="1950047" cy="523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1" tIns="45707" rIns="91411" bIns="45707">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defTabSz="912791" fontAlgn="base">
              <a:spcBef>
                <a:spcPct val="0"/>
              </a:spcBef>
              <a:spcAft>
                <a:spcPct val="0"/>
              </a:spcAft>
            </a:pPr>
            <a:r>
              <a:rPr lang="en-US" altLang="es-AR" sz="1400">
                <a:solidFill>
                  <a:srgbClr val="FCC000"/>
                </a:solidFill>
              </a:rPr>
              <a:t>ROLES / </a:t>
            </a:r>
          </a:p>
          <a:p>
            <a:pPr algn="ctr" defTabSz="912791" fontAlgn="base">
              <a:spcBef>
                <a:spcPct val="0"/>
              </a:spcBef>
              <a:spcAft>
                <a:spcPct val="0"/>
              </a:spcAft>
            </a:pPr>
            <a:r>
              <a:rPr lang="en-US" altLang="es-AR" sz="1400">
                <a:solidFill>
                  <a:srgbClr val="FCC000"/>
                </a:solidFill>
              </a:rPr>
              <a:t>ACCOUNTABILITIES</a:t>
            </a:r>
          </a:p>
        </p:txBody>
      </p:sp>
      <p:pic>
        <p:nvPicPr>
          <p:cNvPr id="57359" name="Picture 21">
            <a:extLst>
              <a:ext uri="{FF2B5EF4-FFF2-40B4-BE49-F238E27FC236}">
                <a16:creationId xmlns:a16="http://schemas.microsoft.com/office/drawing/2014/main" id="{21CF724E-8C27-48CC-94DA-52C5204E9A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98077" y="174626"/>
            <a:ext cx="5048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7360" name="Rectangle 20">
            <a:extLst>
              <a:ext uri="{FF2B5EF4-FFF2-40B4-BE49-F238E27FC236}">
                <a16:creationId xmlns:a16="http://schemas.microsoft.com/office/drawing/2014/main" id="{F5959947-3316-4232-A931-A1747B1F2579}"/>
              </a:ext>
            </a:extLst>
          </p:cNvPr>
          <p:cNvSpPr>
            <a:spLocks noChangeArrowheads="1"/>
          </p:cNvSpPr>
          <p:nvPr/>
        </p:nvSpPr>
        <p:spPr bwMode="auto">
          <a:xfrm>
            <a:off x="1760539" y="5272088"/>
            <a:ext cx="4483100" cy="1268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square" lIns="93256" tIns="93256" rIns="93256" bIns="93256">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34945" indent="-234945" fontAlgn="base">
              <a:spcBef>
                <a:spcPct val="30000"/>
              </a:spcBef>
              <a:spcAft>
                <a:spcPct val="0"/>
              </a:spcAft>
              <a:buClr>
                <a:srgbClr val="FFCC00"/>
              </a:buClr>
            </a:pPr>
            <a:r>
              <a:rPr lang="en-US" altLang="es-AR" sz="1500">
                <a:solidFill>
                  <a:srgbClr val="002960"/>
                </a:solidFill>
              </a:rPr>
              <a:t>SUB-OPTIMAL TEAM </a:t>
            </a:r>
            <a:r>
              <a:rPr lang="en-US" altLang="es-AR" sz="1500">
                <a:solidFill>
                  <a:srgbClr val="FFCC00"/>
                </a:solidFill>
                <a:latin typeface="Verdana" panose="020B0604030504040204" pitchFamily="34" charset="0"/>
                <a:sym typeface="Wingdings 3" panose="05040102010807070707" pitchFamily="18" charset="2"/>
              </a:rPr>
              <a:t></a:t>
            </a:r>
            <a:r>
              <a:rPr lang="en-US" altLang="es-AR" sz="1500">
                <a:solidFill>
                  <a:srgbClr val="FFCC00"/>
                </a:solidFill>
                <a:sym typeface="Wingdings 3" panose="05040102010807070707" pitchFamily="18" charset="2"/>
              </a:rPr>
              <a:t></a:t>
            </a:r>
            <a:endParaRPr lang="en-US" altLang="es-AR" sz="1500">
              <a:solidFill>
                <a:srgbClr val="FFCC00"/>
              </a:solidFill>
              <a:latin typeface="ZapfDingbats"/>
              <a:sym typeface="Wingdings 3" panose="05040102010807070707" pitchFamily="18" charset="2"/>
            </a:endParaRPr>
          </a:p>
          <a:p>
            <a:pPr marL="234945" indent="-234945" fontAlgn="base">
              <a:spcBef>
                <a:spcPct val="30000"/>
              </a:spcBef>
              <a:spcAft>
                <a:spcPct val="0"/>
              </a:spcAft>
              <a:buClr>
                <a:srgbClr val="FFCC00"/>
              </a:buClr>
              <a:buFontTx/>
              <a:buChar char="•"/>
            </a:pPr>
            <a:r>
              <a:rPr lang="en-US" altLang="es-AR" sz="1200" b="0">
                <a:solidFill>
                  <a:srgbClr val="002960"/>
                </a:solidFill>
              </a:rPr>
              <a:t>Roles are not defined. Overlaps and gaps create disruptions in the task performance and the relationships.</a:t>
            </a:r>
          </a:p>
          <a:p>
            <a:pPr marL="234945" indent="-234945" fontAlgn="base">
              <a:spcBef>
                <a:spcPct val="30000"/>
              </a:spcBef>
              <a:spcAft>
                <a:spcPct val="0"/>
              </a:spcAft>
              <a:buClr>
                <a:srgbClr val="FFCC00"/>
              </a:buClr>
              <a:buFontTx/>
              <a:buChar char="•"/>
            </a:pPr>
            <a:r>
              <a:rPr lang="en-US" altLang="es-AR" sz="1200" b="0">
                <a:solidFill>
                  <a:srgbClr val="002960"/>
                </a:solidFill>
              </a:rPr>
              <a:t>Individual contributions and interdependencies are not understood.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1 Marcador de número de diapositiva"/>
          <p:cNvSpPr>
            <a:spLocks noGrp="1"/>
          </p:cNvSpPr>
          <p:nvPr>
            <p:ph type="sldNum" sz="quarter" idx="10"/>
          </p:nvPr>
        </p:nvSpPr>
        <p:spPr/>
        <p:txBody>
          <a:bodyPr/>
          <a:lstStyle/>
          <a:p>
            <a:pPr>
              <a:defRPr/>
            </a:pPr>
            <a:r>
              <a:rPr lang="en-US"/>
              <a:t>| </a:t>
            </a:r>
            <a:fld id="{DCFC9625-625F-4AB7-9725-E7A50FA59468}" type="slidenum">
              <a:rPr lang="en-US">
                <a:solidFill>
                  <a:srgbClr val="B2B2B2"/>
                </a:solidFill>
              </a:rPr>
              <a:pPr>
                <a:defRPr/>
              </a:pPr>
              <a:t>18</a:t>
            </a:fld>
            <a:endParaRPr lang="en-US">
              <a:solidFill>
                <a:srgbClr val="B2B2B2"/>
              </a:solidFill>
            </a:endParaRPr>
          </a:p>
        </p:txBody>
      </p:sp>
      <p:sp>
        <p:nvSpPr>
          <p:cNvPr id="18435" name="Rectangle 27"/>
          <p:cNvSpPr>
            <a:spLocks noChangeArrowheads="1"/>
          </p:cNvSpPr>
          <p:nvPr/>
        </p:nvSpPr>
        <p:spPr bwMode="auto">
          <a:xfrm>
            <a:off x="7834313" y="1081088"/>
            <a:ext cx="2438400" cy="2042748"/>
          </a:xfrm>
          <a:prstGeom prst="rect">
            <a:avLst/>
          </a:prstGeom>
          <a:noFill/>
          <a:ln w="28575">
            <a:noFill/>
            <a:miter lim="800000"/>
            <a:headEnd/>
            <a:tailEnd/>
          </a:ln>
        </p:spPr>
        <p:txBody>
          <a:bodyPr lIns="93286" tIns="93286" rIns="93286" bIns="93286">
            <a:spAutoFit/>
          </a:bodyPr>
          <a:lstStyle/>
          <a:p>
            <a:pPr defTabSz="912813">
              <a:spcBef>
                <a:spcPct val="40000"/>
              </a:spcBef>
              <a:spcAft>
                <a:spcPct val="25000"/>
              </a:spcAft>
              <a:buClr>
                <a:srgbClr val="000000"/>
              </a:buClr>
            </a:pPr>
            <a:r>
              <a:rPr lang="en-US" sz="1600">
                <a:solidFill>
                  <a:srgbClr val="002960"/>
                </a:solidFill>
              </a:rPr>
              <a:t>CORE PRINCIPLES</a:t>
            </a:r>
            <a:endParaRPr lang="en-US" sz="2000">
              <a:solidFill>
                <a:srgbClr val="002960"/>
              </a:solidFill>
            </a:endParaRPr>
          </a:p>
          <a:p>
            <a:pPr marL="401638" lvl="1" defTabSz="912813">
              <a:spcBef>
                <a:spcPct val="40000"/>
              </a:spcBef>
              <a:spcAft>
                <a:spcPct val="25000"/>
              </a:spcAft>
              <a:buClr>
                <a:srgbClr val="000000"/>
              </a:buClr>
              <a:buSzPct val="80000"/>
            </a:pPr>
            <a:r>
              <a:rPr lang="en-US" sz="1500">
                <a:solidFill>
                  <a:srgbClr val="002960"/>
                </a:solidFill>
              </a:rPr>
              <a:t>Negotiated contract between two parties</a:t>
            </a:r>
          </a:p>
          <a:p>
            <a:pPr marL="401638" lvl="1" defTabSz="912813">
              <a:spcBef>
                <a:spcPct val="40000"/>
              </a:spcBef>
              <a:spcAft>
                <a:spcPct val="25000"/>
              </a:spcAft>
              <a:buClr>
                <a:srgbClr val="000000"/>
              </a:buClr>
              <a:buSzPct val="80000"/>
            </a:pPr>
            <a:r>
              <a:rPr lang="en-US" sz="1500">
                <a:solidFill>
                  <a:srgbClr val="002960"/>
                </a:solidFill>
              </a:rPr>
              <a:t>My word is my  bond</a:t>
            </a:r>
          </a:p>
          <a:p>
            <a:pPr marL="401638" lvl="1" defTabSz="912813">
              <a:spcBef>
                <a:spcPct val="40000"/>
              </a:spcBef>
              <a:spcAft>
                <a:spcPct val="25000"/>
              </a:spcAft>
              <a:buClr>
                <a:srgbClr val="000000"/>
              </a:buClr>
              <a:buSzPct val="80000"/>
            </a:pPr>
            <a:r>
              <a:rPr lang="en-US" sz="1500">
                <a:solidFill>
                  <a:srgbClr val="002960"/>
                </a:solidFill>
              </a:rPr>
              <a:t>Countable, tangible, visible</a:t>
            </a:r>
          </a:p>
        </p:txBody>
      </p:sp>
      <p:sp>
        <p:nvSpPr>
          <p:cNvPr id="18436" name="Rectangle 2"/>
          <p:cNvSpPr>
            <a:spLocks noGrp="1" noChangeArrowheads="1"/>
          </p:cNvSpPr>
          <p:nvPr>
            <p:ph type="title" idx="4294967295"/>
          </p:nvPr>
        </p:nvSpPr>
        <p:spPr/>
        <p:txBody>
          <a:bodyPr anchor="ctr"/>
          <a:lstStyle/>
          <a:p>
            <a:r>
              <a:rPr lang="en-US"/>
              <a:t>roles and accountabilities</a:t>
            </a:r>
            <a:endParaRPr lang="es-ES"/>
          </a:p>
        </p:txBody>
      </p:sp>
      <p:sp>
        <p:nvSpPr>
          <p:cNvPr id="18437" name="Rectangle 26"/>
          <p:cNvSpPr>
            <a:spLocks noChangeArrowheads="1"/>
          </p:cNvSpPr>
          <p:nvPr/>
        </p:nvSpPr>
        <p:spPr bwMode="auto">
          <a:xfrm>
            <a:off x="1928813" y="1223963"/>
            <a:ext cx="5562600" cy="5111750"/>
          </a:xfrm>
          <a:prstGeom prst="rect">
            <a:avLst/>
          </a:prstGeom>
          <a:solidFill>
            <a:srgbClr val="C0C0C0">
              <a:alpha val="59999"/>
            </a:srgbClr>
          </a:solidFill>
          <a:ln w="9525">
            <a:noFill/>
            <a:miter lim="800000"/>
            <a:headEnd/>
            <a:tailEnd/>
          </a:ln>
        </p:spPr>
        <p:txBody>
          <a:bodyPr wrap="none" anchor="ctr"/>
          <a:lstStyle/>
          <a:p>
            <a:pPr eaLnBrk="1" hangingPunct="1">
              <a:spcBef>
                <a:spcPct val="0"/>
              </a:spcBef>
            </a:pPr>
            <a:endParaRPr lang="en-US" sz="2000"/>
          </a:p>
        </p:txBody>
      </p:sp>
      <p:sp>
        <p:nvSpPr>
          <p:cNvPr id="18438" name="Rectangle 28"/>
          <p:cNvSpPr>
            <a:spLocks noChangeArrowheads="1"/>
          </p:cNvSpPr>
          <p:nvPr/>
        </p:nvSpPr>
        <p:spPr bwMode="auto">
          <a:xfrm>
            <a:off x="2533651" y="1835150"/>
            <a:ext cx="2182813" cy="1962150"/>
          </a:xfrm>
          <a:prstGeom prst="rect">
            <a:avLst/>
          </a:prstGeom>
          <a:solidFill>
            <a:srgbClr val="FFFF99"/>
          </a:solidFill>
          <a:ln w="9525">
            <a:noFill/>
            <a:miter lim="800000"/>
            <a:headEnd/>
            <a:tailEnd/>
          </a:ln>
        </p:spPr>
        <p:txBody>
          <a:bodyPr wrap="none" anchor="ctr"/>
          <a:lstStyle/>
          <a:p>
            <a:pPr eaLnBrk="1" hangingPunct="1">
              <a:spcBef>
                <a:spcPct val="0"/>
              </a:spcBef>
            </a:pPr>
            <a:endParaRPr lang="en-US" sz="2000"/>
          </a:p>
        </p:txBody>
      </p:sp>
      <p:sp>
        <p:nvSpPr>
          <p:cNvPr id="18439" name="Rectangle 29"/>
          <p:cNvSpPr>
            <a:spLocks noChangeArrowheads="1"/>
          </p:cNvSpPr>
          <p:nvPr/>
        </p:nvSpPr>
        <p:spPr bwMode="auto">
          <a:xfrm>
            <a:off x="4716463" y="1835150"/>
            <a:ext cx="2182812" cy="1962150"/>
          </a:xfrm>
          <a:prstGeom prst="rect">
            <a:avLst/>
          </a:prstGeom>
          <a:solidFill>
            <a:schemeClr val="accent2"/>
          </a:solidFill>
          <a:ln w="9525">
            <a:noFill/>
            <a:miter lim="800000"/>
            <a:headEnd/>
            <a:tailEnd/>
          </a:ln>
        </p:spPr>
        <p:txBody>
          <a:bodyPr wrap="none" anchor="ctr"/>
          <a:lstStyle/>
          <a:p>
            <a:pPr eaLnBrk="1" hangingPunct="1">
              <a:spcBef>
                <a:spcPct val="0"/>
              </a:spcBef>
            </a:pPr>
            <a:endParaRPr lang="en-US" sz="2000"/>
          </a:p>
        </p:txBody>
      </p:sp>
      <p:sp>
        <p:nvSpPr>
          <p:cNvPr id="18440" name="Rectangle 30"/>
          <p:cNvSpPr>
            <a:spLocks noChangeArrowheads="1"/>
          </p:cNvSpPr>
          <p:nvPr/>
        </p:nvSpPr>
        <p:spPr bwMode="auto">
          <a:xfrm>
            <a:off x="2533651" y="3795713"/>
            <a:ext cx="2182813" cy="1962150"/>
          </a:xfrm>
          <a:prstGeom prst="rect">
            <a:avLst/>
          </a:prstGeom>
          <a:solidFill>
            <a:schemeClr val="accent2"/>
          </a:solidFill>
          <a:ln w="9525">
            <a:noFill/>
            <a:miter lim="800000"/>
            <a:headEnd/>
            <a:tailEnd/>
          </a:ln>
        </p:spPr>
        <p:txBody>
          <a:bodyPr wrap="none" anchor="ctr"/>
          <a:lstStyle/>
          <a:p>
            <a:pPr eaLnBrk="1" hangingPunct="1">
              <a:spcBef>
                <a:spcPct val="0"/>
              </a:spcBef>
            </a:pPr>
            <a:endParaRPr lang="en-US" sz="2000"/>
          </a:p>
        </p:txBody>
      </p:sp>
      <p:sp>
        <p:nvSpPr>
          <p:cNvPr id="18441" name="Rectangle 31"/>
          <p:cNvSpPr>
            <a:spLocks noChangeArrowheads="1"/>
          </p:cNvSpPr>
          <p:nvPr/>
        </p:nvSpPr>
        <p:spPr bwMode="auto">
          <a:xfrm>
            <a:off x="4716463" y="3795713"/>
            <a:ext cx="2182812" cy="1962150"/>
          </a:xfrm>
          <a:prstGeom prst="rect">
            <a:avLst/>
          </a:prstGeom>
          <a:solidFill>
            <a:srgbClr val="FFFF99"/>
          </a:solidFill>
          <a:ln w="9525">
            <a:noFill/>
            <a:miter lim="800000"/>
            <a:headEnd/>
            <a:tailEnd/>
          </a:ln>
        </p:spPr>
        <p:txBody>
          <a:bodyPr wrap="none" anchor="ctr"/>
          <a:lstStyle/>
          <a:p>
            <a:pPr eaLnBrk="1" hangingPunct="1">
              <a:spcBef>
                <a:spcPct val="0"/>
              </a:spcBef>
            </a:pPr>
            <a:endParaRPr lang="en-US" sz="2000"/>
          </a:p>
        </p:txBody>
      </p:sp>
      <p:sp>
        <p:nvSpPr>
          <p:cNvPr id="18442" name="Oval 32"/>
          <p:cNvSpPr>
            <a:spLocks noChangeArrowheads="1"/>
          </p:cNvSpPr>
          <p:nvPr/>
        </p:nvSpPr>
        <p:spPr bwMode="auto">
          <a:xfrm>
            <a:off x="4071939" y="3152775"/>
            <a:ext cx="1277937" cy="1277938"/>
          </a:xfrm>
          <a:prstGeom prst="ellipse">
            <a:avLst/>
          </a:prstGeom>
          <a:solidFill>
            <a:srgbClr val="FFCC00"/>
          </a:solidFill>
          <a:ln w="9525">
            <a:noFill/>
            <a:round/>
            <a:headEnd/>
            <a:tailEnd/>
          </a:ln>
        </p:spPr>
        <p:txBody>
          <a:bodyPr wrap="none" anchor="ctr"/>
          <a:lstStyle/>
          <a:p>
            <a:pPr algn="ctr" eaLnBrk="1" hangingPunct="1">
              <a:spcBef>
                <a:spcPct val="0"/>
              </a:spcBef>
            </a:pPr>
            <a:r>
              <a:rPr lang="en-US"/>
              <a:t>The </a:t>
            </a:r>
          </a:p>
          <a:p>
            <a:pPr algn="ctr" eaLnBrk="1" hangingPunct="1">
              <a:spcBef>
                <a:spcPct val="0"/>
              </a:spcBef>
            </a:pPr>
            <a:r>
              <a:rPr lang="en-US"/>
              <a:t>Promise</a:t>
            </a:r>
          </a:p>
        </p:txBody>
      </p:sp>
      <p:sp>
        <p:nvSpPr>
          <p:cNvPr id="18443" name="WordArt 33"/>
          <p:cNvSpPr>
            <a:spLocks noChangeArrowheads="1" noChangeShapeType="1" noTextEdit="1"/>
          </p:cNvSpPr>
          <p:nvPr/>
        </p:nvSpPr>
        <p:spPr bwMode="auto">
          <a:xfrm rot="-7438728">
            <a:off x="3684588" y="3716338"/>
            <a:ext cx="1227138" cy="709613"/>
          </a:xfrm>
          <a:prstGeom prst="rect">
            <a:avLst/>
          </a:prstGeom>
        </p:spPr>
        <p:txBody>
          <a:bodyPr spcFirstLastPara="1" wrap="none" fromWordArt="1">
            <a:prstTxWarp prst="textArchUp">
              <a:avLst>
                <a:gd name="adj" fmla="val 10800004"/>
              </a:avLst>
            </a:prstTxWarp>
          </a:bodyPr>
          <a:lstStyle/>
          <a:p>
            <a:pPr algn="ctr"/>
            <a:r>
              <a:rPr lang="en-US" sz="1400" kern="10" spc="700">
                <a:ln w="9525">
                  <a:solidFill>
                    <a:srgbClr val="002960"/>
                  </a:solidFill>
                  <a:round/>
                  <a:headEnd/>
                  <a:tailEnd/>
                </a:ln>
                <a:solidFill>
                  <a:srgbClr val="002960"/>
                </a:solidFill>
                <a:latin typeface="Tahoma"/>
                <a:ea typeface="Tahoma"/>
                <a:cs typeface="Tahoma"/>
              </a:rPr>
              <a:t>Transparent</a:t>
            </a:r>
          </a:p>
        </p:txBody>
      </p:sp>
      <p:sp>
        <p:nvSpPr>
          <p:cNvPr id="18444" name="WordArt 34"/>
          <p:cNvSpPr>
            <a:spLocks noChangeArrowheads="1" noChangeShapeType="1" noTextEdit="1"/>
          </p:cNvSpPr>
          <p:nvPr/>
        </p:nvSpPr>
        <p:spPr bwMode="auto">
          <a:xfrm>
            <a:off x="4260850" y="3006725"/>
            <a:ext cx="946150" cy="439738"/>
          </a:xfrm>
          <a:prstGeom prst="rect">
            <a:avLst/>
          </a:prstGeom>
        </p:spPr>
        <p:txBody>
          <a:bodyPr spcFirstLastPara="1" wrap="none" fromWordArt="1">
            <a:prstTxWarp prst="textArchUp">
              <a:avLst>
                <a:gd name="adj" fmla="val 10800004"/>
              </a:avLst>
            </a:prstTxWarp>
          </a:bodyPr>
          <a:lstStyle/>
          <a:p>
            <a:pPr algn="ctr"/>
            <a:r>
              <a:rPr lang="en-US" sz="1200" kern="10" spc="600">
                <a:ln w="9525">
                  <a:solidFill>
                    <a:srgbClr val="002960"/>
                  </a:solidFill>
                  <a:round/>
                  <a:headEnd/>
                  <a:tailEnd/>
                </a:ln>
                <a:solidFill>
                  <a:srgbClr val="002960"/>
                </a:solidFill>
                <a:latin typeface="Tahoma"/>
                <a:ea typeface="Tahoma"/>
                <a:cs typeface="Tahoma"/>
              </a:rPr>
              <a:t>Objective</a:t>
            </a:r>
          </a:p>
        </p:txBody>
      </p:sp>
      <p:sp>
        <p:nvSpPr>
          <p:cNvPr id="18445" name="WordArt 35"/>
          <p:cNvSpPr>
            <a:spLocks noChangeArrowheads="1" noChangeShapeType="1" noTextEdit="1"/>
          </p:cNvSpPr>
          <p:nvPr/>
        </p:nvSpPr>
        <p:spPr bwMode="auto">
          <a:xfrm rot="7017348">
            <a:off x="4698207" y="3899694"/>
            <a:ext cx="1090612" cy="457200"/>
          </a:xfrm>
          <a:prstGeom prst="rect">
            <a:avLst/>
          </a:prstGeom>
        </p:spPr>
        <p:txBody>
          <a:bodyPr spcFirstLastPara="1" wrap="none" fromWordArt="1">
            <a:prstTxWarp prst="textArchUp">
              <a:avLst>
                <a:gd name="adj" fmla="val 11162668"/>
              </a:avLst>
            </a:prstTxWarp>
          </a:bodyPr>
          <a:lstStyle/>
          <a:p>
            <a:pPr algn="ctr"/>
            <a:r>
              <a:rPr lang="en-US" sz="1200" kern="10" spc="600">
                <a:ln w="9525">
                  <a:solidFill>
                    <a:srgbClr val="002960"/>
                  </a:solidFill>
                  <a:round/>
                  <a:headEnd/>
                  <a:tailEnd/>
                </a:ln>
                <a:solidFill>
                  <a:srgbClr val="002960"/>
                </a:solidFill>
                <a:latin typeface="Tahoma"/>
                <a:ea typeface="Tahoma"/>
                <a:cs typeface="Tahoma"/>
              </a:rPr>
              <a:t>Measures</a:t>
            </a:r>
          </a:p>
        </p:txBody>
      </p:sp>
      <p:sp>
        <p:nvSpPr>
          <p:cNvPr id="18446" name="Text Box 36"/>
          <p:cNvSpPr txBox="1">
            <a:spLocks noChangeArrowheads="1"/>
          </p:cNvSpPr>
          <p:nvPr/>
        </p:nvSpPr>
        <p:spPr bwMode="auto">
          <a:xfrm>
            <a:off x="2644775" y="1935164"/>
            <a:ext cx="1873250" cy="1042987"/>
          </a:xfrm>
          <a:prstGeom prst="rect">
            <a:avLst/>
          </a:prstGeom>
          <a:noFill/>
          <a:ln w="9525">
            <a:noFill/>
            <a:miter lim="800000"/>
            <a:headEnd/>
            <a:tailEnd/>
          </a:ln>
        </p:spPr>
        <p:txBody>
          <a:bodyPr wrap="none">
            <a:spAutoFit/>
          </a:bodyPr>
          <a:lstStyle/>
          <a:p>
            <a:pPr marL="171450" indent="-171450">
              <a:spcBef>
                <a:spcPct val="5000"/>
              </a:spcBef>
              <a:buFont typeface="Wingdings" pitchFamily="2" charset="2"/>
              <a:buChar char=""/>
            </a:pPr>
            <a:r>
              <a:rPr lang="en-US" sz="1200">
                <a:solidFill>
                  <a:srgbClr val="002960"/>
                </a:solidFill>
              </a:rPr>
              <a:t>Self set goals</a:t>
            </a:r>
          </a:p>
          <a:p>
            <a:pPr marL="171450" indent="-171450">
              <a:spcBef>
                <a:spcPct val="5000"/>
              </a:spcBef>
              <a:buFont typeface="Wingdings" pitchFamily="2" charset="2"/>
              <a:buChar char=""/>
            </a:pPr>
            <a:r>
              <a:rPr lang="en-US" sz="1200">
                <a:solidFill>
                  <a:srgbClr val="002960"/>
                </a:solidFill>
              </a:rPr>
              <a:t>Anticipating risk</a:t>
            </a:r>
          </a:p>
          <a:p>
            <a:pPr marL="171450" indent="-171450">
              <a:spcBef>
                <a:spcPct val="5000"/>
              </a:spcBef>
              <a:buFont typeface="Wingdings" pitchFamily="2" charset="2"/>
              <a:buChar char=""/>
            </a:pPr>
            <a:r>
              <a:rPr lang="en-US" sz="1200">
                <a:solidFill>
                  <a:srgbClr val="002960"/>
                </a:solidFill>
              </a:rPr>
              <a:t>Making promises</a:t>
            </a:r>
          </a:p>
          <a:p>
            <a:pPr marL="171450" indent="-171450">
              <a:spcBef>
                <a:spcPct val="5000"/>
              </a:spcBef>
              <a:buFont typeface="Wingdings" pitchFamily="2" charset="2"/>
              <a:buChar char=""/>
            </a:pPr>
            <a:r>
              <a:rPr lang="en-US" sz="1200">
                <a:solidFill>
                  <a:srgbClr val="002960"/>
                </a:solidFill>
              </a:rPr>
              <a:t>Planning</a:t>
            </a:r>
          </a:p>
          <a:p>
            <a:pPr marL="171450" indent="-171450">
              <a:spcBef>
                <a:spcPct val="5000"/>
              </a:spcBef>
              <a:buFont typeface="Wingdings" pitchFamily="2" charset="2"/>
              <a:buChar char=""/>
            </a:pPr>
            <a:r>
              <a:rPr lang="en-US" sz="1200">
                <a:solidFill>
                  <a:srgbClr val="002960"/>
                </a:solidFill>
              </a:rPr>
              <a:t>Personal responsibility</a:t>
            </a:r>
          </a:p>
        </p:txBody>
      </p:sp>
      <p:sp>
        <p:nvSpPr>
          <p:cNvPr id="18447" name="Text Box 37"/>
          <p:cNvSpPr txBox="1">
            <a:spLocks noChangeArrowheads="1"/>
          </p:cNvSpPr>
          <p:nvPr/>
        </p:nvSpPr>
        <p:spPr bwMode="auto">
          <a:xfrm>
            <a:off x="5106989" y="1935164"/>
            <a:ext cx="1620837" cy="1042987"/>
          </a:xfrm>
          <a:prstGeom prst="rect">
            <a:avLst/>
          </a:prstGeom>
          <a:noFill/>
          <a:ln w="9525">
            <a:noFill/>
            <a:miter lim="800000"/>
            <a:headEnd/>
            <a:tailEnd/>
          </a:ln>
        </p:spPr>
        <p:txBody>
          <a:bodyPr wrap="none">
            <a:spAutoFit/>
          </a:bodyPr>
          <a:lstStyle/>
          <a:p>
            <a:pPr marL="171450" indent="-171450">
              <a:spcBef>
                <a:spcPct val="5000"/>
              </a:spcBef>
              <a:buFont typeface="Wingdings" pitchFamily="2" charset="2"/>
              <a:buChar char=""/>
            </a:pPr>
            <a:r>
              <a:rPr lang="en-US" sz="1200">
                <a:solidFill>
                  <a:srgbClr val="002960"/>
                </a:solidFill>
              </a:rPr>
              <a:t>Managing risk</a:t>
            </a:r>
          </a:p>
          <a:p>
            <a:pPr marL="171450" indent="-171450">
              <a:spcBef>
                <a:spcPct val="5000"/>
              </a:spcBef>
              <a:buFont typeface="Wingdings" pitchFamily="2" charset="2"/>
              <a:buChar char=""/>
            </a:pPr>
            <a:r>
              <a:rPr lang="en-US" sz="1200">
                <a:solidFill>
                  <a:srgbClr val="002960"/>
                </a:solidFill>
              </a:rPr>
              <a:t>Keeping score</a:t>
            </a:r>
          </a:p>
          <a:p>
            <a:pPr marL="171450" indent="-171450">
              <a:spcBef>
                <a:spcPct val="5000"/>
              </a:spcBef>
              <a:buFont typeface="Wingdings" pitchFamily="2" charset="2"/>
              <a:buChar char=""/>
            </a:pPr>
            <a:r>
              <a:rPr lang="en-US" sz="1200">
                <a:solidFill>
                  <a:srgbClr val="002960"/>
                </a:solidFill>
              </a:rPr>
              <a:t>Keeping your word</a:t>
            </a:r>
          </a:p>
          <a:p>
            <a:pPr marL="171450" indent="-171450">
              <a:spcBef>
                <a:spcPct val="5000"/>
              </a:spcBef>
              <a:buFont typeface="Wingdings" pitchFamily="2" charset="2"/>
              <a:buChar char=""/>
            </a:pPr>
            <a:r>
              <a:rPr lang="en-US" sz="1200">
                <a:solidFill>
                  <a:srgbClr val="002960"/>
                </a:solidFill>
              </a:rPr>
              <a:t>Staying focused</a:t>
            </a:r>
          </a:p>
          <a:p>
            <a:pPr marL="171450" indent="-171450">
              <a:spcBef>
                <a:spcPct val="5000"/>
              </a:spcBef>
              <a:buFont typeface="Wingdings" pitchFamily="2" charset="2"/>
              <a:buChar char=""/>
            </a:pPr>
            <a:r>
              <a:rPr lang="en-US" sz="1200">
                <a:solidFill>
                  <a:srgbClr val="002960"/>
                </a:solidFill>
              </a:rPr>
              <a:t>Self motivation</a:t>
            </a:r>
          </a:p>
        </p:txBody>
      </p:sp>
      <p:sp>
        <p:nvSpPr>
          <p:cNvPr id="18448" name="Text Box 38"/>
          <p:cNvSpPr txBox="1">
            <a:spLocks noChangeArrowheads="1"/>
          </p:cNvSpPr>
          <p:nvPr/>
        </p:nvSpPr>
        <p:spPr bwMode="auto">
          <a:xfrm>
            <a:off x="2644776" y="4719639"/>
            <a:ext cx="1793875" cy="879475"/>
          </a:xfrm>
          <a:prstGeom prst="rect">
            <a:avLst/>
          </a:prstGeom>
          <a:noFill/>
          <a:ln w="9525">
            <a:noFill/>
            <a:miter lim="800000"/>
            <a:headEnd/>
            <a:tailEnd/>
          </a:ln>
        </p:spPr>
        <p:txBody>
          <a:bodyPr wrap="none">
            <a:spAutoFit/>
          </a:bodyPr>
          <a:lstStyle/>
          <a:p>
            <a:pPr marL="171450" indent="-171450">
              <a:spcBef>
                <a:spcPct val="10000"/>
              </a:spcBef>
              <a:buFont typeface="Wingdings" pitchFamily="2" charset="2"/>
              <a:buChar char=""/>
            </a:pPr>
            <a:r>
              <a:rPr lang="en-US" sz="1200">
                <a:solidFill>
                  <a:srgbClr val="002960"/>
                </a:solidFill>
              </a:rPr>
              <a:t>Engaging others</a:t>
            </a:r>
          </a:p>
          <a:p>
            <a:pPr marL="171450" indent="-171450">
              <a:spcBef>
                <a:spcPct val="10000"/>
              </a:spcBef>
              <a:buFont typeface="Wingdings" pitchFamily="2" charset="2"/>
              <a:buChar char=""/>
            </a:pPr>
            <a:r>
              <a:rPr lang="en-US" sz="1200">
                <a:solidFill>
                  <a:srgbClr val="002960"/>
                </a:solidFill>
              </a:rPr>
              <a:t>Asking</a:t>
            </a:r>
          </a:p>
          <a:p>
            <a:pPr marL="171450" indent="-171450">
              <a:spcBef>
                <a:spcPct val="10000"/>
              </a:spcBef>
              <a:buFont typeface="Wingdings" pitchFamily="2" charset="2"/>
              <a:buChar char=""/>
            </a:pPr>
            <a:r>
              <a:rPr lang="en-US" sz="1200">
                <a:solidFill>
                  <a:srgbClr val="002960"/>
                </a:solidFill>
              </a:rPr>
              <a:t>Getting commitments</a:t>
            </a:r>
          </a:p>
          <a:p>
            <a:pPr marL="171450" indent="-171450">
              <a:spcBef>
                <a:spcPct val="10000"/>
              </a:spcBef>
              <a:buFont typeface="Wingdings" pitchFamily="2" charset="2"/>
              <a:buChar char=""/>
            </a:pPr>
            <a:r>
              <a:rPr lang="en-US" sz="1200">
                <a:solidFill>
                  <a:srgbClr val="002960"/>
                </a:solidFill>
              </a:rPr>
              <a:t>Influencing</a:t>
            </a:r>
          </a:p>
        </p:txBody>
      </p:sp>
      <p:sp>
        <p:nvSpPr>
          <p:cNvPr id="18449" name="Text Box 39"/>
          <p:cNvSpPr txBox="1">
            <a:spLocks noChangeArrowheads="1"/>
          </p:cNvSpPr>
          <p:nvPr/>
        </p:nvSpPr>
        <p:spPr bwMode="auto">
          <a:xfrm>
            <a:off x="5106988" y="4719639"/>
            <a:ext cx="1720850" cy="879475"/>
          </a:xfrm>
          <a:prstGeom prst="rect">
            <a:avLst/>
          </a:prstGeom>
          <a:noFill/>
          <a:ln w="9525">
            <a:noFill/>
            <a:miter lim="800000"/>
            <a:headEnd/>
            <a:tailEnd/>
          </a:ln>
        </p:spPr>
        <p:txBody>
          <a:bodyPr wrap="none">
            <a:spAutoFit/>
          </a:bodyPr>
          <a:lstStyle/>
          <a:p>
            <a:pPr marL="171450" indent="-171450">
              <a:spcBef>
                <a:spcPct val="10000"/>
              </a:spcBef>
              <a:buFont typeface="Wingdings" pitchFamily="2" charset="2"/>
              <a:buChar char=""/>
            </a:pPr>
            <a:r>
              <a:rPr lang="en-US" sz="1200">
                <a:solidFill>
                  <a:srgbClr val="002960"/>
                </a:solidFill>
              </a:rPr>
              <a:t>Holding your ground</a:t>
            </a:r>
          </a:p>
          <a:p>
            <a:pPr marL="171450" indent="-171450">
              <a:spcBef>
                <a:spcPct val="10000"/>
              </a:spcBef>
              <a:buFont typeface="Wingdings" pitchFamily="2" charset="2"/>
              <a:buChar char=""/>
            </a:pPr>
            <a:r>
              <a:rPr lang="en-US" sz="1200">
                <a:solidFill>
                  <a:srgbClr val="002960"/>
                </a:solidFill>
              </a:rPr>
              <a:t>Keeping the heat on</a:t>
            </a:r>
          </a:p>
          <a:p>
            <a:pPr marL="171450" indent="-171450">
              <a:spcBef>
                <a:spcPct val="10000"/>
              </a:spcBef>
              <a:buFont typeface="Wingdings" pitchFamily="2" charset="2"/>
              <a:buChar char=""/>
            </a:pPr>
            <a:r>
              <a:rPr lang="en-US" sz="1200">
                <a:solidFill>
                  <a:srgbClr val="002960"/>
                </a:solidFill>
              </a:rPr>
              <a:t>Managing failure</a:t>
            </a:r>
          </a:p>
          <a:p>
            <a:pPr marL="171450" indent="-171450">
              <a:spcBef>
                <a:spcPct val="10000"/>
              </a:spcBef>
              <a:buFont typeface="Wingdings" pitchFamily="2" charset="2"/>
              <a:buChar char=""/>
            </a:pPr>
            <a:r>
              <a:rPr lang="en-US" sz="1200">
                <a:solidFill>
                  <a:srgbClr val="002960"/>
                </a:solidFill>
              </a:rPr>
              <a:t>Rewarding success</a:t>
            </a:r>
          </a:p>
        </p:txBody>
      </p:sp>
      <p:sp>
        <p:nvSpPr>
          <p:cNvPr id="18450" name="Text Box 40"/>
          <p:cNvSpPr txBox="1">
            <a:spLocks noChangeArrowheads="1"/>
          </p:cNvSpPr>
          <p:nvPr/>
        </p:nvSpPr>
        <p:spPr bwMode="auto">
          <a:xfrm rot="-5400000">
            <a:off x="993776" y="3602039"/>
            <a:ext cx="2511425" cy="396875"/>
          </a:xfrm>
          <a:prstGeom prst="rect">
            <a:avLst/>
          </a:prstGeom>
          <a:noFill/>
          <a:ln w="9525">
            <a:noFill/>
            <a:miter lim="800000"/>
            <a:headEnd/>
            <a:tailEnd/>
          </a:ln>
        </p:spPr>
        <p:txBody>
          <a:bodyPr>
            <a:spAutoFit/>
          </a:bodyPr>
          <a:lstStyle/>
          <a:p>
            <a:pPr eaLnBrk="1" hangingPunct="1">
              <a:spcBef>
                <a:spcPct val="0"/>
              </a:spcBef>
            </a:pPr>
            <a:r>
              <a:rPr lang="en-US" sz="2000">
                <a:solidFill>
                  <a:srgbClr val="32A063"/>
                </a:solidFill>
              </a:rPr>
              <a:t>Before the Promise</a:t>
            </a:r>
          </a:p>
        </p:txBody>
      </p:sp>
      <p:sp>
        <p:nvSpPr>
          <p:cNvPr id="18451" name="Text Box 41"/>
          <p:cNvSpPr txBox="1">
            <a:spLocks noChangeArrowheads="1"/>
          </p:cNvSpPr>
          <p:nvPr/>
        </p:nvSpPr>
        <p:spPr bwMode="auto">
          <a:xfrm rot="5400000">
            <a:off x="6028532" y="3602832"/>
            <a:ext cx="2319338" cy="396875"/>
          </a:xfrm>
          <a:prstGeom prst="rect">
            <a:avLst/>
          </a:prstGeom>
          <a:noFill/>
          <a:ln w="9525">
            <a:noFill/>
            <a:miter lim="800000"/>
            <a:headEnd/>
            <a:tailEnd/>
          </a:ln>
        </p:spPr>
        <p:txBody>
          <a:bodyPr>
            <a:spAutoFit/>
          </a:bodyPr>
          <a:lstStyle/>
          <a:p>
            <a:pPr eaLnBrk="1" hangingPunct="1">
              <a:spcBef>
                <a:spcPct val="0"/>
              </a:spcBef>
            </a:pPr>
            <a:r>
              <a:rPr lang="en-US" sz="2000">
                <a:solidFill>
                  <a:srgbClr val="32A063"/>
                </a:solidFill>
              </a:rPr>
              <a:t>After the Promise</a:t>
            </a:r>
          </a:p>
        </p:txBody>
      </p:sp>
      <p:sp>
        <p:nvSpPr>
          <p:cNvPr id="18452" name="Text Box 42"/>
          <p:cNvSpPr txBox="1">
            <a:spLocks noChangeArrowheads="1"/>
          </p:cNvSpPr>
          <p:nvPr/>
        </p:nvSpPr>
        <p:spPr bwMode="auto">
          <a:xfrm>
            <a:off x="3449638" y="1354139"/>
            <a:ext cx="2520950" cy="396875"/>
          </a:xfrm>
          <a:prstGeom prst="rect">
            <a:avLst/>
          </a:prstGeom>
          <a:noFill/>
          <a:ln w="9525">
            <a:noFill/>
            <a:miter lim="800000"/>
            <a:headEnd/>
            <a:tailEnd/>
          </a:ln>
        </p:spPr>
        <p:txBody>
          <a:bodyPr>
            <a:spAutoFit/>
          </a:bodyPr>
          <a:lstStyle/>
          <a:p>
            <a:pPr eaLnBrk="1" hangingPunct="1">
              <a:spcBef>
                <a:spcPct val="0"/>
              </a:spcBef>
            </a:pPr>
            <a:r>
              <a:rPr lang="en-US" sz="2000">
                <a:solidFill>
                  <a:srgbClr val="32A063"/>
                </a:solidFill>
              </a:rPr>
              <a:t>Being Accountable</a:t>
            </a:r>
          </a:p>
        </p:txBody>
      </p:sp>
      <p:sp>
        <p:nvSpPr>
          <p:cNvPr id="18453" name="Text Box 43"/>
          <p:cNvSpPr txBox="1">
            <a:spLocks noChangeArrowheads="1"/>
          </p:cNvSpPr>
          <p:nvPr/>
        </p:nvSpPr>
        <p:spPr bwMode="auto">
          <a:xfrm>
            <a:off x="2840038" y="5838826"/>
            <a:ext cx="3740150" cy="396875"/>
          </a:xfrm>
          <a:prstGeom prst="rect">
            <a:avLst/>
          </a:prstGeom>
          <a:noFill/>
          <a:ln w="9525">
            <a:noFill/>
            <a:miter lim="800000"/>
            <a:headEnd/>
            <a:tailEnd/>
          </a:ln>
        </p:spPr>
        <p:txBody>
          <a:bodyPr>
            <a:spAutoFit/>
          </a:bodyPr>
          <a:lstStyle/>
          <a:p>
            <a:pPr algn="ctr" eaLnBrk="1" hangingPunct="1">
              <a:spcBef>
                <a:spcPct val="0"/>
              </a:spcBef>
            </a:pPr>
            <a:r>
              <a:rPr lang="en-US" sz="2000">
                <a:solidFill>
                  <a:srgbClr val="32A063"/>
                </a:solidFill>
              </a:rPr>
              <a:t>Holding Others to Account</a:t>
            </a:r>
          </a:p>
        </p:txBody>
      </p:sp>
      <p:sp>
        <p:nvSpPr>
          <p:cNvPr id="18454" name="Oval 45"/>
          <p:cNvSpPr>
            <a:spLocks noChangeAspect="1" noChangeArrowheads="1"/>
          </p:cNvSpPr>
          <p:nvPr/>
        </p:nvSpPr>
        <p:spPr bwMode="auto">
          <a:xfrm>
            <a:off x="7910513" y="1628776"/>
            <a:ext cx="246062" cy="246063"/>
          </a:xfrm>
          <a:prstGeom prst="ellipse">
            <a:avLst/>
          </a:prstGeom>
          <a:solidFill>
            <a:schemeClr val="accent2"/>
          </a:solidFill>
          <a:ln w="9525">
            <a:noFill/>
            <a:round/>
            <a:headEnd/>
            <a:tailEnd/>
          </a:ln>
        </p:spPr>
        <p:txBody>
          <a:bodyPr wrap="none" anchor="ctr"/>
          <a:lstStyle/>
          <a:p>
            <a:pPr algn="ctr" eaLnBrk="1" hangingPunct="1">
              <a:spcBef>
                <a:spcPct val="0"/>
              </a:spcBef>
            </a:pPr>
            <a:r>
              <a:rPr lang="en-US" sz="1200">
                <a:solidFill>
                  <a:srgbClr val="FFFFFF"/>
                </a:solidFill>
              </a:rPr>
              <a:t>1</a:t>
            </a:r>
          </a:p>
        </p:txBody>
      </p:sp>
      <p:sp>
        <p:nvSpPr>
          <p:cNvPr id="18455" name="Oval 46"/>
          <p:cNvSpPr>
            <a:spLocks noChangeAspect="1" noChangeArrowheads="1"/>
          </p:cNvSpPr>
          <p:nvPr/>
        </p:nvSpPr>
        <p:spPr bwMode="auto">
          <a:xfrm>
            <a:off x="7910513" y="2233613"/>
            <a:ext cx="246062" cy="246062"/>
          </a:xfrm>
          <a:prstGeom prst="ellipse">
            <a:avLst/>
          </a:prstGeom>
          <a:solidFill>
            <a:schemeClr val="accent2"/>
          </a:solidFill>
          <a:ln w="9525">
            <a:noFill/>
            <a:round/>
            <a:headEnd/>
            <a:tailEnd/>
          </a:ln>
        </p:spPr>
        <p:txBody>
          <a:bodyPr wrap="none" anchor="ctr"/>
          <a:lstStyle/>
          <a:p>
            <a:pPr algn="ctr" eaLnBrk="1" hangingPunct="1">
              <a:spcBef>
                <a:spcPct val="0"/>
              </a:spcBef>
            </a:pPr>
            <a:r>
              <a:rPr lang="en-US" sz="1200">
                <a:solidFill>
                  <a:srgbClr val="FFFFFF"/>
                </a:solidFill>
              </a:rPr>
              <a:t>2</a:t>
            </a:r>
          </a:p>
        </p:txBody>
      </p:sp>
      <p:sp>
        <p:nvSpPr>
          <p:cNvPr id="18456" name="Oval 47"/>
          <p:cNvSpPr>
            <a:spLocks noChangeAspect="1" noChangeArrowheads="1"/>
          </p:cNvSpPr>
          <p:nvPr/>
        </p:nvSpPr>
        <p:spPr bwMode="auto">
          <a:xfrm>
            <a:off x="7910513" y="2840038"/>
            <a:ext cx="246062" cy="246062"/>
          </a:xfrm>
          <a:prstGeom prst="ellipse">
            <a:avLst/>
          </a:prstGeom>
          <a:solidFill>
            <a:schemeClr val="accent2"/>
          </a:solidFill>
          <a:ln w="9525">
            <a:noFill/>
            <a:round/>
            <a:headEnd/>
            <a:tailEnd/>
          </a:ln>
        </p:spPr>
        <p:txBody>
          <a:bodyPr wrap="none" anchor="ctr"/>
          <a:lstStyle/>
          <a:p>
            <a:pPr algn="ctr" eaLnBrk="1" hangingPunct="1">
              <a:spcBef>
                <a:spcPct val="0"/>
              </a:spcBef>
            </a:pPr>
            <a:r>
              <a:rPr lang="en-US" sz="1200">
                <a:solidFill>
                  <a:srgbClr val="FFFFFF"/>
                </a:solidFill>
              </a:rPr>
              <a:t>3</a:t>
            </a:r>
          </a:p>
        </p:txBody>
      </p:sp>
      <p:pic>
        <p:nvPicPr>
          <p:cNvPr id="18457" name="Picture 28"/>
          <p:cNvPicPr>
            <a:picLocks noChangeAspect="1" noChangeArrowheads="1"/>
          </p:cNvPicPr>
          <p:nvPr/>
        </p:nvPicPr>
        <p:blipFill>
          <a:blip r:embed="rId3" cstate="print"/>
          <a:srcRect/>
          <a:stretch>
            <a:fillRect/>
          </a:stretch>
        </p:blipFill>
        <p:spPr bwMode="auto">
          <a:xfrm>
            <a:off x="9998076" y="174625"/>
            <a:ext cx="504825" cy="433388"/>
          </a:xfrm>
          <a:prstGeom prst="rect">
            <a:avLst/>
          </a:prstGeom>
          <a:noFill/>
          <a:ln w="9525" algn="ctr">
            <a:noFill/>
            <a:miter lim="800000"/>
            <a:headEnd/>
            <a:tailEnd/>
          </a:ln>
        </p:spPr>
      </p:pic>
    </p:spTree>
    <p:extLst>
      <p:ext uri="{BB962C8B-B14F-4D97-AF65-F5344CB8AC3E}">
        <p14:creationId xmlns:p14="http://schemas.microsoft.com/office/powerpoint/2010/main" val="3685352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1 Marcador de número de diapositiva">
            <a:extLst>
              <a:ext uri="{FF2B5EF4-FFF2-40B4-BE49-F238E27FC236}">
                <a16:creationId xmlns:a16="http://schemas.microsoft.com/office/drawing/2014/main" id="{5501ED54-2529-4B14-A4BE-03BBD4E3CB66}"/>
              </a:ext>
            </a:extLst>
          </p:cNvPr>
          <p:cNvSpPr>
            <a:spLocks noGrp="1"/>
          </p:cNvSpPr>
          <p:nvPr>
            <p:ph type="sldNum" sz="quarter" idx="10"/>
          </p:nvPr>
        </p:nvSpPr>
        <p:spPr/>
        <p:txBody>
          <a:bodyPr/>
          <a:lstStyle>
            <a:defPPr>
              <a:defRPr lang="en-US"/>
            </a:defPPr>
            <a:lvl1pPr marL="0" algn="l" defTabSz="1219139" rtl="0" eaLnBrk="1" latinLnBrk="0" hangingPunct="1">
              <a:defRPr sz="2400" kern="1200">
                <a:solidFill>
                  <a:schemeClr val="tx1"/>
                </a:solidFill>
                <a:latin typeface="+mn-lt"/>
                <a:ea typeface="+mn-ea"/>
                <a:cs typeface="+mn-cs"/>
              </a:defRPr>
            </a:lvl1pPr>
            <a:lvl2pPr marL="609570" algn="l" defTabSz="1219139" rtl="0" eaLnBrk="1" latinLnBrk="0" hangingPunct="1">
              <a:defRPr sz="2400" kern="1200">
                <a:solidFill>
                  <a:schemeClr val="tx1"/>
                </a:solidFill>
                <a:latin typeface="+mn-lt"/>
                <a:ea typeface="+mn-ea"/>
                <a:cs typeface="+mn-cs"/>
              </a:defRPr>
            </a:lvl2pPr>
            <a:lvl3pPr marL="1219139" algn="l" defTabSz="1219139" rtl="0" eaLnBrk="1" latinLnBrk="0" hangingPunct="1">
              <a:defRPr sz="2400" kern="1200">
                <a:solidFill>
                  <a:schemeClr val="tx1"/>
                </a:solidFill>
                <a:latin typeface="+mn-lt"/>
                <a:ea typeface="+mn-ea"/>
                <a:cs typeface="+mn-cs"/>
              </a:defRPr>
            </a:lvl3pPr>
            <a:lvl4pPr marL="1828709" algn="l" defTabSz="1219139" rtl="0" eaLnBrk="1" latinLnBrk="0" hangingPunct="1">
              <a:defRPr sz="2400" kern="1200">
                <a:solidFill>
                  <a:schemeClr val="tx1"/>
                </a:solidFill>
                <a:latin typeface="+mn-lt"/>
                <a:ea typeface="+mn-ea"/>
                <a:cs typeface="+mn-cs"/>
              </a:defRPr>
            </a:lvl4pPr>
            <a:lvl5pPr marL="2438278" algn="l" defTabSz="1219139" rtl="0" eaLnBrk="1" latinLnBrk="0" hangingPunct="1">
              <a:defRPr sz="2400" kern="1200">
                <a:solidFill>
                  <a:schemeClr val="tx1"/>
                </a:solidFill>
                <a:latin typeface="+mn-lt"/>
                <a:ea typeface="+mn-ea"/>
                <a:cs typeface="+mn-cs"/>
              </a:defRPr>
            </a:lvl5pPr>
            <a:lvl6pPr marL="3047848" algn="l" defTabSz="1219139" rtl="0" eaLnBrk="1" latinLnBrk="0" hangingPunct="1">
              <a:defRPr sz="2400" kern="1200">
                <a:solidFill>
                  <a:schemeClr val="tx1"/>
                </a:solidFill>
                <a:latin typeface="+mn-lt"/>
                <a:ea typeface="+mn-ea"/>
                <a:cs typeface="+mn-cs"/>
              </a:defRPr>
            </a:lvl6pPr>
            <a:lvl7pPr marL="3657417" algn="l" defTabSz="1219139" rtl="0" eaLnBrk="1" latinLnBrk="0" hangingPunct="1">
              <a:defRPr sz="2400" kern="1200">
                <a:solidFill>
                  <a:schemeClr val="tx1"/>
                </a:solidFill>
                <a:latin typeface="+mn-lt"/>
                <a:ea typeface="+mn-ea"/>
                <a:cs typeface="+mn-cs"/>
              </a:defRPr>
            </a:lvl7pPr>
            <a:lvl8pPr marL="4266987" algn="l" defTabSz="1219139" rtl="0" eaLnBrk="1" latinLnBrk="0" hangingPunct="1">
              <a:defRPr sz="2400" kern="1200">
                <a:solidFill>
                  <a:schemeClr val="tx1"/>
                </a:solidFill>
                <a:latin typeface="+mn-lt"/>
                <a:ea typeface="+mn-ea"/>
                <a:cs typeface="+mn-cs"/>
              </a:defRPr>
            </a:lvl8pPr>
            <a:lvl9pPr marL="4876557" algn="l" defTabSz="1219139" rtl="0" eaLnBrk="1" latinLnBrk="0" hangingPunct="1">
              <a:defRPr sz="2400" kern="1200">
                <a:solidFill>
                  <a:schemeClr val="tx1"/>
                </a:solidFill>
                <a:latin typeface="+mn-lt"/>
                <a:ea typeface="+mn-ea"/>
                <a:cs typeface="+mn-cs"/>
              </a:defRPr>
            </a:lvl9pPr>
          </a:lstStyle>
          <a:p>
            <a:r>
              <a:rPr lang="en-US" altLang="es-AR">
                <a:solidFill>
                  <a:srgbClr val="FBB03F"/>
                </a:solidFill>
              </a:rPr>
              <a:t>| </a:t>
            </a:r>
            <a:fld id="{AB761F3C-159C-41D9-A974-689B2DE8606C}" type="slidenum">
              <a:rPr lang="en-US" altLang="es-AR">
                <a:solidFill>
                  <a:srgbClr val="B2B2B2"/>
                </a:solidFill>
              </a:rPr>
              <a:pPr/>
              <a:t>19</a:t>
            </a:fld>
            <a:endParaRPr lang="en-US" altLang="es-AR">
              <a:solidFill>
                <a:srgbClr val="B2B2B2"/>
              </a:solidFill>
            </a:endParaRPr>
          </a:p>
        </p:txBody>
      </p:sp>
      <p:sp>
        <p:nvSpPr>
          <p:cNvPr id="59395" name="Rectangle 2">
            <a:extLst>
              <a:ext uri="{FF2B5EF4-FFF2-40B4-BE49-F238E27FC236}">
                <a16:creationId xmlns:a16="http://schemas.microsoft.com/office/drawing/2014/main" id="{CFEE2F0A-EFBE-403C-BB1E-95B227BCA410}"/>
              </a:ext>
            </a:extLst>
          </p:cNvPr>
          <p:cNvSpPr>
            <a:spLocks noGrp="1" noChangeArrowheads="1"/>
          </p:cNvSpPr>
          <p:nvPr>
            <p:ph type="title" idx="4294967295"/>
          </p:nvPr>
        </p:nvSpPr>
        <p:spPr/>
        <p:txBody>
          <a:bodyPr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ltLang="es-AR"/>
              <a:t>process</a:t>
            </a:r>
            <a:endParaRPr lang="es-ES" altLang="es-AR"/>
          </a:p>
        </p:txBody>
      </p:sp>
      <p:sp>
        <p:nvSpPr>
          <p:cNvPr id="59396" name="Rectangle 20">
            <a:extLst>
              <a:ext uri="{FF2B5EF4-FFF2-40B4-BE49-F238E27FC236}">
                <a16:creationId xmlns:a16="http://schemas.microsoft.com/office/drawing/2014/main" id="{AC326E7A-9531-48CF-8BE3-8E8870A5BA3F}"/>
              </a:ext>
            </a:extLst>
          </p:cNvPr>
          <p:cNvSpPr>
            <a:spLocks noChangeArrowheads="1"/>
          </p:cNvSpPr>
          <p:nvPr/>
        </p:nvSpPr>
        <p:spPr bwMode="auto">
          <a:xfrm>
            <a:off x="4295775" y="3084514"/>
            <a:ext cx="5964239" cy="2118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square" lIns="93247" tIns="93247" rIns="93247" bIns="93247">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20000"/>
              </a:spcBef>
              <a:buClr>
                <a:srgbClr val="D77C2A"/>
              </a:buClr>
              <a:buFont typeface="Wingdings" panose="05000000000000000000" pitchFamily="2" charset="2"/>
              <a:buNone/>
            </a:pPr>
            <a:r>
              <a:rPr lang="en-US" altLang="es-AR" sz="1500">
                <a:solidFill>
                  <a:srgbClr val="002960"/>
                </a:solidFill>
              </a:rPr>
              <a:t>STANDARD TEAM </a:t>
            </a:r>
            <a:r>
              <a:rPr lang="en-US" altLang="es-AR" sz="1500">
                <a:solidFill>
                  <a:srgbClr val="009900"/>
                </a:solidFill>
                <a:sym typeface="Wingdings 3" panose="05040102010807070707" pitchFamily="18" charset="2"/>
              </a:rPr>
              <a:t></a:t>
            </a:r>
            <a:endParaRPr lang="en-US" altLang="es-AR" sz="1500">
              <a:solidFill>
                <a:srgbClr val="002960"/>
              </a:solidFill>
            </a:endParaRPr>
          </a:p>
          <a:p>
            <a:pPr eaLnBrk="1" hangingPunct="1">
              <a:spcBef>
                <a:spcPct val="20000"/>
              </a:spcBef>
              <a:buClr>
                <a:srgbClr val="008000"/>
              </a:buClr>
              <a:buFontTx/>
              <a:buChar char="•"/>
            </a:pPr>
            <a:r>
              <a:rPr lang="en-US" altLang="es-AR" sz="1200" b="0">
                <a:solidFill>
                  <a:srgbClr val="002960"/>
                </a:solidFill>
              </a:rPr>
              <a:t>Effective team meetings – time is wisely used (right topics, right people), output and agenda for each meeting is clear and agreed upon.</a:t>
            </a:r>
          </a:p>
          <a:p>
            <a:pPr eaLnBrk="1" hangingPunct="1">
              <a:spcBef>
                <a:spcPct val="20000"/>
              </a:spcBef>
              <a:buClr>
                <a:srgbClr val="008000"/>
              </a:buClr>
              <a:buFontTx/>
              <a:buChar char="•"/>
            </a:pPr>
            <a:r>
              <a:rPr lang="en-US" altLang="es-AR" sz="1200" b="0">
                <a:solidFill>
                  <a:srgbClr val="002960"/>
                </a:solidFill>
              </a:rPr>
              <a:t>Team members have the necessary information to contribute effectively.</a:t>
            </a:r>
          </a:p>
          <a:p>
            <a:pPr eaLnBrk="1" hangingPunct="1">
              <a:spcBef>
                <a:spcPct val="20000"/>
              </a:spcBef>
              <a:buClr>
                <a:srgbClr val="008000"/>
              </a:buClr>
              <a:buFontTx/>
              <a:buChar char="•"/>
            </a:pPr>
            <a:r>
              <a:rPr lang="en-US" altLang="es-AR" sz="1200" b="0">
                <a:solidFill>
                  <a:srgbClr val="002960"/>
                </a:solidFill>
              </a:rPr>
              <a:t>Communication systems are appropriate (email, voicemail, meetings, etc.).</a:t>
            </a:r>
          </a:p>
          <a:p>
            <a:pPr eaLnBrk="1" hangingPunct="1">
              <a:spcBef>
                <a:spcPct val="20000"/>
              </a:spcBef>
              <a:buClr>
                <a:srgbClr val="008000"/>
              </a:buClr>
              <a:buFontTx/>
              <a:buChar char="•"/>
            </a:pPr>
            <a:r>
              <a:rPr lang="en-US" altLang="es-AR" sz="1200" b="0">
                <a:solidFill>
                  <a:srgbClr val="002960"/>
                </a:solidFill>
              </a:rPr>
              <a:t>Mechanisms facilitate action and follow up.</a:t>
            </a:r>
          </a:p>
          <a:p>
            <a:pPr eaLnBrk="1" hangingPunct="1">
              <a:spcBef>
                <a:spcPct val="20000"/>
              </a:spcBef>
              <a:buClr>
                <a:srgbClr val="008000"/>
              </a:buClr>
              <a:buFontTx/>
              <a:buChar char="•"/>
            </a:pPr>
            <a:r>
              <a:rPr lang="en-US" altLang="es-AR" sz="1200" b="0">
                <a:solidFill>
                  <a:srgbClr val="002960"/>
                </a:solidFill>
              </a:rPr>
              <a:t>Team members stay on purpose.</a:t>
            </a:r>
          </a:p>
          <a:p>
            <a:pPr eaLnBrk="1" hangingPunct="1">
              <a:spcBef>
                <a:spcPct val="20000"/>
              </a:spcBef>
              <a:buClr>
                <a:srgbClr val="008000"/>
              </a:buClr>
              <a:buFontTx/>
              <a:buChar char="•"/>
            </a:pPr>
            <a:r>
              <a:rPr lang="en-US" altLang="es-AR" sz="1200" b="0">
                <a:solidFill>
                  <a:srgbClr val="002960"/>
                </a:solidFill>
              </a:rPr>
              <a:t>The team uses appropriate methods for decision making, problem solving, information sharing, brainstorming, etc.</a:t>
            </a:r>
          </a:p>
        </p:txBody>
      </p:sp>
      <p:sp>
        <p:nvSpPr>
          <p:cNvPr id="59397" name="Rectangle 21">
            <a:extLst>
              <a:ext uri="{FF2B5EF4-FFF2-40B4-BE49-F238E27FC236}">
                <a16:creationId xmlns:a16="http://schemas.microsoft.com/office/drawing/2014/main" id="{E2A671F9-92FB-4471-8786-8AFCC0C89A35}"/>
              </a:ext>
            </a:extLst>
          </p:cNvPr>
          <p:cNvSpPr>
            <a:spLocks noChangeArrowheads="1"/>
          </p:cNvSpPr>
          <p:nvPr/>
        </p:nvSpPr>
        <p:spPr bwMode="auto">
          <a:xfrm>
            <a:off x="1803400" y="860426"/>
            <a:ext cx="6246813" cy="2155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square" lIns="93247" tIns="93247" rIns="93247" bIns="93247">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20000"/>
              </a:spcBef>
              <a:buClr>
                <a:srgbClr val="D77C2A"/>
              </a:buClr>
              <a:buFont typeface="Wingdings" panose="05000000000000000000" pitchFamily="2" charset="2"/>
              <a:buNone/>
            </a:pPr>
            <a:r>
              <a:rPr lang="en-US" altLang="es-AR" sz="1500">
                <a:solidFill>
                  <a:srgbClr val="002960"/>
                </a:solidFill>
              </a:rPr>
              <a:t>HIGH PERFORMANCE TEAM </a:t>
            </a:r>
            <a:r>
              <a:rPr lang="en-US" altLang="es-AR" sz="1500">
                <a:solidFill>
                  <a:srgbClr val="009900"/>
                </a:solidFill>
                <a:sym typeface="Wingdings 3" panose="05040102010807070707" pitchFamily="18" charset="2"/>
              </a:rPr>
              <a:t></a:t>
            </a:r>
            <a:endParaRPr lang="en-US" altLang="es-AR" sz="1500">
              <a:solidFill>
                <a:srgbClr val="009900"/>
              </a:solidFill>
            </a:endParaRPr>
          </a:p>
          <a:p>
            <a:pPr eaLnBrk="1" hangingPunct="1">
              <a:spcBef>
                <a:spcPct val="20000"/>
              </a:spcBef>
              <a:buClr>
                <a:srgbClr val="008000"/>
              </a:buClr>
              <a:buFontTx/>
              <a:buChar char="•"/>
            </a:pPr>
            <a:r>
              <a:rPr lang="en-US" altLang="es-AR" sz="1200" b="0">
                <a:solidFill>
                  <a:srgbClr val="002960"/>
                </a:solidFill>
              </a:rPr>
              <a:t>Comfortably flex rules to become faster, more efficient (fit for purpose). </a:t>
            </a:r>
          </a:p>
          <a:p>
            <a:pPr eaLnBrk="1" hangingPunct="1">
              <a:spcBef>
                <a:spcPct val="20000"/>
              </a:spcBef>
              <a:buClr>
                <a:srgbClr val="008000"/>
              </a:buClr>
              <a:buFontTx/>
              <a:buChar char="•"/>
            </a:pPr>
            <a:r>
              <a:rPr lang="en-US" altLang="es-AR" sz="1200" b="0">
                <a:solidFill>
                  <a:srgbClr val="002960"/>
                </a:solidFill>
              </a:rPr>
              <a:t>Unaware of impeccable coordination - processes are organic, not mechanistic.</a:t>
            </a:r>
          </a:p>
          <a:p>
            <a:pPr eaLnBrk="1" hangingPunct="1">
              <a:spcBef>
                <a:spcPct val="20000"/>
              </a:spcBef>
              <a:buClr>
                <a:srgbClr val="008000"/>
              </a:buClr>
              <a:buFontTx/>
              <a:buChar char="•"/>
            </a:pPr>
            <a:r>
              <a:rPr lang="en-US" altLang="es-AR" sz="1200" b="0">
                <a:solidFill>
                  <a:srgbClr val="002960"/>
                </a:solidFill>
              </a:rPr>
              <a:t>Integrated processes that leverage cross-teaming synergies that transcend silos.</a:t>
            </a:r>
          </a:p>
          <a:p>
            <a:pPr eaLnBrk="1" hangingPunct="1">
              <a:spcBef>
                <a:spcPct val="20000"/>
              </a:spcBef>
              <a:buClr>
                <a:srgbClr val="008000"/>
              </a:buClr>
              <a:buFontTx/>
              <a:buChar char="•"/>
            </a:pPr>
            <a:r>
              <a:rPr lang="en-US" altLang="es-AR" sz="1200" b="0">
                <a:solidFill>
                  <a:srgbClr val="002960"/>
                </a:solidFill>
              </a:rPr>
              <a:t>Disciplined attention to ongoing process improvement.</a:t>
            </a:r>
          </a:p>
          <a:p>
            <a:pPr eaLnBrk="1" hangingPunct="1">
              <a:spcBef>
                <a:spcPct val="20000"/>
              </a:spcBef>
              <a:buClr>
                <a:srgbClr val="008000"/>
              </a:buClr>
              <a:buFontTx/>
              <a:buChar char="•"/>
            </a:pPr>
            <a:r>
              <a:rPr lang="en-US" altLang="es-AR" sz="1200" b="0">
                <a:solidFill>
                  <a:srgbClr val="002960"/>
                </a:solidFill>
              </a:rPr>
              <a:t>Minimalist, elegant, simple processes - a “more with less” essence.</a:t>
            </a:r>
          </a:p>
          <a:p>
            <a:pPr eaLnBrk="1" hangingPunct="1">
              <a:spcBef>
                <a:spcPct val="20000"/>
              </a:spcBef>
              <a:buClr>
                <a:srgbClr val="008000"/>
              </a:buClr>
              <a:buFontTx/>
              <a:buChar char="•"/>
            </a:pPr>
            <a:r>
              <a:rPr lang="en-US" altLang="es-AR" sz="1200" b="0">
                <a:solidFill>
                  <a:srgbClr val="002960"/>
                </a:solidFill>
              </a:rPr>
              <a:t>Learning conversations &amp; after action reviews [AAR] following each project to extract lessons </a:t>
            </a:r>
          </a:p>
          <a:p>
            <a:pPr eaLnBrk="1" hangingPunct="1">
              <a:spcBef>
                <a:spcPct val="20000"/>
              </a:spcBef>
              <a:buClr>
                <a:srgbClr val="008000"/>
              </a:buClr>
              <a:buFontTx/>
              <a:buChar char="•"/>
            </a:pPr>
            <a:r>
              <a:rPr lang="en-US" altLang="es-AR" sz="1200" b="0">
                <a:solidFill>
                  <a:srgbClr val="002960"/>
                </a:solidFill>
              </a:rPr>
              <a:t>Consensus on decision making process – everybody agrees decisions made. </a:t>
            </a:r>
          </a:p>
        </p:txBody>
      </p:sp>
      <p:sp>
        <p:nvSpPr>
          <p:cNvPr id="59398" name="Freeform 25">
            <a:extLst>
              <a:ext uri="{FF2B5EF4-FFF2-40B4-BE49-F238E27FC236}">
                <a16:creationId xmlns:a16="http://schemas.microsoft.com/office/drawing/2014/main" id="{E31BDAF3-AABE-47C8-866B-23D81FDBCE97}"/>
              </a:ext>
            </a:extLst>
          </p:cNvPr>
          <p:cNvSpPr>
            <a:spLocks noChangeAspect="1"/>
          </p:cNvSpPr>
          <p:nvPr/>
        </p:nvSpPr>
        <p:spPr bwMode="auto">
          <a:xfrm>
            <a:off x="2130426" y="4225925"/>
            <a:ext cx="1866900" cy="1873251"/>
          </a:xfrm>
          <a:custGeom>
            <a:avLst/>
            <a:gdLst>
              <a:gd name="T0" fmla="*/ 0 w 2037"/>
              <a:gd name="T1" fmla="*/ 0 h 2041"/>
              <a:gd name="T2" fmla="*/ 2147483647 w 2037"/>
              <a:gd name="T3" fmla="*/ 2147483647 h 2041"/>
              <a:gd name="T4" fmla="*/ 2147483647 w 2037"/>
              <a:gd name="T5" fmla="*/ 2147483647 h 2041"/>
              <a:gd name="T6" fmla="*/ 2147483647 w 2037"/>
              <a:gd name="T7" fmla="*/ 2147483647 h 2041"/>
              <a:gd name="T8" fmla="*/ 2147483647 w 2037"/>
              <a:gd name="T9" fmla="*/ 2147483647 h 2041"/>
              <a:gd name="T10" fmla="*/ 2147483647 w 2037"/>
              <a:gd name="T11" fmla="*/ 2147483647 h 2041"/>
              <a:gd name="T12" fmla="*/ 2147483647 w 2037"/>
              <a:gd name="T13" fmla="*/ 2147483647 h 2041"/>
              <a:gd name="T14" fmla="*/ 2147483647 w 2037"/>
              <a:gd name="T15" fmla="*/ 2147483647 h 2041"/>
              <a:gd name="T16" fmla="*/ 2147483647 w 2037"/>
              <a:gd name="T17" fmla="*/ 2147483647 h 2041"/>
              <a:gd name="T18" fmla="*/ 2147483647 w 2037"/>
              <a:gd name="T19" fmla="*/ 2147483647 h 2041"/>
              <a:gd name="T20" fmla="*/ 2147483647 w 2037"/>
              <a:gd name="T21" fmla="*/ 2147483647 h 2041"/>
              <a:gd name="T22" fmla="*/ 2147483647 w 2037"/>
              <a:gd name="T23" fmla="*/ 2147483647 h 2041"/>
              <a:gd name="T24" fmla="*/ 2147483647 w 2037"/>
              <a:gd name="T25" fmla="*/ 2147483647 h 2041"/>
              <a:gd name="T26" fmla="*/ 2147483647 w 2037"/>
              <a:gd name="T27" fmla="*/ 2147483647 h 2041"/>
              <a:gd name="T28" fmla="*/ 2147483647 w 2037"/>
              <a:gd name="T29" fmla="*/ 2147483647 h 2041"/>
              <a:gd name="T30" fmla="*/ 2147483647 w 2037"/>
              <a:gd name="T31" fmla="*/ 0 h 2041"/>
              <a:gd name="T32" fmla="*/ 0 w 2037"/>
              <a:gd name="T33" fmla="*/ 0 h 2041"/>
              <a:gd name="T34" fmla="*/ 0 w 2037"/>
              <a:gd name="T35" fmla="*/ 0 h 20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7"/>
              <a:gd name="T55" fmla="*/ 0 h 2041"/>
              <a:gd name="T56" fmla="*/ 2037 w 2037"/>
              <a:gd name="T57" fmla="*/ 2041 h 20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7" h="2041">
                <a:moveTo>
                  <a:pt x="0" y="0"/>
                </a:moveTo>
                <a:lnTo>
                  <a:pt x="40" y="412"/>
                </a:lnTo>
                <a:lnTo>
                  <a:pt x="160" y="794"/>
                </a:lnTo>
                <a:lnTo>
                  <a:pt x="246" y="971"/>
                </a:lnTo>
                <a:lnTo>
                  <a:pt x="348" y="1140"/>
                </a:lnTo>
                <a:lnTo>
                  <a:pt x="466" y="1298"/>
                </a:lnTo>
                <a:lnTo>
                  <a:pt x="529" y="1372"/>
                </a:lnTo>
                <a:lnTo>
                  <a:pt x="597" y="1442"/>
                </a:lnTo>
                <a:lnTo>
                  <a:pt x="668" y="1511"/>
                </a:lnTo>
                <a:lnTo>
                  <a:pt x="742" y="1574"/>
                </a:lnTo>
                <a:lnTo>
                  <a:pt x="898" y="1691"/>
                </a:lnTo>
                <a:lnTo>
                  <a:pt x="1067" y="1794"/>
                </a:lnTo>
                <a:lnTo>
                  <a:pt x="1244" y="1880"/>
                </a:lnTo>
                <a:lnTo>
                  <a:pt x="1626" y="1999"/>
                </a:lnTo>
                <a:lnTo>
                  <a:pt x="2037" y="2041"/>
                </a:lnTo>
                <a:lnTo>
                  <a:pt x="2037" y="0"/>
                </a:lnTo>
                <a:lnTo>
                  <a:pt x="0" y="0"/>
                </a:lnTo>
                <a:close/>
              </a:path>
            </a:pathLst>
          </a:custGeom>
          <a:solidFill>
            <a:srgbClr val="99CC00">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1351"/>
          </a:p>
        </p:txBody>
      </p:sp>
      <p:sp>
        <p:nvSpPr>
          <p:cNvPr id="59399" name="Freeform 26">
            <a:extLst>
              <a:ext uri="{FF2B5EF4-FFF2-40B4-BE49-F238E27FC236}">
                <a16:creationId xmlns:a16="http://schemas.microsoft.com/office/drawing/2014/main" id="{90BB175A-5C7F-4079-B1E1-CF2506D809C9}"/>
              </a:ext>
            </a:extLst>
          </p:cNvPr>
          <p:cNvSpPr>
            <a:spLocks noChangeAspect="1"/>
          </p:cNvSpPr>
          <p:nvPr/>
        </p:nvSpPr>
        <p:spPr bwMode="auto">
          <a:xfrm>
            <a:off x="2671763" y="4233864"/>
            <a:ext cx="1325563" cy="1330325"/>
          </a:xfrm>
          <a:custGeom>
            <a:avLst/>
            <a:gdLst>
              <a:gd name="T0" fmla="*/ 0 w 2037"/>
              <a:gd name="T1" fmla="*/ 0 h 2041"/>
              <a:gd name="T2" fmla="*/ 2147483647 w 2037"/>
              <a:gd name="T3" fmla="*/ 2147483647 h 2041"/>
              <a:gd name="T4" fmla="*/ 2147483647 w 2037"/>
              <a:gd name="T5" fmla="*/ 2147483647 h 2041"/>
              <a:gd name="T6" fmla="*/ 2147483647 w 2037"/>
              <a:gd name="T7" fmla="*/ 2147483647 h 2041"/>
              <a:gd name="T8" fmla="*/ 2147483647 w 2037"/>
              <a:gd name="T9" fmla="*/ 2147483647 h 2041"/>
              <a:gd name="T10" fmla="*/ 2147483647 w 2037"/>
              <a:gd name="T11" fmla="*/ 2147483647 h 2041"/>
              <a:gd name="T12" fmla="*/ 2147483647 w 2037"/>
              <a:gd name="T13" fmla="*/ 2147483647 h 2041"/>
              <a:gd name="T14" fmla="*/ 2147483647 w 2037"/>
              <a:gd name="T15" fmla="*/ 2147483647 h 2041"/>
              <a:gd name="T16" fmla="*/ 2147483647 w 2037"/>
              <a:gd name="T17" fmla="*/ 2147483647 h 2041"/>
              <a:gd name="T18" fmla="*/ 2147483647 w 2037"/>
              <a:gd name="T19" fmla="*/ 2147483647 h 2041"/>
              <a:gd name="T20" fmla="*/ 2147483647 w 2037"/>
              <a:gd name="T21" fmla="*/ 2147483647 h 2041"/>
              <a:gd name="T22" fmla="*/ 2147483647 w 2037"/>
              <a:gd name="T23" fmla="*/ 2147483647 h 2041"/>
              <a:gd name="T24" fmla="*/ 2147483647 w 2037"/>
              <a:gd name="T25" fmla="*/ 2147483647 h 2041"/>
              <a:gd name="T26" fmla="*/ 2147483647 w 2037"/>
              <a:gd name="T27" fmla="*/ 2147483647 h 2041"/>
              <a:gd name="T28" fmla="*/ 2147483647 w 2037"/>
              <a:gd name="T29" fmla="*/ 2147483647 h 2041"/>
              <a:gd name="T30" fmla="*/ 2147483647 w 2037"/>
              <a:gd name="T31" fmla="*/ 0 h 2041"/>
              <a:gd name="T32" fmla="*/ 0 w 2037"/>
              <a:gd name="T33" fmla="*/ 0 h 2041"/>
              <a:gd name="T34" fmla="*/ 0 w 2037"/>
              <a:gd name="T35" fmla="*/ 0 h 20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7"/>
              <a:gd name="T55" fmla="*/ 0 h 2041"/>
              <a:gd name="T56" fmla="*/ 2037 w 2037"/>
              <a:gd name="T57" fmla="*/ 2041 h 20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7" h="2041">
                <a:moveTo>
                  <a:pt x="0" y="0"/>
                </a:moveTo>
                <a:lnTo>
                  <a:pt x="40" y="412"/>
                </a:lnTo>
                <a:lnTo>
                  <a:pt x="160" y="794"/>
                </a:lnTo>
                <a:lnTo>
                  <a:pt x="246" y="971"/>
                </a:lnTo>
                <a:lnTo>
                  <a:pt x="348" y="1140"/>
                </a:lnTo>
                <a:lnTo>
                  <a:pt x="466" y="1298"/>
                </a:lnTo>
                <a:lnTo>
                  <a:pt x="529" y="1372"/>
                </a:lnTo>
                <a:lnTo>
                  <a:pt x="597" y="1442"/>
                </a:lnTo>
                <a:lnTo>
                  <a:pt x="668" y="1511"/>
                </a:lnTo>
                <a:lnTo>
                  <a:pt x="742" y="1574"/>
                </a:lnTo>
                <a:lnTo>
                  <a:pt x="898" y="1691"/>
                </a:lnTo>
                <a:lnTo>
                  <a:pt x="1067" y="1794"/>
                </a:lnTo>
                <a:lnTo>
                  <a:pt x="1244" y="1880"/>
                </a:lnTo>
                <a:lnTo>
                  <a:pt x="1626" y="1999"/>
                </a:lnTo>
                <a:lnTo>
                  <a:pt x="2037" y="2041"/>
                </a:lnTo>
                <a:lnTo>
                  <a:pt x="2037" y="0"/>
                </a:lnTo>
                <a:lnTo>
                  <a:pt x="0" y="0"/>
                </a:lnTo>
                <a:close/>
              </a:path>
            </a:pathLst>
          </a:custGeom>
          <a:solidFill>
            <a:srgbClr val="99CC00">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1351"/>
          </a:p>
        </p:txBody>
      </p:sp>
      <p:sp>
        <p:nvSpPr>
          <p:cNvPr id="59400" name="Freeform 27">
            <a:extLst>
              <a:ext uri="{FF2B5EF4-FFF2-40B4-BE49-F238E27FC236}">
                <a16:creationId xmlns:a16="http://schemas.microsoft.com/office/drawing/2014/main" id="{467F2F1B-7455-441F-AC23-4FAE00D922C0}"/>
              </a:ext>
            </a:extLst>
          </p:cNvPr>
          <p:cNvSpPr>
            <a:spLocks noChangeAspect="1"/>
          </p:cNvSpPr>
          <p:nvPr/>
        </p:nvSpPr>
        <p:spPr bwMode="auto">
          <a:xfrm>
            <a:off x="3240089" y="4237039"/>
            <a:ext cx="769937" cy="773112"/>
          </a:xfrm>
          <a:custGeom>
            <a:avLst/>
            <a:gdLst>
              <a:gd name="T0" fmla="*/ 0 w 2037"/>
              <a:gd name="T1" fmla="*/ 0 h 2041"/>
              <a:gd name="T2" fmla="*/ 2147483647 w 2037"/>
              <a:gd name="T3" fmla="*/ 2147483647 h 2041"/>
              <a:gd name="T4" fmla="*/ 2147483647 w 2037"/>
              <a:gd name="T5" fmla="*/ 2147483647 h 2041"/>
              <a:gd name="T6" fmla="*/ 2147483647 w 2037"/>
              <a:gd name="T7" fmla="*/ 2147483647 h 2041"/>
              <a:gd name="T8" fmla="*/ 2147483647 w 2037"/>
              <a:gd name="T9" fmla="*/ 2147483647 h 2041"/>
              <a:gd name="T10" fmla="*/ 2147483647 w 2037"/>
              <a:gd name="T11" fmla="*/ 2147483647 h 2041"/>
              <a:gd name="T12" fmla="*/ 2147483647 w 2037"/>
              <a:gd name="T13" fmla="*/ 2147483647 h 2041"/>
              <a:gd name="T14" fmla="*/ 2147483647 w 2037"/>
              <a:gd name="T15" fmla="*/ 2147483647 h 2041"/>
              <a:gd name="T16" fmla="*/ 2147483647 w 2037"/>
              <a:gd name="T17" fmla="*/ 2147483647 h 2041"/>
              <a:gd name="T18" fmla="*/ 2147483647 w 2037"/>
              <a:gd name="T19" fmla="*/ 2147483647 h 2041"/>
              <a:gd name="T20" fmla="*/ 2147483647 w 2037"/>
              <a:gd name="T21" fmla="*/ 2147483647 h 2041"/>
              <a:gd name="T22" fmla="*/ 2147483647 w 2037"/>
              <a:gd name="T23" fmla="*/ 2147483647 h 2041"/>
              <a:gd name="T24" fmla="*/ 2147483647 w 2037"/>
              <a:gd name="T25" fmla="*/ 2147483647 h 2041"/>
              <a:gd name="T26" fmla="*/ 2147483647 w 2037"/>
              <a:gd name="T27" fmla="*/ 2147483647 h 2041"/>
              <a:gd name="T28" fmla="*/ 2147483647 w 2037"/>
              <a:gd name="T29" fmla="*/ 2147483647 h 2041"/>
              <a:gd name="T30" fmla="*/ 2147483647 w 2037"/>
              <a:gd name="T31" fmla="*/ 0 h 2041"/>
              <a:gd name="T32" fmla="*/ 0 w 2037"/>
              <a:gd name="T33" fmla="*/ 0 h 2041"/>
              <a:gd name="T34" fmla="*/ 0 w 2037"/>
              <a:gd name="T35" fmla="*/ 0 h 20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7"/>
              <a:gd name="T55" fmla="*/ 0 h 2041"/>
              <a:gd name="T56" fmla="*/ 2037 w 2037"/>
              <a:gd name="T57" fmla="*/ 2041 h 20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7" h="2041">
                <a:moveTo>
                  <a:pt x="0" y="0"/>
                </a:moveTo>
                <a:lnTo>
                  <a:pt x="40" y="412"/>
                </a:lnTo>
                <a:lnTo>
                  <a:pt x="160" y="794"/>
                </a:lnTo>
                <a:lnTo>
                  <a:pt x="246" y="971"/>
                </a:lnTo>
                <a:lnTo>
                  <a:pt x="348" y="1140"/>
                </a:lnTo>
                <a:lnTo>
                  <a:pt x="466" y="1298"/>
                </a:lnTo>
                <a:lnTo>
                  <a:pt x="529" y="1372"/>
                </a:lnTo>
                <a:lnTo>
                  <a:pt x="597" y="1442"/>
                </a:lnTo>
                <a:lnTo>
                  <a:pt x="668" y="1511"/>
                </a:lnTo>
                <a:lnTo>
                  <a:pt x="742" y="1574"/>
                </a:lnTo>
                <a:lnTo>
                  <a:pt x="898" y="1691"/>
                </a:lnTo>
                <a:lnTo>
                  <a:pt x="1067" y="1794"/>
                </a:lnTo>
                <a:lnTo>
                  <a:pt x="1244" y="1880"/>
                </a:lnTo>
                <a:lnTo>
                  <a:pt x="1626" y="1999"/>
                </a:lnTo>
                <a:lnTo>
                  <a:pt x="2037" y="2041"/>
                </a:lnTo>
                <a:lnTo>
                  <a:pt x="2037" y="0"/>
                </a:lnTo>
                <a:lnTo>
                  <a:pt x="0" y="0"/>
                </a:lnTo>
                <a:close/>
              </a:path>
            </a:pathLst>
          </a:custGeom>
          <a:solidFill>
            <a:srgbClr val="008000">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1351"/>
          </a:p>
        </p:txBody>
      </p:sp>
      <p:sp>
        <p:nvSpPr>
          <p:cNvPr id="59401" name="Line 28">
            <a:extLst>
              <a:ext uri="{FF2B5EF4-FFF2-40B4-BE49-F238E27FC236}">
                <a16:creationId xmlns:a16="http://schemas.microsoft.com/office/drawing/2014/main" id="{34F5551E-9B38-46CB-B724-236DAA820185}"/>
              </a:ext>
            </a:extLst>
          </p:cNvPr>
          <p:cNvSpPr>
            <a:spLocks noChangeAspect="1" noChangeShapeType="1"/>
          </p:cNvSpPr>
          <p:nvPr/>
        </p:nvSpPr>
        <p:spPr bwMode="auto">
          <a:xfrm>
            <a:off x="1847851" y="4221163"/>
            <a:ext cx="2163763" cy="0"/>
          </a:xfrm>
          <a:prstGeom prst="line">
            <a:avLst/>
          </a:prstGeom>
          <a:noFill/>
          <a:ln w="38100">
            <a:solidFill>
              <a:srgbClr val="002960"/>
            </a:solidFill>
            <a:round/>
            <a:headEnd type="triangle" w="med" len="med"/>
            <a:tailEnd/>
          </a:ln>
          <a:extLst>
            <a:ext uri="{909E8E84-426E-40DD-AFC4-6F175D3DCCD1}">
              <a14:hiddenFill xmlns:a14="http://schemas.microsoft.com/office/drawing/2010/main">
                <a:noFill/>
              </a14:hiddenFill>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1351"/>
          </a:p>
        </p:txBody>
      </p:sp>
      <p:sp>
        <p:nvSpPr>
          <p:cNvPr id="59402" name="Line 29">
            <a:extLst>
              <a:ext uri="{FF2B5EF4-FFF2-40B4-BE49-F238E27FC236}">
                <a16:creationId xmlns:a16="http://schemas.microsoft.com/office/drawing/2014/main" id="{4F2E670C-9047-4C97-8797-F6F30C8FC14F}"/>
              </a:ext>
            </a:extLst>
          </p:cNvPr>
          <p:cNvSpPr>
            <a:spLocks noChangeAspect="1" noChangeShapeType="1"/>
          </p:cNvSpPr>
          <p:nvPr/>
        </p:nvSpPr>
        <p:spPr bwMode="auto">
          <a:xfrm>
            <a:off x="3994151" y="4229101"/>
            <a:ext cx="0" cy="2093913"/>
          </a:xfrm>
          <a:prstGeom prst="line">
            <a:avLst/>
          </a:prstGeom>
          <a:noFill/>
          <a:ln w="38100">
            <a:solidFill>
              <a:srgbClr val="00296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1351"/>
          </a:p>
        </p:txBody>
      </p:sp>
      <p:sp>
        <p:nvSpPr>
          <p:cNvPr id="59403" name="Text Box 30">
            <a:extLst>
              <a:ext uri="{FF2B5EF4-FFF2-40B4-BE49-F238E27FC236}">
                <a16:creationId xmlns:a16="http://schemas.microsoft.com/office/drawing/2014/main" id="{945C99DA-B3A0-4D5B-AB6F-74290D9AC53C}"/>
              </a:ext>
            </a:extLst>
          </p:cNvPr>
          <p:cNvSpPr txBox="1">
            <a:spLocks noChangeAspect="1" noChangeArrowheads="1"/>
          </p:cNvSpPr>
          <p:nvPr/>
        </p:nvSpPr>
        <p:spPr bwMode="auto">
          <a:xfrm rot="2491161">
            <a:off x="3278672" y="4427965"/>
            <a:ext cx="586409" cy="276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0"/>
              </a:spcBef>
            </a:pPr>
            <a:r>
              <a:rPr lang="en-US" altLang="es-AR" sz="1200">
                <a:solidFill>
                  <a:srgbClr val="FFFFFF"/>
                </a:solidFill>
              </a:rPr>
              <a:t>Weak</a:t>
            </a:r>
          </a:p>
        </p:txBody>
      </p:sp>
      <p:sp>
        <p:nvSpPr>
          <p:cNvPr id="59404" name="Text Box 31">
            <a:extLst>
              <a:ext uri="{FF2B5EF4-FFF2-40B4-BE49-F238E27FC236}">
                <a16:creationId xmlns:a16="http://schemas.microsoft.com/office/drawing/2014/main" id="{BE0162DD-73DD-4188-ABD7-613F913E948F}"/>
              </a:ext>
            </a:extLst>
          </p:cNvPr>
          <p:cNvSpPr txBox="1">
            <a:spLocks noChangeAspect="1" noChangeArrowheads="1"/>
          </p:cNvSpPr>
          <p:nvPr/>
        </p:nvSpPr>
        <p:spPr bwMode="auto">
          <a:xfrm rot="2491161">
            <a:off x="2915307" y="4796265"/>
            <a:ext cx="714651" cy="276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0"/>
              </a:spcBef>
            </a:pPr>
            <a:r>
              <a:rPr lang="en-US" altLang="es-AR" sz="1200">
                <a:solidFill>
                  <a:srgbClr val="002960"/>
                </a:solidFill>
              </a:rPr>
              <a:t>Robust</a:t>
            </a:r>
          </a:p>
        </p:txBody>
      </p:sp>
      <p:sp>
        <p:nvSpPr>
          <p:cNvPr id="59405" name="Text Box 32">
            <a:extLst>
              <a:ext uri="{FF2B5EF4-FFF2-40B4-BE49-F238E27FC236}">
                <a16:creationId xmlns:a16="http://schemas.microsoft.com/office/drawing/2014/main" id="{4B4D4EAC-FB3D-43FD-833D-866B218645E5}"/>
              </a:ext>
            </a:extLst>
          </p:cNvPr>
          <p:cNvSpPr txBox="1">
            <a:spLocks noChangeAspect="1" noChangeArrowheads="1"/>
          </p:cNvSpPr>
          <p:nvPr/>
        </p:nvSpPr>
        <p:spPr bwMode="auto">
          <a:xfrm rot="2491161">
            <a:off x="2481415" y="5253465"/>
            <a:ext cx="928384" cy="276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0"/>
              </a:spcBef>
            </a:pPr>
            <a:r>
              <a:rPr lang="en-US" altLang="es-AR" sz="1200">
                <a:solidFill>
                  <a:srgbClr val="002960"/>
                </a:solidFill>
              </a:rPr>
              <a:t>Optimized</a:t>
            </a:r>
          </a:p>
        </p:txBody>
      </p:sp>
      <p:sp>
        <p:nvSpPr>
          <p:cNvPr id="59406" name="Text Box 33">
            <a:extLst>
              <a:ext uri="{FF2B5EF4-FFF2-40B4-BE49-F238E27FC236}">
                <a16:creationId xmlns:a16="http://schemas.microsoft.com/office/drawing/2014/main" id="{168426C6-C543-48D1-91AB-A6D42A0D22B0}"/>
              </a:ext>
            </a:extLst>
          </p:cNvPr>
          <p:cNvSpPr txBox="1">
            <a:spLocks noChangeAspect="1" noChangeArrowheads="1"/>
          </p:cNvSpPr>
          <p:nvPr/>
        </p:nvSpPr>
        <p:spPr bwMode="auto">
          <a:xfrm rot="2491161">
            <a:off x="1944188" y="5616693"/>
            <a:ext cx="1063037" cy="307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3" tIns="45701" rIns="91403" bIns="45701">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0"/>
              </a:spcBef>
            </a:pPr>
            <a:r>
              <a:rPr lang="en-US" altLang="es-AR" sz="1400">
                <a:solidFill>
                  <a:srgbClr val="008000"/>
                </a:solidFill>
              </a:rPr>
              <a:t>PROCESS</a:t>
            </a:r>
          </a:p>
        </p:txBody>
      </p:sp>
      <p:pic>
        <p:nvPicPr>
          <p:cNvPr id="59407" name="Picture 21">
            <a:extLst>
              <a:ext uri="{FF2B5EF4-FFF2-40B4-BE49-F238E27FC236}">
                <a16:creationId xmlns:a16="http://schemas.microsoft.com/office/drawing/2014/main" id="{413C2C9B-CD22-4D90-9004-34BF392A64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98077" y="174626"/>
            <a:ext cx="5048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9408" name="Rectangle 20">
            <a:extLst>
              <a:ext uri="{FF2B5EF4-FFF2-40B4-BE49-F238E27FC236}">
                <a16:creationId xmlns:a16="http://schemas.microsoft.com/office/drawing/2014/main" id="{81514A2D-CC0D-486A-9499-B1FFF3718B39}"/>
              </a:ext>
            </a:extLst>
          </p:cNvPr>
          <p:cNvSpPr>
            <a:spLocks noChangeArrowheads="1"/>
          </p:cNvSpPr>
          <p:nvPr/>
        </p:nvSpPr>
        <p:spPr bwMode="auto">
          <a:xfrm>
            <a:off x="4857750" y="5272089"/>
            <a:ext cx="5964239" cy="152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square" lIns="93247" tIns="93247" rIns="93247" bIns="93247">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20000"/>
              </a:spcBef>
              <a:buClr>
                <a:srgbClr val="D77C2A"/>
              </a:buClr>
              <a:buFont typeface="Wingdings" panose="05000000000000000000" pitchFamily="2" charset="2"/>
              <a:buNone/>
            </a:pPr>
            <a:r>
              <a:rPr lang="en-US" altLang="es-AR" sz="1500">
                <a:solidFill>
                  <a:srgbClr val="002960"/>
                </a:solidFill>
              </a:rPr>
              <a:t>SUB-OPTIMAL TEAM </a:t>
            </a:r>
            <a:r>
              <a:rPr lang="en-US" altLang="es-AR" sz="1500">
                <a:solidFill>
                  <a:srgbClr val="009900"/>
                </a:solidFill>
                <a:sym typeface="Wingdings 3" panose="05040102010807070707" pitchFamily="18" charset="2"/>
              </a:rPr>
              <a:t></a:t>
            </a:r>
            <a:endParaRPr lang="en-US" altLang="es-AR" sz="1500">
              <a:solidFill>
                <a:srgbClr val="002960"/>
              </a:solidFill>
            </a:endParaRPr>
          </a:p>
          <a:p>
            <a:pPr eaLnBrk="1" hangingPunct="1">
              <a:spcBef>
                <a:spcPct val="20000"/>
              </a:spcBef>
              <a:buClr>
                <a:srgbClr val="008000"/>
              </a:buClr>
              <a:buFontTx/>
              <a:buChar char="•"/>
            </a:pPr>
            <a:r>
              <a:rPr lang="en-US" altLang="es-AR" sz="1200" b="0">
                <a:solidFill>
                  <a:srgbClr val="002960"/>
                </a:solidFill>
              </a:rPr>
              <a:t>Team’s interactions are unstructured and chaotic.</a:t>
            </a:r>
          </a:p>
          <a:p>
            <a:pPr eaLnBrk="1" hangingPunct="1">
              <a:spcBef>
                <a:spcPct val="20000"/>
              </a:spcBef>
              <a:buClr>
                <a:srgbClr val="008000"/>
              </a:buClr>
              <a:buFontTx/>
              <a:buChar char="•"/>
            </a:pPr>
            <a:r>
              <a:rPr lang="en-US" altLang="es-AR" sz="1200" b="0">
                <a:solidFill>
                  <a:srgbClr val="002960"/>
                </a:solidFill>
              </a:rPr>
              <a:t>There is no defined output or agenda for team meetings.</a:t>
            </a:r>
          </a:p>
          <a:p>
            <a:pPr eaLnBrk="1" hangingPunct="1">
              <a:spcBef>
                <a:spcPct val="20000"/>
              </a:spcBef>
              <a:buClr>
                <a:srgbClr val="008000"/>
              </a:buClr>
              <a:buFontTx/>
              <a:buChar char="•"/>
            </a:pPr>
            <a:r>
              <a:rPr lang="en-US" altLang="es-AR" sz="1200" b="0">
                <a:solidFill>
                  <a:srgbClr val="002960"/>
                </a:solidFill>
              </a:rPr>
              <a:t>Team members do not have the necessary information to contribute effectively.</a:t>
            </a:r>
          </a:p>
          <a:p>
            <a:pPr eaLnBrk="1" hangingPunct="1">
              <a:spcBef>
                <a:spcPct val="20000"/>
              </a:spcBef>
              <a:buClr>
                <a:srgbClr val="008000"/>
              </a:buClr>
              <a:buFontTx/>
              <a:buChar char="•"/>
            </a:pPr>
            <a:r>
              <a:rPr lang="en-US" altLang="es-AR" sz="1200" b="0">
                <a:solidFill>
                  <a:srgbClr val="002960"/>
                </a:solidFill>
              </a:rPr>
              <a:t>Communication systems produce breakdowns.</a:t>
            </a:r>
          </a:p>
          <a:p>
            <a:pPr eaLnBrk="1" hangingPunct="1">
              <a:spcBef>
                <a:spcPct val="20000"/>
              </a:spcBef>
              <a:buClr>
                <a:srgbClr val="008000"/>
              </a:buClr>
              <a:buFontTx/>
              <a:buChar char="•"/>
            </a:pPr>
            <a:r>
              <a:rPr lang="en-US" altLang="es-AR" sz="1200" b="0">
                <a:solidFill>
                  <a:srgbClr val="002960"/>
                </a:solidFill>
              </a:rPr>
              <a:t>No joint work product.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1 Marcador de número de diapositiva"/>
          <p:cNvSpPr>
            <a:spLocks noGrp="1"/>
          </p:cNvSpPr>
          <p:nvPr>
            <p:ph type="sldNum" sz="quarter" idx="10"/>
          </p:nvPr>
        </p:nvSpPr>
        <p:spPr/>
        <p:txBody>
          <a:bodyPr/>
          <a:lstStyle/>
          <a:p>
            <a:pPr>
              <a:defRPr/>
            </a:pPr>
            <a:r>
              <a:rPr lang="en-US"/>
              <a:t>| </a:t>
            </a:r>
            <a:fld id="{C1C10754-67C1-4468-8B6E-0FF933D89FBB}" type="slidenum">
              <a:rPr lang="en-US">
                <a:solidFill>
                  <a:srgbClr val="B2B2B2"/>
                </a:solidFill>
              </a:rPr>
              <a:pPr>
                <a:defRPr/>
              </a:pPr>
              <a:t>20</a:t>
            </a:fld>
            <a:endParaRPr lang="en-US">
              <a:solidFill>
                <a:srgbClr val="B2B2B2"/>
              </a:solidFill>
            </a:endParaRPr>
          </a:p>
        </p:txBody>
      </p:sp>
      <p:sp>
        <p:nvSpPr>
          <p:cNvPr id="1040" name="Rectangle 2"/>
          <p:cNvSpPr>
            <a:spLocks noGrp="1" noChangeArrowheads="1"/>
          </p:cNvSpPr>
          <p:nvPr>
            <p:ph type="title" idx="4294967295"/>
          </p:nvPr>
        </p:nvSpPr>
        <p:spPr/>
        <p:txBody>
          <a:bodyPr anchor="ctr"/>
          <a:lstStyle/>
          <a:p>
            <a:r>
              <a:rPr lang="en-US"/>
              <a:t>seamless processes</a:t>
            </a:r>
            <a:endParaRPr lang="es-ES"/>
          </a:p>
        </p:txBody>
      </p:sp>
      <p:sp>
        <p:nvSpPr>
          <p:cNvPr id="1041" name="Oval 43"/>
          <p:cNvSpPr>
            <a:spLocks noChangeArrowheads="1"/>
          </p:cNvSpPr>
          <p:nvPr/>
        </p:nvSpPr>
        <p:spPr bwMode="auto">
          <a:xfrm>
            <a:off x="3879850" y="1720850"/>
            <a:ext cx="4191000" cy="4191000"/>
          </a:xfrm>
          <a:prstGeom prst="ellipse">
            <a:avLst/>
          </a:prstGeom>
          <a:gradFill rotWithShape="1">
            <a:gsLst>
              <a:gs pos="0">
                <a:srgbClr val="32A063"/>
              </a:gs>
              <a:gs pos="100000">
                <a:srgbClr val="FFFFFF"/>
              </a:gs>
            </a:gsLst>
            <a:path path="shape">
              <a:fillToRect l="50000" t="50000" r="50000" b="50000"/>
            </a:path>
          </a:gradFill>
          <a:ln w="28575">
            <a:solidFill>
              <a:srgbClr val="32A063"/>
            </a:solidFill>
            <a:round/>
            <a:headEnd/>
            <a:tailEnd/>
          </a:ln>
        </p:spPr>
        <p:txBody>
          <a:bodyPr wrap="none" anchor="ctr"/>
          <a:lstStyle/>
          <a:p>
            <a:pPr eaLnBrk="1" hangingPunct="1">
              <a:spcBef>
                <a:spcPct val="0"/>
              </a:spcBef>
            </a:pPr>
            <a:endParaRPr lang="en-US" sz="2000"/>
          </a:p>
        </p:txBody>
      </p:sp>
      <p:grpSp>
        <p:nvGrpSpPr>
          <p:cNvPr id="4" name="Diagram 2"/>
          <p:cNvGrpSpPr>
            <a:grpSpLocks/>
          </p:cNvGrpSpPr>
          <p:nvPr/>
        </p:nvGrpSpPr>
        <p:grpSpPr bwMode="auto">
          <a:xfrm>
            <a:off x="4278314" y="2236787"/>
            <a:ext cx="3395663" cy="3346450"/>
            <a:chOff x="1578" y="1396"/>
            <a:chExt cx="2139" cy="2108"/>
          </a:xfrm>
        </p:grpSpPr>
        <p:sp>
          <p:nvSpPr>
            <p:cNvPr id="5" name="_s1028"/>
            <p:cNvSpPr>
              <a:spLocks noChangeArrowheads="1" noTextEdit="1"/>
            </p:cNvSpPr>
            <p:nvPr/>
          </p:nvSpPr>
          <p:spPr bwMode="auto">
            <a:xfrm>
              <a:off x="2051" y="1396"/>
              <a:ext cx="1192" cy="1194"/>
            </a:xfrm>
            <a:custGeom>
              <a:avLst/>
              <a:gdLst>
                <a:gd name="G0" fmla="+- -5505024 0 0"/>
                <a:gd name="G1" fmla="+- -7471104 0 0"/>
                <a:gd name="G2" fmla="+- -5505024 0 -7471104"/>
                <a:gd name="G3" fmla="+- 10800 0 0"/>
                <a:gd name="G4" fmla="+- 0 0 -5505024"/>
                <a:gd name="T0" fmla="*/ 360 256 1"/>
                <a:gd name="T1" fmla="*/ 0 256 1"/>
                <a:gd name="G5" fmla="+- G2 T0 T1"/>
                <a:gd name="G6" fmla="?: G2 G2 G5"/>
                <a:gd name="G7" fmla="+- 0 0 G6"/>
                <a:gd name="G8" fmla="+- 7200 0 0"/>
                <a:gd name="G9" fmla="+- 0 0 -7471104"/>
                <a:gd name="G10" fmla="+- 7200 0 2700"/>
                <a:gd name="G11" fmla="cos G10 -5505024"/>
                <a:gd name="G12" fmla="sin G10 -5505024"/>
                <a:gd name="G13" fmla="cos 13500 -5505024"/>
                <a:gd name="G14" fmla="sin 13500 -5505024"/>
                <a:gd name="G15" fmla="+- G11 10800 0"/>
                <a:gd name="G16" fmla="+- G12 10800 0"/>
                <a:gd name="G17" fmla="+- G13 10800 0"/>
                <a:gd name="G18" fmla="+- G14 10800 0"/>
                <a:gd name="G19" fmla="*/ 7200 1 2"/>
                <a:gd name="G20" fmla="+- G19 5400 0"/>
                <a:gd name="G21" fmla="cos G20 -5505024"/>
                <a:gd name="G22" fmla="sin G20 -5505024"/>
                <a:gd name="G23" fmla="+- G21 10800 0"/>
                <a:gd name="G24" fmla="+- G12 G23 G22"/>
                <a:gd name="G25" fmla="+- G22 G23 G11"/>
                <a:gd name="G26" fmla="cos 10800 -5505024"/>
                <a:gd name="G27" fmla="sin 10800 -5505024"/>
                <a:gd name="G28" fmla="cos 7200 -5505024"/>
                <a:gd name="G29" fmla="sin 7200 -5505024"/>
                <a:gd name="G30" fmla="+- G26 10800 0"/>
                <a:gd name="G31" fmla="+- G27 10800 0"/>
                <a:gd name="G32" fmla="+- G28 10800 0"/>
                <a:gd name="G33" fmla="+- G29 10800 0"/>
                <a:gd name="G34" fmla="+- G19 5400 0"/>
                <a:gd name="G35" fmla="cos G34 -7471104"/>
                <a:gd name="G36" fmla="sin G34 -7471104"/>
                <a:gd name="G37" fmla="+/ -7471104 -5505024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110 w 21600"/>
                <a:gd name="T5" fmla="*/ 132 h 21600"/>
                <a:gd name="T6" fmla="*/ 7139 w 21600"/>
                <a:gd name="T7" fmla="*/ 2578 h 21600"/>
                <a:gd name="T8" fmla="*/ 9673 w 21600"/>
                <a:gd name="T9" fmla="*/ 3688 h 21600"/>
                <a:gd name="T10" fmla="*/ 12211 w 21600"/>
                <a:gd name="T11" fmla="*/ -2627 h 21600"/>
                <a:gd name="T12" fmla="*/ 16215 w 21600"/>
                <a:gd name="T13" fmla="*/ 2319 h 21600"/>
                <a:gd name="T14" fmla="*/ 11270 w 21600"/>
                <a:gd name="T15" fmla="*/ 6324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552" y="3639"/>
                  </a:moveTo>
                  <a:cubicBezTo>
                    <a:pt x="11302" y="3613"/>
                    <a:pt x="11051" y="3600"/>
                    <a:pt x="10800" y="3600"/>
                  </a:cubicBezTo>
                  <a:cubicBezTo>
                    <a:pt x="9790" y="3599"/>
                    <a:pt x="8793" y="3812"/>
                    <a:pt x="7871" y="4222"/>
                  </a:cubicBezTo>
                  <a:lnTo>
                    <a:pt x="6407" y="933"/>
                  </a:lnTo>
                  <a:cubicBezTo>
                    <a:pt x="7789" y="318"/>
                    <a:pt x="9286" y="-1"/>
                    <a:pt x="10800" y="0"/>
                  </a:cubicBezTo>
                  <a:cubicBezTo>
                    <a:pt x="11177" y="0"/>
                    <a:pt x="11553" y="19"/>
                    <a:pt x="11928" y="59"/>
                  </a:cubicBezTo>
                  <a:lnTo>
                    <a:pt x="12211" y="-2627"/>
                  </a:lnTo>
                  <a:lnTo>
                    <a:pt x="16215" y="2319"/>
                  </a:lnTo>
                  <a:lnTo>
                    <a:pt x="11270" y="6324"/>
                  </a:lnTo>
                  <a:lnTo>
                    <a:pt x="11552" y="3639"/>
                  </a:lnTo>
                  <a:close/>
                </a:path>
              </a:pathLst>
            </a:custGeom>
            <a:solidFill>
              <a:srgbClr val="32A063"/>
            </a:solidFill>
            <a:ln>
              <a:noFill/>
            </a:ln>
            <a:extLst>
              <a:ext uri="{91240B29-F687-4F45-9708-019B960494DF}">
                <a14:hiddenLine xmlns:a14="http://schemas.microsoft.com/office/drawing/2010/main" w="28575">
                  <a:solidFill>
                    <a:srgbClr val="3366FF"/>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6" name="_s1029"/>
            <p:cNvSpPr>
              <a:spLocks noChangeArrowheads="1" noTextEdit="1"/>
            </p:cNvSpPr>
            <p:nvPr/>
          </p:nvSpPr>
          <p:spPr bwMode="auto">
            <a:xfrm rot="4320000">
              <a:off x="2428" y="1672"/>
              <a:ext cx="1194" cy="1192"/>
            </a:xfrm>
            <a:custGeom>
              <a:avLst/>
              <a:gdLst>
                <a:gd name="G0" fmla="+- -5505024 0 0"/>
                <a:gd name="G1" fmla="+- -7471104 0 0"/>
                <a:gd name="G2" fmla="+- -5505024 0 -7471104"/>
                <a:gd name="G3" fmla="+- 10800 0 0"/>
                <a:gd name="G4" fmla="+- 0 0 -5505024"/>
                <a:gd name="T0" fmla="*/ 360 256 1"/>
                <a:gd name="T1" fmla="*/ 0 256 1"/>
                <a:gd name="G5" fmla="+- G2 T0 T1"/>
                <a:gd name="G6" fmla="?: G2 G2 G5"/>
                <a:gd name="G7" fmla="+- 0 0 G6"/>
                <a:gd name="G8" fmla="+- 7200 0 0"/>
                <a:gd name="G9" fmla="+- 0 0 -7471104"/>
                <a:gd name="G10" fmla="+- 7200 0 2700"/>
                <a:gd name="G11" fmla="cos G10 -5505024"/>
                <a:gd name="G12" fmla="sin G10 -5505024"/>
                <a:gd name="G13" fmla="cos 13500 -5505024"/>
                <a:gd name="G14" fmla="sin 13500 -5505024"/>
                <a:gd name="G15" fmla="+- G11 10800 0"/>
                <a:gd name="G16" fmla="+- G12 10800 0"/>
                <a:gd name="G17" fmla="+- G13 10800 0"/>
                <a:gd name="G18" fmla="+- G14 10800 0"/>
                <a:gd name="G19" fmla="*/ 7200 1 2"/>
                <a:gd name="G20" fmla="+- G19 5400 0"/>
                <a:gd name="G21" fmla="cos G20 -5505024"/>
                <a:gd name="G22" fmla="sin G20 -5505024"/>
                <a:gd name="G23" fmla="+- G21 10800 0"/>
                <a:gd name="G24" fmla="+- G12 G23 G22"/>
                <a:gd name="G25" fmla="+- G22 G23 G11"/>
                <a:gd name="G26" fmla="cos 10800 -5505024"/>
                <a:gd name="G27" fmla="sin 10800 -5505024"/>
                <a:gd name="G28" fmla="cos 7200 -5505024"/>
                <a:gd name="G29" fmla="sin 7200 -5505024"/>
                <a:gd name="G30" fmla="+- G26 10800 0"/>
                <a:gd name="G31" fmla="+- G27 10800 0"/>
                <a:gd name="G32" fmla="+- G28 10800 0"/>
                <a:gd name="G33" fmla="+- G29 10800 0"/>
                <a:gd name="G34" fmla="+- G19 5400 0"/>
                <a:gd name="G35" fmla="cos G34 -7471104"/>
                <a:gd name="G36" fmla="sin G34 -7471104"/>
                <a:gd name="G37" fmla="+/ -7471104 -5505024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110 w 21600"/>
                <a:gd name="T5" fmla="*/ 132 h 21600"/>
                <a:gd name="T6" fmla="*/ 7139 w 21600"/>
                <a:gd name="T7" fmla="*/ 2578 h 21600"/>
                <a:gd name="T8" fmla="*/ 9673 w 21600"/>
                <a:gd name="T9" fmla="*/ 3688 h 21600"/>
                <a:gd name="T10" fmla="*/ 12211 w 21600"/>
                <a:gd name="T11" fmla="*/ -2627 h 21600"/>
                <a:gd name="T12" fmla="*/ 16215 w 21600"/>
                <a:gd name="T13" fmla="*/ 2319 h 21600"/>
                <a:gd name="T14" fmla="*/ 11270 w 21600"/>
                <a:gd name="T15" fmla="*/ 6324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552" y="3639"/>
                  </a:moveTo>
                  <a:cubicBezTo>
                    <a:pt x="11302" y="3613"/>
                    <a:pt x="11051" y="3600"/>
                    <a:pt x="10800" y="3600"/>
                  </a:cubicBezTo>
                  <a:cubicBezTo>
                    <a:pt x="9790" y="3599"/>
                    <a:pt x="8793" y="3812"/>
                    <a:pt x="7871" y="4222"/>
                  </a:cubicBezTo>
                  <a:lnTo>
                    <a:pt x="6407" y="933"/>
                  </a:lnTo>
                  <a:cubicBezTo>
                    <a:pt x="7789" y="318"/>
                    <a:pt x="9286" y="-1"/>
                    <a:pt x="10800" y="0"/>
                  </a:cubicBezTo>
                  <a:cubicBezTo>
                    <a:pt x="11177" y="0"/>
                    <a:pt x="11553" y="19"/>
                    <a:pt x="11928" y="59"/>
                  </a:cubicBezTo>
                  <a:lnTo>
                    <a:pt x="12211" y="-2627"/>
                  </a:lnTo>
                  <a:lnTo>
                    <a:pt x="16215" y="2319"/>
                  </a:lnTo>
                  <a:lnTo>
                    <a:pt x="11270" y="6324"/>
                  </a:lnTo>
                  <a:lnTo>
                    <a:pt x="11552" y="3639"/>
                  </a:lnTo>
                  <a:close/>
                </a:path>
              </a:pathLst>
            </a:custGeom>
            <a:solidFill>
              <a:srgbClr val="32A063"/>
            </a:solidFill>
            <a:ln>
              <a:noFill/>
            </a:ln>
            <a:extLst>
              <a:ext uri="{91240B29-F687-4F45-9708-019B960494DF}">
                <a14:hiddenLine xmlns:a14="http://schemas.microsoft.com/office/drawing/2010/main" w="28575">
                  <a:solidFill>
                    <a:srgbClr val="FF66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7" name="_s1030"/>
            <p:cNvSpPr>
              <a:spLocks noChangeArrowheads="1" noTextEdit="1"/>
            </p:cNvSpPr>
            <p:nvPr/>
          </p:nvSpPr>
          <p:spPr bwMode="auto">
            <a:xfrm rot="8640000">
              <a:off x="2285" y="2116"/>
              <a:ext cx="1192" cy="1193"/>
            </a:xfrm>
            <a:custGeom>
              <a:avLst/>
              <a:gdLst>
                <a:gd name="G0" fmla="+- -5505024 0 0"/>
                <a:gd name="G1" fmla="+- -7471104 0 0"/>
                <a:gd name="G2" fmla="+- -5505024 0 -7471104"/>
                <a:gd name="G3" fmla="+- 10800 0 0"/>
                <a:gd name="G4" fmla="+- 0 0 -5505024"/>
                <a:gd name="T0" fmla="*/ 360 256 1"/>
                <a:gd name="T1" fmla="*/ 0 256 1"/>
                <a:gd name="G5" fmla="+- G2 T0 T1"/>
                <a:gd name="G6" fmla="?: G2 G2 G5"/>
                <a:gd name="G7" fmla="+- 0 0 G6"/>
                <a:gd name="G8" fmla="+- 7200 0 0"/>
                <a:gd name="G9" fmla="+- 0 0 -7471104"/>
                <a:gd name="G10" fmla="+- 7200 0 2700"/>
                <a:gd name="G11" fmla="cos G10 -5505024"/>
                <a:gd name="G12" fmla="sin G10 -5505024"/>
                <a:gd name="G13" fmla="cos 13500 -5505024"/>
                <a:gd name="G14" fmla="sin 13500 -5505024"/>
                <a:gd name="G15" fmla="+- G11 10800 0"/>
                <a:gd name="G16" fmla="+- G12 10800 0"/>
                <a:gd name="G17" fmla="+- G13 10800 0"/>
                <a:gd name="G18" fmla="+- G14 10800 0"/>
                <a:gd name="G19" fmla="*/ 7200 1 2"/>
                <a:gd name="G20" fmla="+- G19 5400 0"/>
                <a:gd name="G21" fmla="cos G20 -5505024"/>
                <a:gd name="G22" fmla="sin G20 -5505024"/>
                <a:gd name="G23" fmla="+- G21 10800 0"/>
                <a:gd name="G24" fmla="+- G12 G23 G22"/>
                <a:gd name="G25" fmla="+- G22 G23 G11"/>
                <a:gd name="G26" fmla="cos 10800 -5505024"/>
                <a:gd name="G27" fmla="sin 10800 -5505024"/>
                <a:gd name="G28" fmla="cos 7200 -5505024"/>
                <a:gd name="G29" fmla="sin 7200 -5505024"/>
                <a:gd name="G30" fmla="+- G26 10800 0"/>
                <a:gd name="G31" fmla="+- G27 10800 0"/>
                <a:gd name="G32" fmla="+- G28 10800 0"/>
                <a:gd name="G33" fmla="+- G29 10800 0"/>
                <a:gd name="G34" fmla="+- G19 5400 0"/>
                <a:gd name="G35" fmla="cos G34 -7471104"/>
                <a:gd name="G36" fmla="sin G34 -7471104"/>
                <a:gd name="G37" fmla="+/ -7471104 -5505024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110 w 21600"/>
                <a:gd name="T5" fmla="*/ 132 h 21600"/>
                <a:gd name="T6" fmla="*/ 7139 w 21600"/>
                <a:gd name="T7" fmla="*/ 2578 h 21600"/>
                <a:gd name="T8" fmla="*/ 9673 w 21600"/>
                <a:gd name="T9" fmla="*/ 3688 h 21600"/>
                <a:gd name="T10" fmla="*/ 12211 w 21600"/>
                <a:gd name="T11" fmla="*/ -2627 h 21600"/>
                <a:gd name="T12" fmla="*/ 16215 w 21600"/>
                <a:gd name="T13" fmla="*/ 2319 h 21600"/>
                <a:gd name="T14" fmla="*/ 11270 w 21600"/>
                <a:gd name="T15" fmla="*/ 6324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552" y="3639"/>
                  </a:moveTo>
                  <a:cubicBezTo>
                    <a:pt x="11302" y="3613"/>
                    <a:pt x="11051" y="3600"/>
                    <a:pt x="10800" y="3600"/>
                  </a:cubicBezTo>
                  <a:cubicBezTo>
                    <a:pt x="9790" y="3599"/>
                    <a:pt x="8793" y="3812"/>
                    <a:pt x="7871" y="4222"/>
                  </a:cubicBezTo>
                  <a:lnTo>
                    <a:pt x="6407" y="933"/>
                  </a:lnTo>
                  <a:cubicBezTo>
                    <a:pt x="7789" y="318"/>
                    <a:pt x="9286" y="-1"/>
                    <a:pt x="10800" y="0"/>
                  </a:cubicBezTo>
                  <a:cubicBezTo>
                    <a:pt x="11177" y="0"/>
                    <a:pt x="11553" y="19"/>
                    <a:pt x="11928" y="59"/>
                  </a:cubicBezTo>
                  <a:lnTo>
                    <a:pt x="12211" y="-2627"/>
                  </a:lnTo>
                  <a:lnTo>
                    <a:pt x="16215" y="2319"/>
                  </a:lnTo>
                  <a:lnTo>
                    <a:pt x="11270" y="6324"/>
                  </a:lnTo>
                  <a:lnTo>
                    <a:pt x="11552" y="3639"/>
                  </a:lnTo>
                  <a:close/>
                </a:path>
              </a:pathLst>
            </a:custGeom>
            <a:solidFill>
              <a:srgbClr val="32A063"/>
            </a:solidFill>
            <a:ln>
              <a:noFill/>
            </a:ln>
            <a:extLst>
              <a:ext uri="{91240B29-F687-4F45-9708-019B960494DF}">
                <a14:hiddenLine xmlns:a14="http://schemas.microsoft.com/office/drawing/2010/main" w="28575">
                  <a:solidFill>
                    <a:srgbClr val="3366FF"/>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8" name="_s1031"/>
            <p:cNvSpPr>
              <a:spLocks noChangeArrowheads="1" noTextEdit="1"/>
            </p:cNvSpPr>
            <p:nvPr/>
          </p:nvSpPr>
          <p:spPr bwMode="auto">
            <a:xfrm rot="12960000">
              <a:off x="1816" y="2116"/>
              <a:ext cx="1192" cy="1193"/>
            </a:xfrm>
            <a:custGeom>
              <a:avLst/>
              <a:gdLst>
                <a:gd name="G0" fmla="+- -5505024 0 0"/>
                <a:gd name="G1" fmla="+- -7471104 0 0"/>
                <a:gd name="G2" fmla="+- -5505024 0 -7471104"/>
                <a:gd name="G3" fmla="+- 10800 0 0"/>
                <a:gd name="G4" fmla="+- 0 0 -5505024"/>
                <a:gd name="T0" fmla="*/ 360 256 1"/>
                <a:gd name="T1" fmla="*/ 0 256 1"/>
                <a:gd name="G5" fmla="+- G2 T0 T1"/>
                <a:gd name="G6" fmla="?: G2 G2 G5"/>
                <a:gd name="G7" fmla="+- 0 0 G6"/>
                <a:gd name="G8" fmla="+- 7200 0 0"/>
                <a:gd name="G9" fmla="+- 0 0 -7471104"/>
                <a:gd name="G10" fmla="+- 7200 0 2700"/>
                <a:gd name="G11" fmla="cos G10 -5505024"/>
                <a:gd name="G12" fmla="sin G10 -5505024"/>
                <a:gd name="G13" fmla="cos 13500 -5505024"/>
                <a:gd name="G14" fmla="sin 13500 -5505024"/>
                <a:gd name="G15" fmla="+- G11 10800 0"/>
                <a:gd name="G16" fmla="+- G12 10800 0"/>
                <a:gd name="G17" fmla="+- G13 10800 0"/>
                <a:gd name="G18" fmla="+- G14 10800 0"/>
                <a:gd name="G19" fmla="*/ 7200 1 2"/>
                <a:gd name="G20" fmla="+- G19 5400 0"/>
                <a:gd name="G21" fmla="cos G20 -5505024"/>
                <a:gd name="G22" fmla="sin G20 -5505024"/>
                <a:gd name="G23" fmla="+- G21 10800 0"/>
                <a:gd name="G24" fmla="+- G12 G23 G22"/>
                <a:gd name="G25" fmla="+- G22 G23 G11"/>
                <a:gd name="G26" fmla="cos 10800 -5505024"/>
                <a:gd name="G27" fmla="sin 10800 -5505024"/>
                <a:gd name="G28" fmla="cos 7200 -5505024"/>
                <a:gd name="G29" fmla="sin 7200 -5505024"/>
                <a:gd name="G30" fmla="+- G26 10800 0"/>
                <a:gd name="G31" fmla="+- G27 10800 0"/>
                <a:gd name="G32" fmla="+- G28 10800 0"/>
                <a:gd name="G33" fmla="+- G29 10800 0"/>
                <a:gd name="G34" fmla="+- G19 5400 0"/>
                <a:gd name="G35" fmla="cos G34 -7471104"/>
                <a:gd name="G36" fmla="sin G34 -7471104"/>
                <a:gd name="G37" fmla="+/ -7471104 -5505024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110 w 21600"/>
                <a:gd name="T5" fmla="*/ 132 h 21600"/>
                <a:gd name="T6" fmla="*/ 7139 w 21600"/>
                <a:gd name="T7" fmla="*/ 2578 h 21600"/>
                <a:gd name="T8" fmla="*/ 9673 w 21600"/>
                <a:gd name="T9" fmla="*/ 3688 h 21600"/>
                <a:gd name="T10" fmla="*/ 12211 w 21600"/>
                <a:gd name="T11" fmla="*/ -2627 h 21600"/>
                <a:gd name="T12" fmla="*/ 16215 w 21600"/>
                <a:gd name="T13" fmla="*/ 2319 h 21600"/>
                <a:gd name="T14" fmla="*/ 11270 w 21600"/>
                <a:gd name="T15" fmla="*/ 6324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552" y="3639"/>
                  </a:moveTo>
                  <a:cubicBezTo>
                    <a:pt x="11302" y="3613"/>
                    <a:pt x="11051" y="3600"/>
                    <a:pt x="10800" y="3600"/>
                  </a:cubicBezTo>
                  <a:cubicBezTo>
                    <a:pt x="9790" y="3599"/>
                    <a:pt x="8793" y="3812"/>
                    <a:pt x="7871" y="4222"/>
                  </a:cubicBezTo>
                  <a:lnTo>
                    <a:pt x="6407" y="933"/>
                  </a:lnTo>
                  <a:cubicBezTo>
                    <a:pt x="7789" y="318"/>
                    <a:pt x="9286" y="-1"/>
                    <a:pt x="10800" y="0"/>
                  </a:cubicBezTo>
                  <a:cubicBezTo>
                    <a:pt x="11177" y="0"/>
                    <a:pt x="11553" y="19"/>
                    <a:pt x="11928" y="59"/>
                  </a:cubicBezTo>
                  <a:lnTo>
                    <a:pt x="12211" y="-2627"/>
                  </a:lnTo>
                  <a:lnTo>
                    <a:pt x="16215" y="2319"/>
                  </a:lnTo>
                  <a:lnTo>
                    <a:pt x="11270" y="6324"/>
                  </a:lnTo>
                  <a:lnTo>
                    <a:pt x="11552" y="3639"/>
                  </a:lnTo>
                  <a:close/>
                </a:path>
              </a:pathLst>
            </a:custGeom>
            <a:solidFill>
              <a:srgbClr val="32A063"/>
            </a:solidFill>
            <a:ln>
              <a:noFill/>
            </a:ln>
            <a:extLst>
              <a:ext uri="{91240B29-F687-4F45-9708-019B960494DF}">
                <a14:hiddenLine xmlns:a14="http://schemas.microsoft.com/office/drawing/2010/main" w="28575">
                  <a:solidFill>
                    <a:srgbClr val="808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9" name="_s1032"/>
            <p:cNvSpPr>
              <a:spLocks noChangeArrowheads="1" noTextEdit="1"/>
            </p:cNvSpPr>
            <p:nvPr/>
          </p:nvSpPr>
          <p:spPr bwMode="auto">
            <a:xfrm rot="17280000">
              <a:off x="1671" y="1671"/>
              <a:ext cx="1193" cy="1192"/>
            </a:xfrm>
            <a:custGeom>
              <a:avLst/>
              <a:gdLst>
                <a:gd name="G0" fmla="+- -5505024 0 0"/>
                <a:gd name="G1" fmla="+- -7471104 0 0"/>
                <a:gd name="G2" fmla="+- -5505024 0 -7471104"/>
                <a:gd name="G3" fmla="+- 10800 0 0"/>
                <a:gd name="G4" fmla="+- 0 0 -5505024"/>
                <a:gd name="T0" fmla="*/ 360 256 1"/>
                <a:gd name="T1" fmla="*/ 0 256 1"/>
                <a:gd name="G5" fmla="+- G2 T0 T1"/>
                <a:gd name="G6" fmla="?: G2 G2 G5"/>
                <a:gd name="G7" fmla="+- 0 0 G6"/>
                <a:gd name="G8" fmla="+- 7200 0 0"/>
                <a:gd name="G9" fmla="+- 0 0 -7471104"/>
                <a:gd name="G10" fmla="+- 7200 0 2700"/>
                <a:gd name="G11" fmla="cos G10 -5505024"/>
                <a:gd name="G12" fmla="sin G10 -5505024"/>
                <a:gd name="G13" fmla="cos 13500 -5505024"/>
                <a:gd name="G14" fmla="sin 13500 -5505024"/>
                <a:gd name="G15" fmla="+- G11 10800 0"/>
                <a:gd name="G16" fmla="+- G12 10800 0"/>
                <a:gd name="G17" fmla="+- G13 10800 0"/>
                <a:gd name="G18" fmla="+- G14 10800 0"/>
                <a:gd name="G19" fmla="*/ 7200 1 2"/>
                <a:gd name="G20" fmla="+- G19 5400 0"/>
                <a:gd name="G21" fmla="cos G20 -5505024"/>
                <a:gd name="G22" fmla="sin G20 -5505024"/>
                <a:gd name="G23" fmla="+- G21 10800 0"/>
                <a:gd name="G24" fmla="+- G12 G23 G22"/>
                <a:gd name="G25" fmla="+- G22 G23 G11"/>
                <a:gd name="G26" fmla="cos 10800 -5505024"/>
                <a:gd name="G27" fmla="sin 10800 -5505024"/>
                <a:gd name="G28" fmla="cos 7200 -5505024"/>
                <a:gd name="G29" fmla="sin 7200 -5505024"/>
                <a:gd name="G30" fmla="+- G26 10800 0"/>
                <a:gd name="G31" fmla="+- G27 10800 0"/>
                <a:gd name="G32" fmla="+- G28 10800 0"/>
                <a:gd name="G33" fmla="+- G29 10800 0"/>
                <a:gd name="G34" fmla="+- G19 5400 0"/>
                <a:gd name="G35" fmla="cos G34 -7471104"/>
                <a:gd name="G36" fmla="sin G34 -7471104"/>
                <a:gd name="G37" fmla="+/ -7471104 -5505024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110 w 21600"/>
                <a:gd name="T5" fmla="*/ 132 h 21600"/>
                <a:gd name="T6" fmla="*/ 7139 w 21600"/>
                <a:gd name="T7" fmla="*/ 2578 h 21600"/>
                <a:gd name="T8" fmla="*/ 9673 w 21600"/>
                <a:gd name="T9" fmla="*/ 3688 h 21600"/>
                <a:gd name="T10" fmla="*/ 12211 w 21600"/>
                <a:gd name="T11" fmla="*/ -2627 h 21600"/>
                <a:gd name="T12" fmla="*/ 16215 w 21600"/>
                <a:gd name="T13" fmla="*/ 2319 h 21600"/>
                <a:gd name="T14" fmla="*/ 11270 w 21600"/>
                <a:gd name="T15" fmla="*/ 6324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552" y="3639"/>
                  </a:moveTo>
                  <a:cubicBezTo>
                    <a:pt x="11302" y="3613"/>
                    <a:pt x="11051" y="3600"/>
                    <a:pt x="10800" y="3600"/>
                  </a:cubicBezTo>
                  <a:cubicBezTo>
                    <a:pt x="9790" y="3599"/>
                    <a:pt x="8793" y="3812"/>
                    <a:pt x="7871" y="4222"/>
                  </a:cubicBezTo>
                  <a:lnTo>
                    <a:pt x="6407" y="933"/>
                  </a:lnTo>
                  <a:cubicBezTo>
                    <a:pt x="7789" y="318"/>
                    <a:pt x="9286" y="-1"/>
                    <a:pt x="10800" y="0"/>
                  </a:cubicBezTo>
                  <a:cubicBezTo>
                    <a:pt x="11177" y="0"/>
                    <a:pt x="11553" y="19"/>
                    <a:pt x="11928" y="59"/>
                  </a:cubicBezTo>
                  <a:lnTo>
                    <a:pt x="12211" y="-2627"/>
                  </a:lnTo>
                  <a:lnTo>
                    <a:pt x="16215" y="2319"/>
                  </a:lnTo>
                  <a:lnTo>
                    <a:pt x="11270" y="6324"/>
                  </a:lnTo>
                  <a:lnTo>
                    <a:pt x="11552" y="3639"/>
                  </a:lnTo>
                  <a:close/>
                </a:path>
              </a:pathLst>
            </a:custGeom>
            <a:solidFill>
              <a:srgbClr val="32A063"/>
            </a:solidFill>
            <a:ln>
              <a:noFill/>
            </a:ln>
            <a:extLst>
              <a:ext uri="{91240B29-F687-4F45-9708-019B960494DF}">
                <a14:hiddenLine xmlns:a14="http://schemas.microsoft.com/office/drawing/2010/main" w="28575">
                  <a:solidFill>
                    <a:srgbClr val="FF66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0" name="_s1033"/>
            <p:cNvSpPr>
              <a:spLocks noChangeArrowheads="1"/>
            </p:cNvSpPr>
            <p:nvPr/>
          </p:nvSpPr>
          <p:spPr bwMode="auto">
            <a:xfrm>
              <a:off x="2984" y="1477"/>
              <a:ext cx="43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algn="ctr" fontAlgn="base">
                <a:spcBef>
                  <a:spcPct val="0"/>
                </a:spcBef>
                <a:spcAft>
                  <a:spcPct val="0"/>
                </a:spcAft>
              </a:pPr>
              <a:r>
                <a:rPr lang="en-US" altLang="en-US" sz="1400" b="1">
                  <a:solidFill>
                    <a:srgbClr val="002960"/>
                  </a:solidFill>
                  <a:latin typeface="Arial" charset="0"/>
                  <a:cs typeface="Arial" charset="0"/>
                </a:rPr>
                <a:t>Effective </a:t>
              </a:r>
            </a:p>
            <a:p>
              <a:pPr algn="ctr" fontAlgn="base">
                <a:spcBef>
                  <a:spcPct val="0"/>
                </a:spcBef>
                <a:spcAft>
                  <a:spcPct val="0"/>
                </a:spcAft>
              </a:pPr>
              <a:r>
                <a:rPr lang="en-US" altLang="en-US" sz="1400" b="1">
                  <a:solidFill>
                    <a:srgbClr val="002960"/>
                  </a:solidFill>
                  <a:latin typeface="Arial" charset="0"/>
                  <a:cs typeface="Arial" charset="0"/>
                </a:rPr>
                <a:t>Meetings</a:t>
              </a:r>
            </a:p>
          </p:txBody>
        </p:sp>
        <p:sp>
          <p:nvSpPr>
            <p:cNvPr id="11" name="_s1034"/>
            <p:cNvSpPr>
              <a:spLocks noChangeArrowheads="1"/>
            </p:cNvSpPr>
            <p:nvPr/>
          </p:nvSpPr>
          <p:spPr bwMode="auto">
            <a:xfrm>
              <a:off x="3278" y="2426"/>
              <a:ext cx="43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algn="ctr" fontAlgn="base">
                <a:spcBef>
                  <a:spcPct val="0"/>
                </a:spcBef>
                <a:spcAft>
                  <a:spcPct val="15000"/>
                </a:spcAft>
              </a:pPr>
              <a:r>
                <a:rPr lang="en-US" altLang="en-US" sz="1400" b="1">
                  <a:solidFill>
                    <a:srgbClr val="002960"/>
                  </a:solidFill>
                  <a:latin typeface="Arial" charset="0"/>
                  <a:cs typeface="Arial" charset="0"/>
                </a:rPr>
                <a:t>Clear ROB</a:t>
              </a:r>
            </a:p>
            <a:p>
              <a:pPr algn="ctr" fontAlgn="base">
                <a:spcBef>
                  <a:spcPct val="0"/>
                </a:spcBef>
                <a:spcAft>
                  <a:spcPct val="0"/>
                </a:spcAft>
              </a:pPr>
              <a:r>
                <a:rPr lang="en-US" altLang="en-US" sz="1200" i="1">
                  <a:solidFill>
                    <a:srgbClr val="002960"/>
                  </a:solidFill>
                  <a:latin typeface="Arial" charset="0"/>
                  <a:cs typeface="Arial" charset="0"/>
                </a:rPr>
                <a:t>Rhythm of </a:t>
              </a:r>
            </a:p>
            <a:p>
              <a:pPr algn="ctr" fontAlgn="base">
                <a:spcBef>
                  <a:spcPct val="0"/>
                </a:spcBef>
                <a:spcAft>
                  <a:spcPct val="0"/>
                </a:spcAft>
              </a:pPr>
              <a:r>
                <a:rPr lang="en-US" altLang="en-US" sz="1200" i="1">
                  <a:solidFill>
                    <a:srgbClr val="002960"/>
                  </a:solidFill>
                  <a:latin typeface="Arial" charset="0"/>
                  <a:cs typeface="Arial" charset="0"/>
                </a:rPr>
                <a:t>the Business</a:t>
              </a:r>
              <a:endParaRPr lang="en-US" altLang="en-US" sz="1200" b="1">
                <a:solidFill>
                  <a:srgbClr val="002960"/>
                </a:solidFill>
                <a:latin typeface="Arial" charset="0"/>
                <a:cs typeface="Arial" charset="0"/>
              </a:endParaRPr>
            </a:p>
          </p:txBody>
        </p:sp>
        <p:sp>
          <p:nvSpPr>
            <p:cNvPr id="12" name="_s1035"/>
            <p:cNvSpPr>
              <a:spLocks noChangeArrowheads="1"/>
            </p:cNvSpPr>
            <p:nvPr/>
          </p:nvSpPr>
          <p:spPr bwMode="auto">
            <a:xfrm>
              <a:off x="1578" y="2405"/>
              <a:ext cx="43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algn="ctr" fontAlgn="base">
                <a:spcBef>
                  <a:spcPct val="0"/>
                </a:spcBef>
                <a:spcAft>
                  <a:spcPct val="0"/>
                </a:spcAft>
              </a:pPr>
              <a:r>
                <a:rPr lang="en-US" altLang="en-US" sz="1400" b="1">
                  <a:solidFill>
                    <a:srgbClr val="002960"/>
                  </a:solidFill>
                  <a:latin typeface="Arial" charset="0"/>
                  <a:cs typeface="Arial" charset="0"/>
                </a:rPr>
                <a:t>Agreed </a:t>
              </a:r>
            </a:p>
            <a:p>
              <a:pPr algn="ctr" fontAlgn="base">
                <a:spcBef>
                  <a:spcPct val="0"/>
                </a:spcBef>
                <a:spcAft>
                  <a:spcPct val="0"/>
                </a:spcAft>
              </a:pPr>
              <a:r>
                <a:rPr lang="en-US" altLang="en-US" sz="1400" b="1">
                  <a:solidFill>
                    <a:srgbClr val="002960"/>
                  </a:solidFill>
                  <a:latin typeface="Arial" charset="0"/>
                  <a:cs typeface="Arial" charset="0"/>
                </a:rPr>
                <a:t>Ground Rules</a:t>
              </a:r>
            </a:p>
          </p:txBody>
        </p:sp>
        <p:sp>
          <p:nvSpPr>
            <p:cNvPr id="13" name="_s1036"/>
            <p:cNvSpPr>
              <a:spLocks noChangeArrowheads="1"/>
            </p:cNvSpPr>
            <p:nvPr/>
          </p:nvSpPr>
          <p:spPr bwMode="auto">
            <a:xfrm>
              <a:off x="1937" y="1413"/>
              <a:ext cx="43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algn="ctr" fontAlgn="base">
                <a:spcBef>
                  <a:spcPct val="0"/>
                </a:spcBef>
                <a:spcAft>
                  <a:spcPct val="0"/>
                </a:spcAft>
              </a:pPr>
              <a:r>
                <a:rPr lang="en-US" altLang="en-US" sz="1400" b="1">
                  <a:solidFill>
                    <a:srgbClr val="002960"/>
                  </a:solidFill>
                  <a:latin typeface="Arial" charset="0"/>
                  <a:cs typeface="Arial" charset="0"/>
                </a:rPr>
                <a:t>Decision </a:t>
              </a:r>
            </a:p>
            <a:p>
              <a:pPr algn="ctr" fontAlgn="base">
                <a:spcBef>
                  <a:spcPct val="0"/>
                </a:spcBef>
                <a:spcAft>
                  <a:spcPct val="0"/>
                </a:spcAft>
              </a:pPr>
              <a:r>
                <a:rPr lang="en-US" altLang="en-US" sz="1400" b="1">
                  <a:solidFill>
                    <a:srgbClr val="002960"/>
                  </a:solidFill>
                  <a:latin typeface="Arial" charset="0"/>
                  <a:cs typeface="Arial" charset="0"/>
                </a:rPr>
                <a:t>Making </a:t>
              </a:r>
            </a:p>
            <a:p>
              <a:pPr algn="ctr" fontAlgn="base">
                <a:spcBef>
                  <a:spcPct val="0"/>
                </a:spcBef>
                <a:spcAft>
                  <a:spcPct val="0"/>
                </a:spcAft>
              </a:pPr>
              <a:r>
                <a:rPr lang="en-US" altLang="en-US" sz="1400" b="1">
                  <a:solidFill>
                    <a:srgbClr val="002960"/>
                  </a:solidFill>
                  <a:latin typeface="Arial" charset="0"/>
                  <a:cs typeface="Arial" charset="0"/>
                </a:rPr>
                <a:t>Process</a:t>
              </a:r>
            </a:p>
          </p:txBody>
        </p:sp>
        <p:sp>
          <p:nvSpPr>
            <p:cNvPr id="14" name="_s1037"/>
            <p:cNvSpPr>
              <a:spLocks noChangeArrowheads="1"/>
            </p:cNvSpPr>
            <p:nvPr/>
          </p:nvSpPr>
          <p:spPr bwMode="auto">
            <a:xfrm>
              <a:off x="2420" y="3065"/>
              <a:ext cx="43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p>
              <a:pPr algn="ctr" fontAlgn="base">
                <a:spcBef>
                  <a:spcPct val="0"/>
                </a:spcBef>
                <a:spcAft>
                  <a:spcPct val="0"/>
                </a:spcAft>
              </a:pPr>
              <a:r>
                <a:rPr lang="en-US" altLang="en-US" sz="1400" b="1">
                  <a:solidFill>
                    <a:srgbClr val="002960"/>
                  </a:solidFill>
                  <a:latin typeface="Arial" charset="0"/>
                  <a:cs typeface="Arial" charset="0"/>
                </a:rPr>
                <a:t>Learning </a:t>
              </a:r>
            </a:p>
            <a:p>
              <a:pPr algn="ctr" fontAlgn="base">
                <a:spcBef>
                  <a:spcPct val="0"/>
                </a:spcBef>
                <a:spcAft>
                  <a:spcPct val="0"/>
                </a:spcAft>
              </a:pPr>
              <a:r>
                <a:rPr lang="en-US" altLang="en-US" sz="1400" b="1">
                  <a:solidFill>
                    <a:srgbClr val="002960"/>
                  </a:solidFill>
                  <a:latin typeface="Arial" charset="0"/>
                  <a:cs typeface="Arial" charset="0"/>
                </a:rPr>
                <a:t>sessions</a:t>
              </a:r>
            </a:p>
          </p:txBody>
        </p:sp>
        <p:sp>
          <p:nvSpPr>
            <p:cNvPr id="15" name="Text Box 14"/>
            <p:cNvSpPr txBox="1">
              <a:spLocks noChangeArrowheads="1"/>
            </p:cNvSpPr>
            <p:nvPr/>
          </p:nvSpPr>
          <p:spPr bwMode="auto">
            <a:xfrm>
              <a:off x="2315" y="2205"/>
              <a:ext cx="71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96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endParaRPr lang="en-US"/>
            </a:p>
          </p:txBody>
        </p:sp>
      </p:grpSp>
      <p:sp>
        <p:nvSpPr>
          <p:cNvPr id="1042" name="AutoShape 57"/>
          <p:cNvSpPr>
            <a:spLocks/>
          </p:cNvSpPr>
          <p:nvPr/>
        </p:nvSpPr>
        <p:spPr bwMode="auto">
          <a:xfrm>
            <a:off x="7961313" y="973138"/>
            <a:ext cx="1905000" cy="1066800"/>
          </a:xfrm>
          <a:prstGeom prst="accentBorderCallout2">
            <a:avLst>
              <a:gd name="adj1" fmla="val 10713"/>
              <a:gd name="adj2" fmla="val -4000"/>
              <a:gd name="adj3" fmla="val 10713"/>
              <a:gd name="adj4" fmla="val -26583"/>
              <a:gd name="adj5" fmla="val 131694"/>
              <a:gd name="adj6" fmla="val -50000"/>
            </a:avLst>
          </a:prstGeom>
          <a:solidFill>
            <a:srgbClr val="99FF66">
              <a:alpha val="50195"/>
            </a:srgbClr>
          </a:solidFill>
          <a:ln w="12700" algn="ctr">
            <a:solidFill>
              <a:srgbClr val="002960"/>
            </a:solidFill>
            <a:miter lim="800000"/>
            <a:headEnd/>
            <a:tailEnd/>
          </a:ln>
        </p:spPr>
        <p:txBody>
          <a:bodyPr anchor="ctr"/>
          <a:lstStyle/>
          <a:p>
            <a:pPr marL="168275" indent="-168275">
              <a:spcBef>
                <a:spcPct val="20000"/>
              </a:spcBef>
              <a:buClr>
                <a:srgbClr val="009900"/>
              </a:buClr>
              <a:buFontTx/>
              <a:buChar char="•"/>
            </a:pPr>
            <a:r>
              <a:rPr lang="en-US" sz="1200" i="1">
                <a:solidFill>
                  <a:srgbClr val="002960"/>
                </a:solidFill>
              </a:rPr>
              <a:t>Check-in &amp; check-out</a:t>
            </a:r>
          </a:p>
          <a:p>
            <a:pPr marL="168275" indent="-168275">
              <a:spcBef>
                <a:spcPct val="20000"/>
              </a:spcBef>
              <a:buClr>
                <a:srgbClr val="009900"/>
              </a:buClr>
              <a:buFontTx/>
              <a:buChar char="•"/>
            </a:pPr>
            <a:r>
              <a:rPr lang="en-US" sz="1200" i="1">
                <a:solidFill>
                  <a:srgbClr val="002960"/>
                </a:solidFill>
              </a:rPr>
              <a:t>Effective agendas</a:t>
            </a:r>
          </a:p>
          <a:p>
            <a:pPr marL="168275" indent="-168275">
              <a:spcBef>
                <a:spcPct val="20000"/>
              </a:spcBef>
              <a:buClr>
                <a:srgbClr val="009900"/>
              </a:buClr>
              <a:buFontTx/>
              <a:buChar char="•"/>
            </a:pPr>
            <a:r>
              <a:rPr lang="en-US" sz="1200" i="1">
                <a:solidFill>
                  <a:srgbClr val="002960"/>
                </a:solidFill>
              </a:rPr>
              <a:t>Self facilitation</a:t>
            </a:r>
          </a:p>
          <a:p>
            <a:pPr marL="168275" indent="-168275">
              <a:spcBef>
                <a:spcPct val="20000"/>
              </a:spcBef>
              <a:buClr>
                <a:srgbClr val="009900"/>
              </a:buClr>
              <a:buFontTx/>
              <a:buChar char="•"/>
            </a:pPr>
            <a:r>
              <a:rPr lang="en-US" sz="1200" i="1">
                <a:solidFill>
                  <a:srgbClr val="002960"/>
                </a:solidFill>
              </a:rPr>
              <a:t>Clear roles</a:t>
            </a:r>
          </a:p>
        </p:txBody>
      </p:sp>
      <p:sp>
        <p:nvSpPr>
          <p:cNvPr id="1043" name="AutoShape 58"/>
          <p:cNvSpPr>
            <a:spLocks/>
          </p:cNvSpPr>
          <p:nvPr/>
        </p:nvSpPr>
        <p:spPr bwMode="auto">
          <a:xfrm>
            <a:off x="8399464" y="2801938"/>
            <a:ext cx="1876425" cy="2438400"/>
          </a:xfrm>
          <a:prstGeom prst="accentBorderCallout2">
            <a:avLst>
              <a:gd name="adj1" fmla="val 4690"/>
              <a:gd name="adj2" fmla="val -4060"/>
              <a:gd name="adj3" fmla="val 4690"/>
              <a:gd name="adj4" fmla="val -17426"/>
              <a:gd name="adj5" fmla="val 40106"/>
              <a:gd name="adj6" fmla="val -31218"/>
            </a:avLst>
          </a:prstGeom>
          <a:solidFill>
            <a:srgbClr val="009900">
              <a:alpha val="30196"/>
            </a:srgbClr>
          </a:solidFill>
          <a:ln w="12700" algn="ctr">
            <a:solidFill>
              <a:srgbClr val="002960"/>
            </a:solidFill>
            <a:miter lim="800000"/>
            <a:headEnd/>
            <a:tailEnd/>
          </a:ln>
        </p:spPr>
        <p:txBody>
          <a:bodyPr anchor="ctr"/>
          <a:lstStyle/>
          <a:p>
            <a:pPr marL="112713" indent="-112713">
              <a:spcBef>
                <a:spcPct val="20000"/>
              </a:spcBef>
              <a:buClr>
                <a:srgbClr val="009900"/>
              </a:buClr>
              <a:buFontTx/>
              <a:buChar char="•"/>
            </a:pPr>
            <a:r>
              <a:rPr lang="en-US" sz="1200" i="1">
                <a:solidFill>
                  <a:srgbClr val="002960"/>
                </a:solidFill>
              </a:rPr>
              <a:t>Coherent amount and frequency of meetings according to type of team and issues to be addressed.</a:t>
            </a:r>
          </a:p>
          <a:p>
            <a:pPr marL="112713" indent="-112713">
              <a:spcBef>
                <a:spcPct val="20000"/>
              </a:spcBef>
              <a:buClr>
                <a:srgbClr val="009900"/>
              </a:buClr>
              <a:buFontTx/>
              <a:buChar char="•"/>
            </a:pPr>
            <a:r>
              <a:rPr lang="en-US" sz="1200" i="1">
                <a:solidFill>
                  <a:srgbClr val="002960"/>
                </a:solidFill>
              </a:rPr>
              <a:t>Meeting cycle connected to business cycles.</a:t>
            </a:r>
          </a:p>
          <a:p>
            <a:pPr marL="112713" indent="-112713">
              <a:spcBef>
                <a:spcPct val="20000"/>
              </a:spcBef>
              <a:buClr>
                <a:srgbClr val="009900"/>
              </a:buClr>
              <a:buFontTx/>
              <a:buChar char="•"/>
            </a:pPr>
            <a:r>
              <a:rPr lang="en-US" sz="1200" i="1">
                <a:solidFill>
                  <a:srgbClr val="002960"/>
                </a:solidFill>
              </a:rPr>
              <a:t>Clarity on purpose of each meeting: informative, decision-making, planning, etc.</a:t>
            </a:r>
          </a:p>
        </p:txBody>
      </p:sp>
      <p:sp>
        <p:nvSpPr>
          <p:cNvPr id="1044" name="AutoShape 59"/>
          <p:cNvSpPr>
            <a:spLocks/>
          </p:cNvSpPr>
          <p:nvPr/>
        </p:nvSpPr>
        <p:spPr bwMode="auto">
          <a:xfrm>
            <a:off x="7562850" y="5734050"/>
            <a:ext cx="2133600" cy="895350"/>
          </a:xfrm>
          <a:prstGeom prst="accentBorderCallout2">
            <a:avLst>
              <a:gd name="adj1" fmla="val 12764"/>
              <a:gd name="adj2" fmla="val -3569"/>
              <a:gd name="adj3" fmla="val 12764"/>
              <a:gd name="adj4" fmla="val -29315"/>
              <a:gd name="adj5" fmla="val -28014"/>
              <a:gd name="adj6" fmla="val -55806"/>
            </a:avLst>
          </a:prstGeom>
          <a:solidFill>
            <a:srgbClr val="99FF66">
              <a:alpha val="50195"/>
            </a:srgbClr>
          </a:solidFill>
          <a:ln w="12700" algn="ctr">
            <a:solidFill>
              <a:srgbClr val="002960"/>
            </a:solidFill>
            <a:miter lim="800000"/>
            <a:headEnd/>
            <a:tailEnd/>
          </a:ln>
        </p:spPr>
        <p:txBody>
          <a:bodyPr anchor="ctr"/>
          <a:lstStyle/>
          <a:p>
            <a:pPr marL="112713" indent="-112713">
              <a:spcBef>
                <a:spcPct val="20000"/>
              </a:spcBef>
              <a:buClr>
                <a:srgbClr val="009900"/>
              </a:buClr>
              <a:buFontTx/>
              <a:buChar char="•"/>
            </a:pPr>
            <a:r>
              <a:rPr lang="en-US" sz="1200" i="1">
                <a:solidFill>
                  <a:srgbClr val="002960"/>
                </a:solidFill>
              </a:rPr>
              <a:t>After Action Reviews following key milestones &amp; projects.</a:t>
            </a:r>
          </a:p>
          <a:p>
            <a:pPr marL="112713" indent="-112713">
              <a:spcBef>
                <a:spcPct val="20000"/>
              </a:spcBef>
              <a:buClr>
                <a:srgbClr val="009900"/>
              </a:buClr>
              <a:buFontTx/>
              <a:buChar char="•"/>
            </a:pPr>
            <a:r>
              <a:rPr lang="en-US" sz="1200" i="1">
                <a:solidFill>
                  <a:srgbClr val="002960"/>
                </a:solidFill>
              </a:rPr>
              <a:t>Continuous improvement</a:t>
            </a:r>
          </a:p>
        </p:txBody>
      </p:sp>
      <p:sp>
        <p:nvSpPr>
          <p:cNvPr id="1045" name="AutoShape 60"/>
          <p:cNvSpPr>
            <a:spLocks/>
          </p:cNvSpPr>
          <p:nvPr/>
        </p:nvSpPr>
        <p:spPr bwMode="auto">
          <a:xfrm>
            <a:off x="1865313" y="5011738"/>
            <a:ext cx="2286000" cy="1371600"/>
          </a:xfrm>
          <a:prstGeom prst="accentBorderCallout2">
            <a:avLst>
              <a:gd name="adj1" fmla="val 8333"/>
              <a:gd name="adj2" fmla="val 103333"/>
              <a:gd name="adj3" fmla="val 8333"/>
              <a:gd name="adj4" fmla="val 107083"/>
              <a:gd name="adj5" fmla="val -35185"/>
              <a:gd name="adj6" fmla="val 110903"/>
            </a:avLst>
          </a:prstGeom>
          <a:solidFill>
            <a:srgbClr val="009900">
              <a:alpha val="30196"/>
            </a:srgbClr>
          </a:solidFill>
          <a:ln w="12700" algn="ctr">
            <a:solidFill>
              <a:srgbClr val="002960"/>
            </a:solidFill>
            <a:miter lim="800000"/>
            <a:headEnd/>
            <a:tailEnd/>
          </a:ln>
        </p:spPr>
        <p:txBody>
          <a:bodyPr anchor="ctr"/>
          <a:lstStyle/>
          <a:p>
            <a:pPr marL="112713" indent="-112713">
              <a:spcBef>
                <a:spcPct val="20000"/>
              </a:spcBef>
              <a:buClr>
                <a:srgbClr val="009900"/>
              </a:buClr>
              <a:buFontTx/>
              <a:buChar char="•"/>
            </a:pPr>
            <a:r>
              <a:rPr lang="en-US" sz="1200" i="1">
                <a:solidFill>
                  <a:srgbClr val="002960"/>
                </a:solidFill>
              </a:rPr>
              <a:t>“We manage commitments impeccably”.</a:t>
            </a:r>
          </a:p>
          <a:p>
            <a:pPr marL="112713" indent="-112713">
              <a:spcBef>
                <a:spcPct val="20000"/>
              </a:spcBef>
              <a:buClr>
                <a:srgbClr val="009900"/>
              </a:buClr>
              <a:buFontTx/>
              <a:buChar char="•"/>
            </a:pPr>
            <a:r>
              <a:rPr lang="en-US" sz="1200" i="1">
                <a:solidFill>
                  <a:srgbClr val="002960"/>
                </a:solidFill>
              </a:rPr>
              <a:t>“Everybody supports agreements reached”.</a:t>
            </a:r>
          </a:p>
          <a:p>
            <a:pPr marL="112713" indent="-112713">
              <a:spcBef>
                <a:spcPct val="20000"/>
              </a:spcBef>
              <a:buClr>
                <a:srgbClr val="009900"/>
              </a:buClr>
              <a:buFontTx/>
              <a:buChar char="•"/>
            </a:pPr>
            <a:r>
              <a:rPr lang="en-US" sz="1200" i="1">
                <a:solidFill>
                  <a:srgbClr val="002960"/>
                </a:solidFill>
              </a:rPr>
              <a:t>“No hallway conversations”.</a:t>
            </a:r>
          </a:p>
          <a:p>
            <a:pPr marL="112713" indent="-112713">
              <a:spcBef>
                <a:spcPct val="20000"/>
              </a:spcBef>
              <a:buClr>
                <a:srgbClr val="009900"/>
              </a:buClr>
              <a:buFontTx/>
              <a:buChar char="•"/>
            </a:pPr>
            <a:r>
              <a:rPr lang="en-US" sz="1200" i="1">
                <a:solidFill>
                  <a:srgbClr val="002960"/>
                </a:solidFill>
              </a:rPr>
              <a:t>Etc.</a:t>
            </a:r>
          </a:p>
        </p:txBody>
      </p:sp>
      <p:grpSp>
        <p:nvGrpSpPr>
          <p:cNvPr id="2" name="Group 61"/>
          <p:cNvGrpSpPr>
            <a:grpSpLocks/>
          </p:cNvGrpSpPr>
          <p:nvPr/>
        </p:nvGrpSpPr>
        <p:grpSpPr bwMode="auto">
          <a:xfrm>
            <a:off x="4056064" y="965201"/>
            <a:ext cx="771525" cy="1654175"/>
            <a:chOff x="1434" y="571"/>
            <a:chExt cx="486" cy="1042"/>
          </a:xfrm>
        </p:grpSpPr>
        <p:sp>
          <p:nvSpPr>
            <p:cNvPr id="1065" name="Line 62"/>
            <p:cNvSpPr>
              <a:spLocks noChangeShapeType="1"/>
            </p:cNvSpPr>
            <p:nvPr/>
          </p:nvSpPr>
          <p:spPr bwMode="auto">
            <a:xfrm>
              <a:off x="1434" y="571"/>
              <a:ext cx="0" cy="1042"/>
            </a:xfrm>
            <a:prstGeom prst="line">
              <a:avLst/>
            </a:prstGeom>
            <a:noFill/>
            <a:ln w="12700">
              <a:solidFill>
                <a:srgbClr val="002960"/>
              </a:solidFill>
              <a:round/>
              <a:headEnd/>
              <a:tailEnd/>
            </a:ln>
          </p:spPr>
          <p:txBody>
            <a:bodyPr/>
            <a:lstStyle/>
            <a:p>
              <a:endParaRPr lang="en-US"/>
            </a:p>
          </p:txBody>
        </p:sp>
        <p:sp>
          <p:nvSpPr>
            <p:cNvPr id="1066" name="Line 63"/>
            <p:cNvSpPr>
              <a:spLocks noChangeShapeType="1"/>
            </p:cNvSpPr>
            <p:nvPr/>
          </p:nvSpPr>
          <p:spPr bwMode="auto">
            <a:xfrm>
              <a:off x="1437" y="649"/>
              <a:ext cx="173" cy="0"/>
            </a:xfrm>
            <a:prstGeom prst="line">
              <a:avLst/>
            </a:prstGeom>
            <a:noFill/>
            <a:ln w="12700">
              <a:solidFill>
                <a:srgbClr val="002960"/>
              </a:solidFill>
              <a:round/>
              <a:headEnd/>
              <a:tailEnd/>
            </a:ln>
          </p:spPr>
          <p:txBody>
            <a:bodyPr/>
            <a:lstStyle/>
            <a:p>
              <a:endParaRPr lang="en-US"/>
            </a:p>
          </p:txBody>
        </p:sp>
        <p:sp>
          <p:nvSpPr>
            <p:cNvPr id="1067" name="Line 64"/>
            <p:cNvSpPr>
              <a:spLocks noChangeShapeType="1"/>
            </p:cNvSpPr>
            <p:nvPr/>
          </p:nvSpPr>
          <p:spPr bwMode="auto">
            <a:xfrm>
              <a:off x="1614" y="650"/>
              <a:ext cx="306" cy="694"/>
            </a:xfrm>
            <a:prstGeom prst="line">
              <a:avLst/>
            </a:prstGeom>
            <a:noFill/>
            <a:ln w="12700">
              <a:solidFill>
                <a:srgbClr val="002960"/>
              </a:solidFill>
              <a:round/>
              <a:headEnd/>
              <a:tailEnd/>
            </a:ln>
          </p:spPr>
          <p:txBody>
            <a:bodyPr/>
            <a:lstStyle/>
            <a:p>
              <a:endParaRPr lang="en-US"/>
            </a:p>
          </p:txBody>
        </p:sp>
      </p:grpSp>
      <p:grpSp>
        <p:nvGrpSpPr>
          <p:cNvPr id="3" name="Group 65"/>
          <p:cNvGrpSpPr>
            <a:grpSpLocks/>
          </p:cNvGrpSpPr>
          <p:nvPr/>
        </p:nvGrpSpPr>
        <p:grpSpPr bwMode="auto">
          <a:xfrm>
            <a:off x="1631950" y="896938"/>
            <a:ext cx="2611438" cy="2190750"/>
            <a:chOff x="-3" y="528"/>
            <a:chExt cx="1645" cy="1380"/>
          </a:xfrm>
        </p:grpSpPr>
        <p:sp>
          <p:nvSpPr>
            <p:cNvPr id="1050" name="Text Box 66"/>
            <p:cNvSpPr txBox="1">
              <a:spLocks noChangeArrowheads="1"/>
            </p:cNvSpPr>
            <p:nvPr/>
          </p:nvSpPr>
          <p:spPr bwMode="auto">
            <a:xfrm>
              <a:off x="394" y="1658"/>
              <a:ext cx="829" cy="250"/>
            </a:xfrm>
            <a:prstGeom prst="rect">
              <a:avLst/>
            </a:prstGeom>
            <a:noFill/>
            <a:ln w="9525">
              <a:noFill/>
              <a:miter lim="800000"/>
              <a:headEnd/>
              <a:tailEnd/>
            </a:ln>
          </p:spPr>
          <p:txBody>
            <a:bodyPr lIns="91430" tIns="45716" rIns="91430" bIns="45716">
              <a:spAutoFit/>
            </a:bodyPr>
            <a:lstStyle/>
            <a:p>
              <a:pPr algn="ctr" defTabSz="912813"/>
              <a:r>
                <a:rPr lang="en-US" sz="1000">
                  <a:solidFill>
                    <a:srgbClr val="002960"/>
                  </a:solidFill>
                </a:rPr>
                <a:t>Breadth of vision, skill, experience</a:t>
              </a:r>
            </a:p>
          </p:txBody>
        </p:sp>
        <p:sp>
          <p:nvSpPr>
            <p:cNvPr id="1051" name="AutoShape 67"/>
            <p:cNvSpPr>
              <a:spLocks noChangeArrowheads="1"/>
            </p:cNvSpPr>
            <p:nvPr/>
          </p:nvSpPr>
          <p:spPr bwMode="auto">
            <a:xfrm rot="10800000">
              <a:off x="731" y="543"/>
              <a:ext cx="739" cy="743"/>
            </a:xfrm>
            <a:prstGeom prst="rtTriangle">
              <a:avLst/>
            </a:prstGeom>
            <a:solidFill>
              <a:srgbClr val="009900">
                <a:alpha val="70195"/>
              </a:srgbClr>
            </a:solidFill>
            <a:ln w="9525">
              <a:solidFill>
                <a:srgbClr val="002960"/>
              </a:solidFill>
              <a:miter lim="800000"/>
              <a:headEnd/>
              <a:tailEnd/>
            </a:ln>
          </p:spPr>
          <p:txBody>
            <a:bodyPr rot="10800000" wrap="none" anchor="ctr"/>
            <a:lstStyle/>
            <a:p>
              <a:pPr eaLnBrk="1" hangingPunct="1">
                <a:spcBef>
                  <a:spcPct val="0"/>
                </a:spcBef>
              </a:pPr>
              <a:endParaRPr lang="en-US" sz="2000">
                <a:solidFill>
                  <a:schemeClr val="bg1"/>
                </a:solidFill>
              </a:endParaRPr>
            </a:p>
          </p:txBody>
        </p:sp>
        <p:sp>
          <p:nvSpPr>
            <p:cNvPr id="1052" name="AutoShape 68"/>
            <p:cNvSpPr>
              <a:spLocks noChangeArrowheads="1"/>
            </p:cNvSpPr>
            <p:nvPr/>
          </p:nvSpPr>
          <p:spPr bwMode="auto">
            <a:xfrm>
              <a:off x="370" y="890"/>
              <a:ext cx="737" cy="742"/>
            </a:xfrm>
            <a:prstGeom prst="rtTriangle">
              <a:avLst/>
            </a:prstGeom>
            <a:solidFill>
              <a:srgbClr val="009900">
                <a:alpha val="70195"/>
              </a:srgbClr>
            </a:solidFill>
            <a:ln w="9525">
              <a:solidFill>
                <a:srgbClr val="002960"/>
              </a:solidFill>
              <a:miter lim="800000"/>
              <a:headEnd/>
              <a:tailEnd/>
            </a:ln>
          </p:spPr>
          <p:txBody>
            <a:bodyPr wrap="none" anchor="ctr"/>
            <a:lstStyle/>
            <a:p>
              <a:pPr eaLnBrk="1" hangingPunct="1">
                <a:spcBef>
                  <a:spcPct val="0"/>
                </a:spcBef>
              </a:pPr>
              <a:endParaRPr lang="en-US" sz="2000"/>
            </a:p>
          </p:txBody>
        </p:sp>
        <p:sp>
          <p:nvSpPr>
            <p:cNvPr id="1053" name="Text Box 69"/>
            <p:cNvSpPr txBox="1">
              <a:spLocks noChangeArrowheads="1"/>
            </p:cNvSpPr>
            <p:nvPr/>
          </p:nvSpPr>
          <p:spPr bwMode="auto">
            <a:xfrm>
              <a:off x="206" y="1466"/>
              <a:ext cx="930" cy="154"/>
            </a:xfrm>
            <a:prstGeom prst="rect">
              <a:avLst/>
            </a:prstGeom>
            <a:noFill/>
            <a:ln w="9525">
              <a:noFill/>
              <a:miter lim="800000"/>
              <a:headEnd/>
              <a:tailEnd/>
            </a:ln>
          </p:spPr>
          <p:txBody>
            <a:bodyPr lIns="91430" tIns="45716" rIns="91430" bIns="45716">
              <a:spAutoFit/>
            </a:bodyPr>
            <a:lstStyle/>
            <a:p>
              <a:pPr algn="ctr" defTabSz="912813"/>
              <a:r>
                <a:rPr lang="en-US" sz="1000">
                  <a:solidFill>
                    <a:schemeClr val="bg1"/>
                  </a:solidFill>
                </a:rPr>
                <a:t>ABDICATION</a:t>
              </a:r>
            </a:p>
          </p:txBody>
        </p:sp>
        <p:sp>
          <p:nvSpPr>
            <p:cNvPr id="1054" name="Text Box 70"/>
            <p:cNvSpPr txBox="1">
              <a:spLocks noChangeArrowheads="1"/>
            </p:cNvSpPr>
            <p:nvPr/>
          </p:nvSpPr>
          <p:spPr bwMode="auto">
            <a:xfrm>
              <a:off x="285" y="534"/>
              <a:ext cx="466" cy="237"/>
            </a:xfrm>
            <a:prstGeom prst="rect">
              <a:avLst/>
            </a:prstGeom>
            <a:noFill/>
            <a:ln w="9525">
              <a:noFill/>
              <a:miter lim="800000"/>
              <a:headEnd/>
              <a:tailEnd/>
            </a:ln>
          </p:spPr>
          <p:txBody>
            <a:bodyPr lIns="91430" tIns="45716" rIns="91430" bIns="45716">
              <a:spAutoFit/>
            </a:bodyPr>
            <a:lstStyle/>
            <a:p>
              <a:pPr algn="ctr" defTabSz="912813">
                <a:spcBef>
                  <a:spcPct val="5000"/>
                </a:spcBef>
              </a:pPr>
              <a:r>
                <a:rPr lang="en-US" sz="900">
                  <a:solidFill>
                    <a:srgbClr val="002960"/>
                  </a:solidFill>
                </a:rPr>
                <a:t>I</a:t>
              </a:r>
            </a:p>
            <a:p>
              <a:pPr algn="ctr" defTabSz="912813">
                <a:spcBef>
                  <a:spcPct val="5000"/>
                </a:spcBef>
              </a:pPr>
              <a:r>
                <a:rPr lang="en-US" sz="900">
                  <a:solidFill>
                    <a:srgbClr val="002960"/>
                  </a:solidFill>
                </a:rPr>
                <a:t>decide</a:t>
              </a:r>
            </a:p>
          </p:txBody>
        </p:sp>
        <p:sp>
          <p:nvSpPr>
            <p:cNvPr id="1055" name="Text Box 71"/>
            <p:cNvSpPr txBox="1">
              <a:spLocks noChangeArrowheads="1"/>
            </p:cNvSpPr>
            <p:nvPr/>
          </p:nvSpPr>
          <p:spPr bwMode="auto">
            <a:xfrm>
              <a:off x="319" y="746"/>
              <a:ext cx="793" cy="233"/>
            </a:xfrm>
            <a:prstGeom prst="rect">
              <a:avLst/>
            </a:prstGeom>
            <a:noFill/>
            <a:ln w="9525">
              <a:noFill/>
              <a:miter lim="800000"/>
              <a:headEnd/>
              <a:tailEnd/>
            </a:ln>
          </p:spPr>
          <p:txBody>
            <a:bodyPr lIns="91430" tIns="45716" rIns="91430" bIns="45716">
              <a:spAutoFit/>
            </a:bodyPr>
            <a:lstStyle/>
            <a:p>
              <a:pPr algn="ctr" defTabSz="912813">
                <a:spcBef>
                  <a:spcPct val="0"/>
                </a:spcBef>
              </a:pPr>
              <a:r>
                <a:rPr lang="en-US" sz="900">
                  <a:solidFill>
                    <a:srgbClr val="002960"/>
                  </a:solidFill>
                </a:rPr>
                <a:t>We discuss</a:t>
              </a:r>
            </a:p>
            <a:p>
              <a:pPr algn="ctr" defTabSz="912813">
                <a:spcBef>
                  <a:spcPct val="0"/>
                </a:spcBef>
              </a:pPr>
              <a:r>
                <a:rPr lang="en-US" sz="900">
                  <a:solidFill>
                    <a:srgbClr val="002960"/>
                  </a:solidFill>
                </a:rPr>
                <a:t>I decide</a:t>
              </a:r>
            </a:p>
          </p:txBody>
        </p:sp>
        <p:sp>
          <p:nvSpPr>
            <p:cNvPr id="1056" name="Text Box 72"/>
            <p:cNvSpPr txBox="1">
              <a:spLocks noChangeArrowheads="1"/>
            </p:cNvSpPr>
            <p:nvPr/>
          </p:nvSpPr>
          <p:spPr bwMode="auto">
            <a:xfrm>
              <a:off x="540" y="961"/>
              <a:ext cx="793" cy="233"/>
            </a:xfrm>
            <a:prstGeom prst="rect">
              <a:avLst/>
            </a:prstGeom>
            <a:noFill/>
            <a:ln w="9525">
              <a:noFill/>
              <a:miter lim="800000"/>
              <a:headEnd/>
              <a:tailEnd/>
            </a:ln>
          </p:spPr>
          <p:txBody>
            <a:bodyPr lIns="91430" tIns="45716" rIns="91430" bIns="45716">
              <a:spAutoFit/>
            </a:bodyPr>
            <a:lstStyle/>
            <a:p>
              <a:pPr algn="ctr" defTabSz="912813">
                <a:spcBef>
                  <a:spcPct val="0"/>
                </a:spcBef>
              </a:pPr>
              <a:r>
                <a:rPr lang="en-US" sz="900">
                  <a:solidFill>
                    <a:srgbClr val="002960"/>
                  </a:solidFill>
                </a:rPr>
                <a:t>We discuss</a:t>
              </a:r>
            </a:p>
            <a:p>
              <a:pPr algn="ctr" defTabSz="912813">
                <a:spcBef>
                  <a:spcPct val="0"/>
                </a:spcBef>
              </a:pPr>
              <a:r>
                <a:rPr lang="en-US" sz="900">
                  <a:solidFill>
                    <a:srgbClr val="002960"/>
                  </a:solidFill>
                </a:rPr>
                <a:t>We decide</a:t>
              </a:r>
            </a:p>
          </p:txBody>
        </p:sp>
        <p:sp>
          <p:nvSpPr>
            <p:cNvPr id="1057" name="Text Box 73"/>
            <p:cNvSpPr txBox="1">
              <a:spLocks noChangeArrowheads="1"/>
            </p:cNvSpPr>
            <p:nvPr/>
          </p:nvSpPr>
          <p:spPr bwMode="auto">
            <a:xfrm>
              <a:off x="-3" y="528"/>
              <a:ext cx="383" cy="144"/>
            </a:xfrm>
            <a:prstGeom prst="rect">
              <a:avLst/>
            </a:prstGeom>
            <a:noFill/>
            <a:ln w="9525">
              <a:noFill/>
              <a:miter lim="800000"/>
              <a:headEnd/>
              <a:tailEnd/>
            </a:ln>
          </p:spPr>
          <p:txBody>
            <a:bodyPr lIns="91430" tIns="45716" rIns="91430" bIns="45716">
              <a:spAutoFit/>
            </a:bodyPr>
            <a:lstStyle/>
            <a:p>
              <a:pPr algn="r" defTabSz="912813"/>
              <a:r>
                <a:rPr lang="en-US" sz="900">
                  <a:solidFill>
                    <a:srgbClr val="002960"/>
                  </a:solidFill>
                </a:rPr>
                <a:t>HIGH</a:t>
              </a:r>
            </a:p>
          </p:txBody>
        </p:sp>
        <p:sp>
          <p:nvSpPr>
            <p:cNvPr id="1058" name="Text Box 74"/>
            <p:cNvSpPr txBox="1">
              <a:spLocks noChangeArrowheads="1"/>
            </p:cNvSpPr>
            <p:nvPr/>
          </p:nvSpPr>
          <p:spPr bwMode="auto">
            <a:xfrm>
              <a:off x="1239" y="1639"/>
              <a:ext cx="378" cy="144"/>
            </a:xfrm>
            <a:prstGeom prst="rect">
              <a:avLst/>
            </a:prstGeom>
            <a:noFill/>
            <a:ln w="9525">
              <a:noFill/>
              <a:miter lim="800000"/>
              <a:headEnd/>
              <a:tailEnd/>
            </a:ln>
          </p:spPr>
          <p:txBody>
            <a:bodyPr lIns="91430" tIns="45716" rIns="91430" bIns="45716">
              <a:spAutoFit/>
            </a:bodyPr>
            <a:lstStyle/>
            <a:p>
              <a:pPr algn="ctr" defTabSz="912813"/>
              <a:r>
                <a:rPr lang="en-US" sz="900">
                  <a:solidFill>
                    <a:srgbClr val="002960"/>
                  </a:solidFill>
                </a:rPr>
                <a:t>HIGH</a:t>
              </a:r>
            </a:p>
          </p:txBody>
        </p:sp>
        <p:sp>
          <p:nvSpPr>
            <p:cNvPr id="1059" name="Text Box 75"/>
            <p:cNvSpPr txBox="1">
              <a:spLocks noChangeArrowheads="1"/>
            </p:cNvSpPr>
            <p:nvPr/>
          </p:nvSpPr>
          <p:spPr bwMode="auto">
            <a:xfrm>
              <a:off x="1073" y="1391"/>
              <a:ext cx="468" cy="237"/>
            </a:xfrm>
            <a:prstGeom prst="rect">
              <a:avLst/>
            </a:prstGeom>
            <a:noFill/>
            <a:ln w="9525">
              <a:noFill/>
              <a:miter lim="800000"/>
              <a:headEnd/>
              <a:tailEnd/>
            </a:ln>
          </p:spPr>
          <p:txBody>
            <a:bodyPr lIns="91430" tIns="45716" rIns="91430" bIns="45716">
              <a:spAutoFit/>
            </a:bodyPr>
            <a:lstStyle/>
            <a:p>
              <a:pPr algn="ctr" defTabSz="912813">
                <a:spcBef>
                  <a:spcPct val="5000"/>
                </a:spcBef>
              </a:pPr>
              <a:r>
                <a:rPr lang="en-US" sz="900">
                  <a:solidFill>
                    <a:srgbClr val="002960"/>
                  </a:solidFill>
                </a:rPr>
                <a:t>You</a:t>
              </a:r>
            </a:p>
            <a:p>
              <a:pPr algn="ctr" defTabSz="912813">
                <a:spcBef>
                  <a:spcPct val="5000"/>
                </a:spcBef>
              </a:pPr>
              <a:r>
                <a:rPr lang="en-US" sz="900">
                  <a:solidFill>
                    <a:srgbClr val="002960"/>
                  </a:solidFill>
                </a:rPr>
                <a:t>decide</a:t>
              </a:r>
            </a:p>
          </p:txBody>
        </p:sp>
        <p:sp>
          <p:nvSpPr>
            <p:cNvPr id="1060" name="Text Box 76"/>
            <p:cNvSpPr txBox="1">
              <a:spLocks noChangeArrowheads="1"/>
            </p:cNvSpPr>
            <p:nvPr/>
          </p:nvSpPr>
          <p:spPr bwMode="auto">
            <a:xfrm>
              <a:off x="-3" y="1639"/>
              <a:ext cx="383" cy="144"/>
            </a:xfrm>
            <a:prstGeom prst="rect">
              <a:avLst/>
            </a:prstGeom>
            <a:noFill/>
            <a:ln w="9525">
              <a:noFill/>
              <a:miter lim="800000"/>
              <a:headEnd/>
              <a:tailEnd/>
            </a:ln>
          </p:spPr>
          <p:txBody>
            <a:bodyPr lIns="91430" tIns="45716" rIns="91430" bIns="45716">
              <a:spAutoFit/>
            </a:bodyPr>
            <a:lstStyle/>
            <a:p>
              <a:pPr algn="r" defTabSz="912813"/>
              <a:r>
                <a:rPr lang="en-US" sz="900">
                  <a:solidFill>
                    <a:srgbClr val="002960"/>
                  </a:solidFill>
                </a:rPr>
                <a:t>LOW</a:t>
              </a:r>
            </a:p>
          </p:txBody>
        </p:sp>
        <p:sp>
          <p:nvSpPr>
            <p:cNvPr id="1061" name="Text Box 77"/>
            <p:cNvSpPr txBox="1">
              <a:spLocks noChangeArrowheads="1"/>
            </p:cNvSpPr>
            <p:nvPr/>
          </p:nvSpPr>
          <p:spPr bwMode="auto">
            <a:xfrm rot="-5400000">
              <a:off x="-231" y="1014"/>
              <a:ext cx="1014" cy="154"/>
            </a:xfrm>
            <a:prstGeom prst="rect">
              <a:avLst/>
            </a:prstGeom>
            <a:noFill/>
            <a:ln w="9525">
              <a:noFill/>
              <a:miter lim="800000"/>
              <a:headEnd/>
              <a:tailEnd/>
            </a:ln>
          </p:spPr>
          <p:txBody>
            <a:bodyPr lIns="91430" tIns="45716" rIns="91430" bIns="45716">
              <a:spAutoFit/>
            </a:bodyPr>
            <a:lstStyle/>
            <a:p>
              <a:pPr algn="ctr" defTabSz="912813"/>
              <a:r>
                <a:rPr lang="en-US" sz="1000">
                  <a:solidFill>
                    <a:srgbClr val="002960"/>
                  </a:solidFill>
                </a:rPr>
                <a:t>Level of control</a:t>
              </a:r>
            </a:p>
          </p:txBody>
        </p:sp>
        <p:sp>
          <p:nvSpPr>
            <p:cNvPr id="1062" name="Text Box 78"/>
            <p:cNvSpPr txBox="1">
              <a:spLocks noChangeArrowheads="1"/>
            </p:cNvSpPr>
            <p:nvPr/>
          </p:nvSpPr>
          <p:spPr bwMode="auto">
            <a:xfrm>
              <a:off x="682" y="1185"/>
              <a:ext cx="848" cy="233"/>
            </a:xfrm>
            <a:prstGeom prst="rect">
              <a:avLst/>
            </a:prstGeom>
            <a:noFill/>
            <a:ln w="9525">
              <a:noFill/>
              <a:miter lim="800000"/>
              <a:headEnd/>
              <a:tailEnd/>
            </a:ln>
          </p:spPr>
          <p:txBody>
            <a:bodyPr lIns="91430" tIns="45716" rIns="91430" bIns="45716">
              <a:spAutoFit/>
            </a:bodyPr>
            <a:lstStyle/>
            <a:p>
              <a:pPr algn="ctr" defTabSz="912813">
                <a:spcBef>
                  <a:spcPct val="0"/>
                </a:spcBef>
              </a:pPr>
              <a:r>
                <a:rPr lang="en-US" sz="900">
                  <a:solidFill>
                    <a:srgbClr val="002960"/>
                  </a:solidFill>
                </a:rPr>
                <a:t>We discuss</a:t>
              </a:r>
            </a:p>
            <a:p>
              <a:pPr algn="ctr" defTabSz="912813">
                <a:spcBef>
                  <a:spcPct val="0"/>
                </a:spcBef>
              </a:pPr>
              <a:r>
                <a:rPr lang="en-US" sz="900">
                  <a:solidFill>
                    <a:srgbClr val="002960"/>
                  </a:solidFill>
                </a:rPr>
                <a:t>You decide</a:t>
              </a:r>
              <a:endParaRPr lang="es-ES" sz="900">
                <a:solidFill>
                  <a:srgbClr val="002960"/>
                </a:solidFill>
              </a:endParaRPr>
            </a:p>
          </p:txBody>
        </p:sp>
        <p:sp>
          <p:nvSpPr>
            <p:cNvPr id="1063" name="Text Box 79"/>
            <p:cNvSpPr txBox="1">
              <a:spLocks noChangeArrowheads="1"/>
            </p:cNvSpPr>
            <p:nvPr/>
          </p:nvSpPr>
          <p:spPr bwMode="auto">
            <a:xfrm>
              <a:off x="713" y="553"/>
              <a:ext cx="929" cy="154"/>
            </a:xfrm>
            <a:prstGeom prst="rect">
              <a:avLst/>
            </a:prstGeom>
            <a:noFill/>
            <a:ln w="9525">
              <a:noFill/>
              <a:miter lim="800000"/>
              <a:headEnd/>
              <a:tailEnd/>
            </a:ln>
          </p:spPr>
          <p:txBody>
            <a:bodyPr lIns="91430" tIns="45716" rIns="91430" bIns="45716">
              <a:spAutoFit/>
            </a:bodyPr>
            <a:lstStyle/>
            <a:p>
              <a:pPr algn="ctr" defTabSz="912813"/>
              <a:r>
                <a:rPr lang="en-US" sz="1000">
                  <a:solidFill>
                    <a:schemeClr val="bg1"/>
                  </a:solidFill>
                </a:rPr>
                <a:t>AUTOCRACY</a:t>
              </a:r>
            </a:p>
          </p:txBody>
        </p:sp>
        <p:sp>
          <p:nvSpPr>
            <p:cNvPr id="1064" name="Rectangle 80"/>
            <p:cNvSpPr>
              <a:spLocks noChangeArrowheads="1"/>
            </p:cNvSpPr>
            <p:nvPr/>
          </p:nvSpPr>
          <p:spPr bwMode="auto">
            <a:xfrm>
              <a:off x="372" y="542"/>
              <a:ext cx="1095" cy="1086"/>
            </a:xfrm>
            <a:prstGeom prst="rect">
              <a:avLst/>
            </a:prstGeom>
            <a:noFill/>
            <a:ln w="19050">
              <a:solidFill>
                <a:srgbClr val="002960"/>
              </a:solidFill>
              <a:miter lim="800000"/>
              <a:headEnd/>
              <a:tailEnd/>
            </a:ln>
          </p:spPr>
          <p:txBody>
            <a:bodyPr wrap="none" anchor="ctr"/>
            <a:lstStyle/>
            <a:p>
              <a:pPr algn="ctr" eaLnBrk="1" hangingPunct="1">
                <a:spcBef>
                  <a:spcPct val="0"/>
                </a:spcBef>
              </a:pPr>
              <a:endParaRPr lang="en-US" sz="1000"/>
            </a:p>
          </p:txBody>
        </p:sp>
      </p:grpSp>
      <p:sp>
        <p:nvSpPr>
          <p:cNvPr id="1048" name="Rectangle 81"/>
          <p:cNvSpPr>
            <a:spLocks noChangeArrowheads="1"/>
          </p:cNvSpPr>
          <p:nvPr/>
        </p:nvSpPr>
        <p:spPr bwMode="auto">
          <a:xfrm>
            <a:off x="5213350" y="3471864"/>
            <a:ext cx="1524000" cy="687387"/>
          </a:xfrm>
          <a:prstGeom prst="rect">
            <a:avLst/>
          </a:prstGeom>
          <a:noFill/>
          <a:ln w="9525">
            <a:noFill/>
            <a:miter lim="800000"/>
            <a:headEnd/>
            <a:tailEnd/>
          </a:ln>
        </p:spPr>
        <p:txBody>
          <a:bodyPr>
            <a:spAutoFit/>
          </a:bodyPr>
          <a:lstStyle/>
          <a:p>
            <a:pPr algn="ctr" eaLnBrk="1" hangingPunct="1">
              <a:spcBef>
                <a:spcPct val="0"/>
              </a:spcBef>
            </a:pPr>
            <a:r>
              <a:rPr lang="en-US" sz="1300">
                <a:solidFill>
                  <a:schemeClr val="bg1"/>
                </a:solidFill>
              </a:rPr>
              <a:t>ORGANIC TEAM DYNAMICS (“FLOW”)</a:t>
            </a:r>
          </a:p>
        </p:txBody>
      </p:sp>
      <p:pic>
        <p:nvPicPr>
          <p:cNvPr id="1049" name="Picture 45"/>
          <p:cNvPicPr>
            <a:picLocks noChangeAspect="1" noChangeArrowheads="1"/>
          </p:cNvPicPr>
          <p:nvPr/>
        </p:nvPicPr>
        <p:blipFill>
          <a:blip r:embed="rId3" cstate="print"/>
          <a:srcRect/>
          <a:stretch>
            <a:fillRect/>
          </a:stretch>
        </p:blipFill>
        <p:spPr bwMode="auto">
          <a:xfrm>
            <a:off x="9998076" y="174625"/>
            <a:ext cx="504825" cy="433388"/>
          </a:xfrm>
          <a:prstGeom prst="rect">
            <a:avLst/>
          </a:prstGeom>
          <a:noFill/>
          <a:ln w="9525" algn="ctr">
            <a:noFill/>
            <a:miter lim="800000"/>
            <a:headEnd/>
            <a:tailEnd/>
          </a:ln>
        </p:spPr>
      </p:pic>
    </p:spTree>
    <p:extLst>
      <p:ext uri="{BB962C8B-B14F-4D97-AF65-F5344CB8AC3E}">
        <p14:creationId xmlns:p14="http://schemas.microsoft.com/office/powerpoint/2010/main" val="1513067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1 Marcador de número de diapositiva">
            <a:extLst>
              <a:ext uri="{FF2B5EF4-FFF2-40B4-BE49-F238E27FC236}">
                <a16:creationId xmlns:a16="http://schemas.microsoft.com/office/drawing/2014/main" id="{4B4AE86A-CEB6-4B22-A20F-4BE2B5F4E400}"/>
              </a:ext>
            </a:extLst>
          </p:cNvPr>
          <p:cNvSpPr>
            <a:spLocks noGrp="1"/>
          </p:cNvSpPr>
          <p:nvPr>
            <p:ph type="sldNum" sz="quarter" idx="10"/>
          </p:nvPr>
        </p:nvSpPr>
        <p:spPr/>
        <p:txBody>
          <a:bodyPr/>
          <a:lstStyle>
            <a:defPPr>
              <a:defRPr lang="en-US"/>
            </a:defPPr>
            <a:lvl1pPr marL="0" algn="l" defTabSz="1219139" rtl="0" eaLnBrk="1" latinLnBrk="0" hangingPunct="1">
              <a:defRPr sz="2400" kern="1200">
                <a:solidFill>
                  <a:schemeClr val="tx1"/>
                </a:solidFill>
                <a:latin typeface="+mn-lt"/>
                <a:ea typeface="+mn-ea"/>
                <a:cs typeface="+mn-cs"/>
              </a:defRPr>
            </a:lvl1pPr>
            <a:lvl2pPr marL="609570" algn="l" defTabSz="1219139" rtl="0" eaLnBrk="1" latinLnBrk="0" hangingPunct="1">
              <a:defRPr sz="2400" kern="1200">
                <a:solidFill>
                  <a:schemeClr val="tx1"/>
                </a:solidFill>
                <a:latin typeface="+mn-lt"/>
                <a:ea typeface="+mn-ea"/>
                <a:cs typeface="+mn-cs"/>
              </a:defRPr>
            </a:lvl2pPr>
            <a:lvl3pPr marL="1219139" algn="l" defTabSz="1219139" rtl="0" eaLnBrk="1" latinLnBrk="0" hangingPunct="1">
              <a:defRPr sz="2400" kern="1200">
                <a:solidFill>
                  <a:schemeClr val="tx1"/>
                </a:solidFill>
                <a:latin typeface="+mn-lt"/>
                <a:ea typeface="+mn-ea"/>
                <a:cs typeface="+mn-cs"/>
              </a:defRPr>
            </a:lvl3pPr>
            <a:lvl4pPr marL="1828709" algn="l" defTabSz="1219139" rtl="0" eaLnBrk="1" latinLnBrk="0" hangingPunct="1">
              <a:defRPr sz="2400" kern="1200">
                <a:solidFill>
                  <a:schemeClr val="tx1"/>
                </a:solidFill>
                <a:latin typeface="+mn-lt"/>
                <a:ea typeface="+mn-ea"/>
                <a:cs typeface="+mn-cs"/>
              </a:defRPr>
            </a:lvl4pPr>
            <a:lvl5pPr marL="2438278" algn="l" defTabSz="1219139" rtl="0" eaLnBrk="1" latinLnBrk="0" hangingPunct="1">
              <a:defRPr sz="2400" kern="1200">
                <a:solidFill>
                  <a:schemeClr val="tx1"/>
                </a:solidFill>
                <a:latin typeface="+mn-lt"/>
                <a:ea typeface="+mn-ea"/>
                <a:cs typeface="+mn-cs"/>
              </a:defRPr>
            </a:lvl5pPr>
            <a:lvl6pPr marL="3047848" algn="l" defTabSz="1219139" rtl="0" eaLnBrk="1" latinLnBrk="0" hangingPunct="1">
              <a:defRPr sz="2400" kern="1200">
                <a:solidFill>
                  <a:schemeClr val="tx1"/>
                </a:solidFill>
                <a:latin typeface="+mn-lt"/>
                <a:ea typeface="+mn-ea"/>
                <a:cs typeface="+mn-cs"/>
              </a:defRPr>
            </a:lvl6pPr>
            <a:lvl7pPr marL="3657417" algn="l" defTabSz="1219139" rtl="0" eaLnBrk="1" latinLnBrk="0" hangingPunct="1">
              <a:defRPr sz="2400" kern="1200">
                <a:solidFill>
                  <a:schemeClr val="tx1"/>
                </a:solidFill>
                <a:latin typeface="+mn-lt"/>
                <a:ea typeface="+mn-ea"/>
                <a:cs typeface="+mn-cs"/>
              </a:defRPr>
            </a:lvl7pPr>
            <a:lvl8pPr marL="4266987" algn="l" defTabSz="1219139" rtl="0" eaLnBrk="1" latinLnBrk="0" hangingPunct="1">
              <a:defRPr sz="2400" kern="1200">
                <a:solidFill>
                  <a:schemeClr val="tx1"/>
                </a:solidFill>
                <a:latin typeface="+mn-lt"/>
                <a:ea typeface="+mn-ea"/>
                <a:cs typeface="+mn-cs"/>
              </a:defRPr>
            </a:lvl8pPr>
            <a:lvl9pPr marL="4876557" algn="l" defTabSz="1219139" rtl="0" eaLnBrk="1" latinLnBrk="0" hangingPunct="1">
              <a:defRPr sz="2400" kern="1200">
                <a:solidFill>
                  <a:schemeClr val="tx1"/>
                </a:solidFill>
                <a:latin typeface="+mn-lt"/>
                <a:ea typeface="+mn-ea"/>
                <a:cs typeface="+mn-cs"/>
              </a:defRPr>
            </a:lvl9pPr>
          </a:lstStyle>
          <a:p>
            <a:r>
              <a:rPr lang="en-US" altLang="es-AR">
                <a:solidFill>
                  <a:srgbClr val="FBB03F"/>
                </a:solidFill>
              </a:rPr>
              <a:t>| </a:t>
            </a:r>
            <a:fld id="{C001EDD5-E3FA-46EF-8F5B-0083DFB56AC4}" type="slidenum">
              <a:rPr lang="en-US" altLang="es-AR">
                <a:solidFill>
                  <a:srgbClr val="B2B2B2"/>
                </a:solidFill>
              </a:rPr>
              <a:pPr/>
              <a:t>21</a:t>
            </a:fld>
            <a:endParaRPr lang="en-US" altLang="es-AR">
              <a:solidFill>
                <a:srgbClr val="B2B2B2"/>
              </a:solidFill>
            </a:endParaRPr>
          </a:p>
        </p:txBody>
      </p:sp>
      <p:sp>
        <p:nvSpPr>
          <p:cNvPr id="60419" name="Rectangle 2">
            <a:extLst>
              <a:ext uri="{FF2B5EF4-FFF2-40B4-BE49-F238E27FC236}">
                <a16:creationId xmlns:a16="http://schemas.microsoft.com/office/drawing/2014/main" id="{AD85B4B3-6C94-41BA-A9BA-6380A8B2AA75}"/>
              </a:ext>
            </a:extLst>
          </p:cNvPr>
          <p:cNvSpPr>
            <a:spLocks noGrp="1" noChangeArrowheads="1"/>
          </p:cNvSpPr>
          <p:nvPr>
            <p:ph type="title" idx="4294967295"/>
          </p:nvPr>
        </p:nvSpPr>
        <p:spPr/>
        <p:txBody>
          <a:bodyPr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ltLang="es-AR"/>
              <a:t>relationships</a:t>
            </a:r>
            <a:endParaRPr lang="es-ES" altLang="es-AR"/>
          </a:p>
        </p:txBody>
      </p:sp>
      <p:sp>
        <p:nvSpPr>
          <p:cNvPr id="60420" name="Rectangle 36">
            <a:extLst>
              <a:ext uri="{FF2B5EF4-FFF2-40B4-BE49-F238E27FC236}">
                <a16:creationId xmlns:a16="http://schemas.microsoft.com/office/drawing/2014/main" id="{ED2F57C0-49FB-4749-A49D-EBCB71DF6FEE}"/>
              </a:ext>
            </a:extLst>
          </p:cNvPr>
          <p:cNvSpPr>
            <a:spLocks noChangeArrowheads="1"/>
          </p:cNvSpPr>
          <p:nvPr/>
        </p:nvSpPr>
        <p:spPr bwMode="auto">
          <a:xfrm>
            <a:off x="3857625" y="3565525"/>
            <a:ext cx="6049963" cy="19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square" lIns="93236" tIns="93236" rIns="93236" bIns="93236">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20000"/>
              </a:spcBef>
              <a:buClr>
                <a:srgbClr val="D77C2A"/>
              </a:buClr>
              <a:buFont typeface="Wingdings" panose="05000000000000000000" pitchFamily="2" charset="2"/>
              <a:buNone/>
            </a:pPr>
            <a:r>
              <a:rPr lang="en-US" altLang="es-AR" sz="1500">
                <a:solidFill>
                  <a:srgbClr val="002960"/>
                </a:solidFill>
              </a:rPr>
              <a:t>STANDARD TEAM </a:t>
            </a:r>
            <a:r>
              <a:rPr lang="en-US" altLang="es-AR" sz="1500">
                <a:solidFill>
                  <a:schemeClr val="folHlink"/>
                </a:solidFill>
                <a:sym typeface="Wingdings 3" panose="05040102010807070707" pitchFamily="18" charset="2"/>
              </a:rPr>
              <a:t></a:t>
            </a:r>
            <a:endParaRPr lang="en-US" altLang="es-AR" sz="1500">
              <a:solidFill>
                <a:schemeClr val="folHlink"/>
              </a:solidFill>
            </a:endParaRPr>
          </a:p>
          <a:p>
            <a:pPr eaLnBrk="1" hangingPunct="1">
              <a:spcBef>
                <a:spcPct val="20000"/>
              </a:spcBef>
              <a:buClr>
                <a:schemeClr val="folHlink"/>
              </a:buClr>
              <a:buFontTx/>
              <a:buChar char="•"/>
            </a:pPr>
            <a:r>
              <a:rPr lang="en-US" altLang="es-AR" sz="1200" b="0">
                <a:solidFill>
                  <a:srgbClr val="002960"/>
                </a:solidFill>
              </a:rPr>
              <a:t>Mutual learning model helps understand own and other team member’s style, likes, dislikes, motivations, etc.</a:t>
            </a:r>
          </a:p>
          <a:p>
            <a:pPr eaLnBrk="1" hangingPunct="1">
              <a:spcBef>
                <a:spcPct val="20000"/>
              </a:spcBef>
              <a:buClr>
                <a:schemeClr val="folHlink"/>
              </a:buClr>
              <a:buFontTx/>
              <a:buChar char="•"/>
            </a:pPr>
            <a:r>
              <a:rPr lang="en-US" altLang="es-AR" sz="1200" b="0">
                <a:solidFill>
                  <a:srgbClr val="002960"/>
                </a:solidFill>
              </a:rPr>
              <a:t>Differing viewpoints are spoken &amp; heard. Give and receive feedback on behavior.</a:t>
            </a:r>
          </a:p>
          <a:p>
            <a:pPr eaLnBrk="1" hangingPunct="1">
              <a:spcBef>
                <a:spcPct val="20000"/>
              </a:spcBef>
              <a:buClr>
                <a:schemeClr val="folHlink"/>
              </a:buClr>
              <a:buFontTx/>
              <a:buChar char="•"/>
            </a:pPr>
            <a:r>
              <a:rPr lang="en-US" altLang="es-AR" sz="1200" b="0">
                <a:solidFill>
                  <a:srgbClr val="002960"/>
                </a:solidFill>
              </a:rPr>
              <a:t>Active listening - respect and use differences of opinion, style and strengths.</a:t>
            </a:r>
          </a:p>
          <a:p>
            <a:pPr eaLnBrk="1" hangingPunct="1">
              <a:spcBef>
                <a:spcPct val="20000"/>
              </a:spcBef>
              <a:buClr>
                <a:schemeClr val="folHlink"/>
              </a:buClr>
              <a:buFontTx/>
              <a:buChar char="•"/>
            </a:pPr>
            <a:r>
              <a:rPr lang="en-US" altLang="es-AR" sz="1200" b="0">
                <a:solidFill>
                  <a:srgbClr val="002960"/>
                </a:solidFill>
              </a:rPr>
              <a:t>Build each other’s contribution and draw out the best from everyone.</a:t>
            </a:r>
          </a:p>
          <a:p>
            <a:pPr eaLnBrk="1" hangingPunct="1">
              <a:spcBef>
                <a:spcPct val="20000"/>
              </a:spcBef>
              <a:buClr>
                <a:schemeClr val="folHlink"/>
              </a:buClr>
              <a:buFontTx/>
              <a:buChar char="•"/>
            </a:pPr>
            <a:r>
              <a:rPr lang="en-US" altLang="es-AR" sz="1200" b="0">
                <a:solidFill>
                  <a:srgbClr val="002960"/>
                </a:solidFill>
              </a:rPr>
              <a:t>Trust in each other’s competence, dependability and support.</a:t>
            </a:r>
          </a:p>
          <a:p>
            <a:pPr eaLnBrk="1" hangingPunct="1">
              <a:spcBef>
                <a:spcPct val="20000"/>
              </a:spcBef>
              <a:buClr>
                <a:schemeClr val="folHlink"/>
              </a:buClr>
              <a:buFontTx/>
              <a:buChar char="•"/>
            </a:pPr>
            <a:r>
              <a:rPr lang="en-US" altLang="es-AR" sz="1200" b="0">
                <a:solidFill>
                  <a:srgbClr val="002960"/>
                </a:solidFill>
              </a:rPr>
              <a:t>Team members are advocates of the team to others.</a:t>
            </a:r>
          </a:p>
        </p:txBody>
      </p:sp>
      <p:sp>
        <p:nvSpPr>
          <p:cNvPr id="60421" name="Rectangle 37">
            <a:extLst>
              <a:ext uri="{FF2B5EF4-FFF2-40B4-BE49-F238E27FC236}">
                <a16:creationId xmlns:a16="http://schemas.microsoft.com/office/drawing/2014/main" id="{0ADA2B52-055C-45F1-B587-7DC12E418554}"/>
              </a:ext>
            </a:extLst>
          </p:cNvPr>
          <p:cNvSpPr>
            <a:spLocks noChangeArrowheads="1"/>
          </p:cNvSpPr>
          <p:nvPr/>
        </p:nvSpPr>
        <p:spPr bwMode="auto">
          <a:xfrm>
            <a:off x="4511227" y="940519"/>
            <a:ext cx="6968975" cy="2339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square" lIns="93236" tIns="93236" rIns="93236" bIns="93236">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20000"/>
              </a:spcBef>
              <a:buClr>
                <a:srgbClr val="D77C2A"/>
              </a:buClr>
              <a:buFont typeface="Wingdings" panose="05000000000000000000" pitchFamily="2" charset="2"/>
              <a:buNone/>
            </a:pPr>
            <a:r>
              <a:rPr lang="en-US" altLang="es-AR" sz="1500">
                <a:solidFill>
                  <a:srgbClr val="002960"/>
                </a:solidFill>
              </a:rPr>
              <a:t>HIGH PERFORMANCE </a:t>
            </a:r>
            <a:r>
              <a:rPr lang="en-US" altLang="es-AR" sz="1500">
                <a:solidFill>
                  <a:schemeClr val="folHlink"/>
                </a:solidFill>
                <a:sym typeface="Wingdings 3" panose="05040102010807070707" pitchFamily="18" charset="2"/>
              </a:rPr>
              <a:t></a:t>
            </a:r>
            <a:r>
              <a:rPr lang="en-US" altLang="es-AR" sz="1500">
                <a:solidFill>
                  <a:schemeClr val="folHlink"/>
                </a:solidFill>
              </a:rPr>
              <a:t> </a:t>
            </a:r>
          </a:p>
          <a:p>
            <a:pPr eaLnBrk="1" hangingPunct="1">
              <a:spcBef>
                <a:spcPct val="20000"/>
              </a:spcBef>
              <a:buClr>
                <a:schemeClr val="folHlink"/>
              </a:buClr>
              <a:buFontTx/>
              <a:buChar char="•"/>
            </a:pPr>
            <a:r>
              <a:rPr lang="en-US" altLang="es-AR" sz="1200" b="0">
                <a:solidFill>
                  <a:srgbClr val="002960"/>
                </a:solidFill>
              </a:rPr>
              <a:t>No undiscussables - everything on the table: performance, agreements and self-disclosure.</a:t>
            </a:r>
          </a:p>
          <a:p>
            <a:pPr eaLnBrk="1" hangingPunct="1">
              <a:spcBef>
                <a:spcPct val="20000"/>
              </a:spcBef>
              <a:buClr>
                <a:schemeClr val="folHlink"/>
              </a:buClr>
              <a:buFontTx/>
              <a:buChar char="•"/>
            </a:pPr>
            <a:r>
              <a:rPr lang="en-US" altLang="es-AR" sz="1200" b="0">
                <a:solidFill>
                  <a:srgbClr val="002960"/>
                </a:solidFill>
              </a:rPr>
              <a:t>Emotional mastery - comfortably use personal emotions, mind-sets and values to deliver desired results.</a:t>
            </a:r>
          </a:p>
          <a:p>
            <a:pPr eaLnBrk="1" hangingPunct="1">
              <a:spcBef>
                <a:spcPct val="20000"/>
              </a:spcBef>
              <a:buClr>
                <a:schemeClr val="folHlink"/>
              </a:buClr>
              <a:buFontTx/>
              <a:buChar char="•"/>
            </a:pPr>
            <a:r>
              <a:rPr lang="en-US" altLang="es-AR" sz="1200" b="0">
                <a:solidFill>
                  <a:srgbClr val="002960"/>
                </a:solidFill>
              </a:rPr>
              <a:t>Productive inquiry and active listening - willing to question, challenge, live with ambiguity and tension to transform.</a:t>
            </a:r>
          </a:p>
          <a:p>
            <a:pPr eaLnBrk="1" hangingPunct="1">
              <a:spcBef>
                <a:spcPct val="20000"/>
              </a:spcBef>
              <a:buClr>
                <a:schemeClr val="folHlink"/>
              </a:buClr>
              <a:buFontTx/>
              <a:buChar char="•"/>
            </a:pPr>
            <a:r>
              <a:rPr lang="en-US" altLang="es-AR" sz="1200" b="0">
                <a:solidFill>
                  <a:srgbClr val="002960"/>
                </a:solidFill>
              </a:rPr>
              <a:t>Forgiveness as a way of living 100% in the present.</a:t>
            </a:r>
          </a:p>
          <a:p>
            <a:pPr eaLnBrk="1" hangingPunct="1">
              <a:spcBef>
                <a:spcPct val="20000"/>
              </a:spcBef>
              <a:buClr>
                <a:schemeClr val="folHlink"/>
              </a:buClr>
              <a:buFontTx/>
              <a:buChar char="•"/>
            </a:pPr>
            <a:r>
              <a:rPr lang="en-US" altLang="es-AR" sz="1200" b="0">
                <a:solidFill>
                  <a:srgbClr val="002960"/>
                </a:solidFill>
              </a:rPr>
              <a:t>Consciously deepen trust between each other - team members are seen as friends. </a:t>
            </a:r>
          </a:p>
          <a:p>
            <a:pPr eaLnBrk="1" hangingPunct="1">
              <a:spcBef>
                <a:spcPct val="20000"/>
              </a:spcBef>
              <a:buClr>
                <a:schemeClr val="folHlink"/>
              </a:buClr>
              <a:buFontTx/>
              <a:buChar char="•"/>
            </a:pPr>
            <a:r>
              <a:rPr lang="en-US" altLang="es-AR" sz="1200" b="0">
                <a:solidFill>
                  <a:srgbClr val="002960"/>
                </a:solidFill>
              </a:rPr>
              <a:t>Attracts talent: people want to be on the team. </a:t>
            </a:r>
          </a:p>
          <a:p>
            <a:pPr eaLnBrk="1" hangingPunct="1">
              <a:spcBef>
                <a:spcPct val="20000"/>
              </a:spcBef>
              <a:buClr>
                <a:schemeClr val="folHlink"/>
              </a:buClr>
              <a:buFontTx/>
              <a:buChar char="•"/>
            </a:pPr>
            <a:r>
              <a:rPr lang="en-US" altLang="es-AR" sz="1200" b="0">
                <a:solidFill>
                  <a:srgbClr val="002960"/>
                </a:solidFill>
              </a:rPr>
              <a:t>Team members protective of their “We” and are reluctant to transfer. </a:t>
            </a:r>
          </a:p>
        </p:txBody>
      </p:sp>
      <p:sp>
        <p:nvSpPr>
          <p:cNvPr id="60422" name="Freeform 41">
            <a:extLst>
              <a:ext uri="{FF2B5EF4-FFF2-40B4-BE49-F238E27FC236}">
                <a16:creationId xmlns:a16="http://schemas.microsoft.com/office/drawing/2014/main" id="{D342EF97-F236-4B5E-B876-F20BD6B289AB}"/>
              </a:ext>
            </a:extLst>
          </p:cNvPr>
          <p:cNvSpPr>
            <a:spLocks noChangeAspect="1"/>
          </p:cNvSpPr>
          <p:nvPr/>
        </p:nvSpPr>
        <p:spPr bwMode="auto">
          <a:xfrm>
            <a:off x="2051051" y="1292225"/>
            <a:ext cx="1866900" cy="1873251"/>
          </a:xfrm>
          <a:custGeom>
            <a:avLst/>
            <a:gdLst>
              <a:gd name="T0" fmla="*/ 2147483647 w 2036"/>
              <a:gd name="T1" fmla="*/ 0 h 2039"/>
              <a:gd name="T2" fmla="*/ 2147483647 w 2036"/>
              <a:gd name="T3" fmla="*/ 2147483647 h 2039"/>
              <a:gd name="T4" fmla="*/ 2147483647 w 2036"/>
              <a:gd name="T5" fmla="*/ 2147483647 h 2039"/>
              <a:gd name="T6" fmla="*/ 2147483647 w 2036"/>
              <a:gd name="T7" fmla="*/ 2147483647 h 2039"/>
              <a:gd name="T8" fmla="*/ 2147483647 w 2036"/>
              <a:gd name="T9" fmla="*/ 2147483647 h 2039"/>
              <a:gd name="T10" fmla="*/ 2147483647 w 2036"/>
              <a:gd name="T11" fmla="*/ 2147483647 h 2039"/>
              <a:gd name="T12" fmla="*/ 2147483647 w 2036"/>
              <a:gd name="T13" fmla="*/ 2147483647 h 2039"/>
              <a:gd name="T14" fmla="*/ 2147483647 w 2036"/>
              <a:gd name="T15" fmla="*/ 2147483647 h 2039"/>
              <a:gd name="T16" fmla="*/ 2147483647 w 2036"/>
              <a:gd name="T17" fmla="*/ 2147483647 h 2039"/>
              <a:gd name="T18" fmla="*/ 2147483647 w 2036"/>
              <a:gd name="T19" fmla="*/ 2147483647 h 2039"/>
              <a:gd name="T20" fmla="*/ 2147483647 w 2036"/>
              <a:gd name="T21" fmla="*/ 2147483647 h 2039"/>
              <a:gd name="T22" fmla="*/ 2147483647 w 2036"/>
              <a:gd name="T23" fmla="*/ 2147483647 h 2039"/>
              <a:gd name="T24" fmla="*/ 2147483647 w 2036"/>
              <a:gd name="T25" fmla="*/ 2147483647 h 2039"/>
              <a:gd name="T26" fmla="*/ 2147483647 w 2036"/>
              <a:gd name="T27" fmla="*/ 2147483647 h 2039"/>
              <a:gd name="T28" fmla="*/ 0 w 2036"/>
              <a:gd name="T29" fmla="*/ 2147483647 h 2039"/>
              <a:gd name="T30" fmla="*/ 2147483647 w 2036"/>
              <a:gd name="T31" fmla="*/ 2147483647 h 2039"/>
              <a:gd name="T32" fmla="*/ 2147483647 w 2036"/>
              <a:gd name="T33" fmla="*/ 0 h 2039"/>
              <a:gd name="T34" fmla="*/ 2147483647 w 2036"/>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6"/>
              <a:gd name="T55" fmla="*/ 0 h 2039"/>
              <a:gd name="T56" fmla="*/ 2036 w 2036"/>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6" h="2039">
                <a:moveTo>
                  <a:pt x="2036" y="0"/>
                </a:moveTo>
                <a:lnTo>
                  <a:pt x="1626" y="40"/>
                </a:lnTo>
                <a:lnTo>
                  <a:pt x="1242" y="159"/>
                </a:lnTo>
                <a:lnTo>
                  <a:pt x="1065" y="247"/>
                </a:lnTo>
                <a:lnTo>
                  <a:pt x="895" y="348"/>
                </a:lnTo>
                <a:lnTo>
                  <a:pt x="740" y="466"/>
                </a:lnTo>
                <a:lnTo>
                  <a:pt x="665" y="530"/>
                </a:lnTo>
                <a:lnTo>
                  <a:pt x="595" y="599"/>
                </a:lnTo>
                <a:lnTo>
                  <a:pt x="527" y="669"/>
                </a:lnTo>
                <a:lnTo>
                  <a:pt x="464" y="741"/>
                </a:lnTo>
                <a:lnTo>
                  <a:pt x="346" y="899"/>
                </a:lnTo>
                <a:lnTo>
                  <a:pt x="243" y="1068"/>
                </a:lnTo>
                <a:lnTo>
                  <a:pt x="158" y="1245"/>
                </a:lnTo>
                <a:lnTo>
                  <a:pt x="38" y="1629"/>
                </a:lnTo>
                <a:lnTo>
                  <a:pt x="0" y="2039"/>
                </a:lnTo>
                <a:lnTo>
                  <a:pt x="2036" y="2039"/>
                </a:lnTo>
                <a:lnTo>
                  <a:pt x="2036" y="0"/>
                </a:lnTo>
                <a:close/>
              </a:path>
            </a:pathLst>
          </a:custGeom>
          <a:solidFill>
            <a:srgbClr val="FF0000">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1351"/>
          </a:p>
        </p:txBody>
      </p:sp>
      <p:sp>
        <p:nvSpPr>
          <p:cNvPr id="60423" name="Freeform 42">
            <a:extLst>
              <a:ext uri="{FF2B5EF4-FFF2-40B4-BE49-F238E27FC236}">
                <a16:creationId xmlns:a16="http://schemas.microsoft.com/office/drawing/2014/main" id="{9D61D632-00FB-4554-A03D-38138D1CE620}"/>
              </a:ext>
            </a:extLst>
          </p:cNvPr>
          <p:cNvSpPr>
            <a:spLocks noChangeAspect="1"/>
          </p:cNvSpPr>
          <p:nvPr/>
        </p:nvSpPr>
        <p:spPr bwMode="auto">
          <a:xfrm>
            <a:off x="2592390" y="1841500"/>
            <a:ext cx="1323975" cy="1330325"/>
          </a:xfrm>
          <a:custGeom>
            <a:avLst/>
            <a:gdLst>
              <a:gd name="T0" fmla="*/ 2147483647 w 2036"/>
              <a:gd name="T1" fmla="*/ 0 h 2039"/>
              <a:gd name="T2" fmla="*/ 2147483647 w 2036"/>
              <a:gd name="T3" fmla="*/ 2147483647 h 2039"/>
              <a:gd name="T4" fmla="*/ 2147483647 w 2036"/>
              <a:gd name="T5" fmla="*/ 2147483647 h 2039"/>
              <a:gd name="T6" fmla="*/ 2147483647 w 2036"/>
              <a:gd name="T7" fmla="*/ 2147483647 h 2039"/>
              <a:gd name="T8" fmla="*/ 2147483647 w 2036"/>
              <a:gd name="T9" fmla="*/ 2147483647 h 2039"/>
              <a:gd name="T10" fmla="*/ 2147483647 w 2036"/>
              <a:gd name="T11" fmla="*/ 2147483647 h 2039"/>
              <a:gd name="T12" fmla="*/ 2147483647 w 2036"/>
              <a:gd name="T13" fmla="*/ 2147483647 h 2039"/>
              <a:gd name="T14" fmla="*/ 2147483647 w 2036"/>
              <a:gd name="T15" fmla="*/ 2147483647 h 2039"/>
              <a:gd name="T16" fmla="*/ 2147483647 w 2036"/>
              <a:gd name="T17" fmla="*/ 2147483647 h 2039"/>
              <a:gd name="T18" fmla="*/ 2147483647 w 2036"/>
              <a:gd name="T19" fmla="*/ 2147483647 h 2039"/>
              <a:gd name="T20" fmla="*/ 2147483647 w 2036"/>
              <a:gd name="T21" fmla="*/ 2147483647 h 2039"/>
              <a:gd name="T22" fmla="*/ 2147483647 w 2036"/>
              <a:gd name="T23" fmla="*/ 2147483647 h 2039"/>
              <a:gd name="T24" fmla="*/ 2147483647 w 2036"/>
              <a:gd name="T25" fmla="*/ 2147483647 h 2039"/>
              <a:gd name="T26" fmla="*/ 2147483647 w 2036"/>
              <a:gd name="T27" fmla="*/ 2147483647 h 2039"/>
              <a:gd name="T28" fmla="*/ 0 w 2036"/>
              <a:gd name="T29" fmla="*/ 2147483647 h 2039"/>
              <a:gd name="T30" fmla="*/ 2147483647 w 2036"/>
              <a:gd name="T31" fmla="*/ 2147483647 h 2039"/>
              <a:gd name="T32" fmla="*/ 2147483647 w 2036"/>
              <a:gd name="T33" fmla="*/ 0 h 2039"/>
              <a:gd name="T34" fmla="*/ 2147483647 w 2036"/>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6"/>
              <a:gd name="T55" fmla="*/ 0 h 2039"/>
              <a:gd name="T56" fmla="*/ 2036 w 2036"/>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6" h="2039">
                <a:moveTo>
                  <a:pt x="2036" y="0"/>
                </a:moveTo>
                <a:lnTo>
                  <a:pt x="1626" y="40"/>
                </a:lnTo>
                <a:lnTo>
                  <a:pt x="1242" y="159"/>
                </a:lnTo>
                <a:lnTo>
                  <a:pt x="1065" y="247"/>
                </a:lnTo>
                <a:lnTo>
                  <a:pt x="895" y="348"/>
                </a:lnTo>
                <a:lnTo>
                  <a:pt x="740" y="466"/>
                </a:lnTo>
                <a:lnTo>
                  <a:pt x="665" y="530"/>
                </a:lnTo>
                <a:lnTo>
                  <a:pt x="595" y="599"/>
                </a:lnTo>
                <a:lnTo>
                  <a:pt x="527" y="669"/>
                </a:lnTo>
                <a:lnTo>
                  <a:pt x="464" y="741"/>
                </a:lnTo>
                <a:lnTo>
                  <a:pt x="346" y="899"/>
                </a:lnTo>
                <a:lnTo>
                  <a:pt x="243" y="1068"/>
                </a:lnTo>
                <a:lnTo>
                  <a:pt x="158" y="1245"/>
                </a:lnTo>
                <a:lnTo>
                  <a:pt x="38" y="1629"/>
                </a:lnTo>
                <a:lnTo>
                  <a:pt x="0" y="2039"/>
                </a:lnTo>
                <a:lnTo>
                  <a:pt x="2036" y="2039"/>
                </a:lnTo>
                <a:lnTo>
                  <a:pt x="2036" y="0"/>
                </a:lnTo>
                <a:close/>
              </a:path>
            </a:pathLst>
          </a:custGeom>
          <a:solidFill>
            <a:srgbClr val="FF0000">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1351"/>
          </a:p>
        </p:txBody>
      </p:sp>
      <p:sp>
        <p:nvSpPr>
          <p:cNvPr id="60424" name="Freeform 43">
            <a:extLst>
              <a:ext uri="{FF2B5EF4-FFF2-40B4-BE49-F238E27FC236}">
                <a16:creationId xmlns:a16="http://schemas.microsoft.com/office/drawing/2014/main" id="{8FE229FE-83D1-4954-89B3-1AAC4CFC5FAD}"/>
              </a:ext>
            </a:extLst>
          </p:cNvPr>
          <p:cNvSpPr>
            <a:spLocks noChangeAspect="1"/>
          </p:cNvSpPr>
          <p:nvPr/>
        </p:nvSpPr>
        <p:spPr bwMode="auto">
          <a:xfrm>
            <a:off x="3159125" y="2403477"/>
            <a:ext cx="769939" cy="773113"/>
          </a:xfrm>
          <a:custGeom>
            <a:avLst/>
            <a:gdLst>
              <a:gd name="T0" fmla="*/ 2147483647 w 2036"/>
              <a:gd name="T1" fmla="*/ 0 h 2039"/>
              <a:gd name="T2" fmla="*/ 2147483647 w 2036"/>
              <a:gd name="T3" fmla="*/ 2147483647 h 2039"/>
              <a:gd name="T4" fmla="*/ 2147483647 w 2036"/>
              <a:gd name="T5" fmla="*/ 2147483647 h 2039"/>
              <a:gd name="T6" fmla="*/ 2147483647 w 2036"/>
              <a:gd name="T7" fmla="*/ 2147483647 h 2039"/>
              <a:gd name="T8" fmla="*/ 2147483647 w 2036"/>
              <a:gd name="T9" fmla="*/ 2147483647 h 2039"/>
              <a:gd name="T10" fmla="*/ 2147483647 w 2036"/>
              <a:gd name="T11" fmla="*/ 2147483647 h 2039"/>
              <a:gd name="T12" fmla="*/ 2147483647 w 2036"/>
              <a:gd name="T13" fmla="*/ 2147483647 h 2039"/>
              <a:gd name="T14" fmla="*/ 2147483647 w 2036"/>
              <a:gd name="T15" fmla="*/ 2147483647 h 2039"/>
              <a:gd name="T16" fmla="*/ 2147483647 w 2036"/>
              <a:gd name="T17" fmla="*/ 2147483647 h 2039"/>
              <a:gd name="T18" fmla="*/ 2147483647 w 2036"/>
              <a:gd name="T19" fmla="*/ 2147483647 h 2039"/>
              <a:gd name="T20" fmla="*/ 2147483647 w 2036"/>
              <a:gd name="T21" fmla="*/ 2147483647 h 2039"/>
              <a:gd name="T22" fmla="*/ 2147483647 w 2036"/>
              <a:gd name="T23" fmla="*/ 2147483647 h 2039"/>
              <a:gd name="T24" fmla="*/ 2147483647 w 2036"/>
              <a:gd name="T25" fmla="*/ 2147483647 h 2039"/>
              <a:gd name="T26" fmla="*/ 2147483647 w 2036"/>
              <a:gd name="T27" fmla="*/ 2147483647 h 2039"/>
              <a:gd name="T28" fmla="*/ 0 w 2036"/>
              <a:gd name="T29" fmla="*/ 2147483647 h 2039"/>
              <a:gd name="T30" fmla="*/ 2147483647 w 2036"/>
              <a:gd name="T31" fmla="*/ 2147483647 h 2039"/>
              <a:gd name="T32" fmla="*/ 2147483647 w 2036"/>
              <a:gd name="T33" fmla="*/ 0 h 2039"/>
              <a:gd name="T34" fmla="*/ 2147483647 w 2036"/>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6"/>
              <a:gd name="T55" fmla="*/ 0 h 2039"/>
              <a:gd name="T56" fmla="*/ 2036 w 2036"/>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6" h="2039">
                <a:moveTo>
                  <a:pt x="2036" y="0"/>
                </a:moveTo>
                <a:lnTo>
                  <a:pt x="1626" y="40"/>
                </a:lnTo>
                <a:lnTo>
                  <a:pt x="1242" y="159"/>
                </a:lnTo>
                <a:lnTo>
                  <a:pt x="1065" y="247"/>
                </a:lnTo>
                <a:lnTo>
                  <a:pt x="895" y="348"/>
                </a:lnTo>
                <a:lnTo>
                  <a:pt x="740" y="466"/>
                </a:lnTo>
                <a:lnTo>
                  <a:pt x="665" y="530"/>
                </a:lnTo>
                <a:lnTo>
                  <a:pt x="595" y="599"/>
                </a:lnTo>
                <a:lnTo>
                  <a:pt x="527" y="669"/>
                </a:lnTo>
                <a:lnTo>
                  <a:pt x="464" y="741"/>
                </a:lnTo>
                <a:lnTo>
                  <a:pt x="346" y="899"/>
                </a:lnTo>
                <a:lnTo>
                  <a:pt x="243" y="1068"/>
                </a:lnTo>
                <a:lnTo>
                  <a:pt x="158" y="1245"/>
                </a:lnTo>
                <a:lnTo>
                  <a:pt x="38" y="1629"/>
                </a:lnTo>
                <a:lnTo>
                  <a:pt x="0" y="2039"/>
                </a:lnTo>
                <a:lnTo>
                  <a:pt x="2036" y="2039"/>
                </a:lnTo>
                <a:lnTo>
                  <a:pt x="2036" y="0"/>
                </a:lnTo>
                <a:close/>
              </a:path>
            </a:pathLst>
          </a:custGeom>
          <a:solidFill>
            <a:srgbClr val="990033">
              <a:alpha val="7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1351"/>
          </a:p>
        </p:txBody>
      </p:sp>
      <p:sp>
        <p:nvSpPr>
          <p:cNvPr id="60425" name="Text Box 44">
            <a:extLst>
              <a:ext uri="{FF2B5EF4-FFF2-40B4-BE49-F238E27FC236}">
                <a16:creationId xmlns:a16="http://schemas.microsoft.com/office/drawing/2014/main" id="{1CAE03C5-0108-4ECA-A85C-0DECBAA1D4A3}"/>
              </a:ext>
            </a:extLst>
          </p:cNvPr>
          <p:cNvSpPr txBox="1">
            <a:spLocks noChangeAspect="1" noChangeArrowheads="1"/>
          </p:cNvSpPr>
          <p:nvPr/>
        </p:nvSpPr>
        <p:spPr bwMode="auto">
          <a:xfrm rot="18691161">
            <a:off x="3041805" y="2630919"/>
            <a:ext cx="1039504" cy="276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92" tIns="45696" rIns="91392" bIns="45696">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0"/>
              </a:spcBef>
            </a:pPr>
            <a:r>
              <a:rPr lang="en-US" altLang="es-AR" sz="1200">
                <a:solidFill>
                  <a:srgbClr val="FFFFFF"/>
                </a:solidFill>
              </a:rPr>
              <a:t>Selfishness</a:t>
            </a:r>
          </a:p>
        </p:txBody>
      </p:sp>
      <p:sp>
        <p:nvSpPr>
          <p:cNvPr id="60426" name="Text Box 45">
            <a:extLst>
              <a:ext uri="{FF2B5EF4-FFF2-40B4-BE49-F238E27FC236}">
                <a16:creationId xmlns:a16="http://schemas.microsoft.com/office/drawing/2014/main" id="{F7BBAD60-DE9B-4D61-A268-4523B7F2AB98}"/>
              </a:ext>
            </a:extLst>
          </p:cNvPr>
          <p:cNvSpPr txBox="1">
            <a:spLocks noChangeAspect="1" noChangeArrowheads="1"/>
          </p:cNvSpPr>
          <p:nvPr/>
        </p:nvSpPr>
        <p:spPr bwMode="auto">
          <a:xfrm rot="18691161">
            <a:off x="2768407" y="2252301"/>
            <a:ext cx="783024" cy="276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92" tIns="45696" rIns="91392" bIns="45696">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0"/>
              </a:spcBef>
            </a:pPr>
            <a:r>
              <a:rPr lang="en-US" altLang="es-AR" sz="1200">
                <a:solidFill>
                  <a:srgbClr val="002960"/>
                </a:solidFill>
              </a:rPr>
              <a:t>Respect</a:t>
            </a:r>
          </a:p>
        </p:txBody>
      </p:sp>
      <p:sp>
        <p:nvSpPr>
          <p:cNvPr id="60427" name="Text Box 46">
            <a:extLst>
              <a:ext uri="{FF2B5EF4-FFF2-40B4-BE49-F238E27FC236}">
                <a16:creationId xmlns:a16="http://schemas.microsoft.com/office/drawing/2014/main" id="{7F21450E-9355-4BCA-BC6A-180FEAA7F902}"/>
              </a:ext>
            </a:extLst>
          </p:cNvPr>
          <p:cNvSpPr txBox="1">
            <a:spLocks noChangeAspect="1" noChangeArrowheads="1"/>
          </p:cNvSpPr>
          <p:nvPr/>
        </p:nvSpPr>
        <p:spPr bwMode="auto">
          <a:xfrm rot="18691161">
            <a:off x="2328173" y="1868126"/>
            <a:ext cx="885616" cy="276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92" tIns="45696" rIns="91392" bIns="45696">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0"/>
              </a:spcBef>
            </a:pPr>
            <a:r>
              <a:rPr lang="en-US" altLang="es-AR" sz="1200">
                <a:solidFill>
                  <a:srgbClr val="002960"/>
                </a:solidFill>
              </a:rPr>
              <a:t>Solidarity</a:t>
            </a:r>
          </a:p>
        </p:txBody>
      </p:sp>
      <p:sp>
        <p:nvSpPr>
          <p:cNvPr id="60428" name="Line 47">
            <a:extLst>
              <a:ext uri="{FF2B5EF4-FFF2-40B4-BE49-F238E27FC236}">
                <a16:creationId xmlns:a16="http://schemas.microsoft.com/office/drawing/2014/main" id="{848F0A60-EDD0-4D76-BA03-135B69501E13}"/>
              </a:ext>
            </a:extLst>
          </p:cNvPr>
          <p:cNvSpPr>
            <a:spLocks noChangeAspect="1" noChangeShapeType="1"/>
          </p:cNvSpPr>
          <p:nvPr/>
        </p:nvSpPr>
        <p:spPr bwMode="auto">
          <a:xfrm>
            <a:off x="1789114" y="3165475"/>
            <a:ext cx="2128837" cy="0"/>
          </a:xfrm>
          <a:prstGeom prst="line">
            <a:avLst/>
          </a:prstGeom>
          <a:noFill/>
          <a:ln w="38100">
            <a:solidFill>
              <a:srgbClr val="002960"/>
            </a:solidFill>
            <a:round/>
            <a:headEnd type="triangle" w="med" len="med"/>
            <a:tailEnd/>
          </a:ln>
          <a:extLst>
            <a:ext uri="{909E8E84-426E-40DD-AFC4-6F175D3DCCD1}">
              <a14:hiddenFill xmlns:a14="http://schemas.microsoft.com/office/drawing/2010/main">
                <a:noFill/>
              </a14:hiddenFill>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1351"/>
          </a:p>
        </p:txBody>
      </p:sp>
      <p:sp>
        <p:nvSpPr>
          <p:cNvPr id="60429" name="Line 48">
            <a:extLst>
              <a:ext uri="{FF2B5EF4-FFF2-40B4-BE49-F238E27FC236}">
                <a16:creationId xmlns:a16="http://schemas.microsoft.com/office/drawing/2014/main" id="{FAFF8E35-C939-4623-88F2-2A7F2ACFAD9A}"/>
              </a:ext>
            </a:extLst>
          </p:cNvPr>
          <p:cNvSpPr>
            <a:spLocks noChangeAspect="1" noChangeShapeType="1"/>
          </p:cNvSpPr>
          <p:nvPr/>
        </p:nvSpPr>
        <p:spPr bwMode="auto">
          <a:xfrm>
            <a:off x="3914775" y="1058863"/>
            <a:ext cx="0" cy="2108200"/>
          </a:xfrm>
          <a:prstGeom prst="line">
            <a:avLst/>
          </a:prstGeom>
          <a:noFill/>
          <a:ln w="38100">
            <a:solidFill>
              <a:srgbClr val="002960"/>
            </a:solidFill>
            <a:round/>
            <a:headEnd type="triangle" w="med" len="med"/>
            <a:tailEnd/>
          </a:ln>
          <a:extLst>
            <a:ext uri="{909E8E84-426E-40DD-AFC4-6F175D3DCCD1}">
              <a14:hiddenFill xmlns:a14="http://schemas.microsoft.com/office/drawing/2010/main">
                <a:noFill/>
              </a14:hiddenFill>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sz="1351"/>
          </a:p>
        </p:txBody>
      </p:sp>
      <p:sp>
        <p:nvSpPr>
          <p:cNvPr id="60430" name="Text Box 49">
            <a:extLst>
              <a:ext uri="{FF2B5EF4-FFF2-40B4-BE49-F238E27FC236}">
                <a16:creationId xmlns:a16="http://schemas.microsoft.com/office/drawing/2014/main" id="{91A00A32-64F1-40D6-889F-6FC19F13AE4F}"/>
              </a:ext>
            </a:extLst>
          </p:cNvPr>
          <p:cNvSpPr txBox="1">
            <a:spLocks noChangeArrowheads="1"/>
          </p:cNvSpPr>
          <p:nvPr/>
        </p:nvSpPr>
        <p:spPr bwMode="auto">
          <a:xfrm rot="18691161">
            <a:off x="1519928" y="1601119"/>
            <a:ext cx="1640096" cy="307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92" tIns="45696" rIns="91392" bIns="45696">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0"/>
              </a:spcBef>
            </a:pPr>
            <a:r>
              <a:rPr lang="en-US" altLang="es-AR" sz="1400">
                <a:solidFill>
                  <a:schemeClr val="folHlink"/>
                </a:solidFill>
              </a:rPr>
              <a:t>RELATIONSHIPS</a:t>
            </a:r>
          </a:p>
        </p:txBody>
      </p:sp>
      <p:pic>
        <p:nvPicPr>
          <p:cNvPr id="60431" name="Picture 21">
            <a:extLst>
              <a:ext uri="{FF2B5EF4-FFF2-40B4-BE49-F238E27FC236}">
                <a16:creationId xmlns:a16="http://schemas.microsoft.com/office/drawing/2014/main" id="{3CF8E3CC-9E11-417C-A3BD-78AA2C03D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98077" y="174626"/>
            <a:ext cx="5048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0432" name="Rectangle 36">
            <a:extLst>
              <a:ext uri="{FF2B5EF4-FFF2-40B4-BE49-F238E27FC236}">
                <a16:creationId xmlns:a16="http://schemas.microsoft.com/office/drawing/2014/main" id="{32B8C87F-D88E-4109-B089-1A55EADDAB54}"/>
              </a:ext>
            </a:extLst>
          </p:cNvPr>
          <p:cNvSpPr>
            <a:spLocks noChangeArrowheads="1"/>
          </p:cNvSpPr>
          <p:nvPr/>
        </p:nvSpPr>
        <p:spPr bwMode="auto">
          <a:xfrm>
            <a:off x="1704975" y="5538789"/>
            <a:ext cx="6838951" cy="1083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square" lIns="93236" tIns="93236" rIns="93236" bIns="93236">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eaLnBrk="1" hangingPunct="1">
              <a:spcBef>
                <a:spcPct val="20000"/>
              </a:spcBef>
              <a:buClr>
                <a:srgbClr val="D77C2A"/>
              </a:buClr>
              <a:buFont typeface="Wingdings" panose="05000000000000000000" pitchFamily="2" charset="2"/>
              <a:buNone/>
            </a:pPr>
            <a:r>
              <a:rPr lang="en-US" altLang="es-AR" sz="1500">
                <a:solidFill>
                  <a:srgbClr val="002960"/>
                </a:solidFill>
              </a:rPr>
              <a:t>SUB-OPTIMAL TEAM </a:t>
            </a:r>
            <a:r>
              <a:rPr lang="en-US" altLang="es-AR" sz="1500">
                <a:solidFill>
                  <a:schemeClr val="folHlink"/>
                </a:solidFill>
                <a:sym typeface="Wingdings 3" panose="05040102010807070707" pitchFamily="18" charset="2"/>
              </a:rPr>
              <a:t></a:t>
            </a:r>
            <a:endParaRPr lang="en-US" altLang="es-AR" sz="1500">
              <a:solidFill>
                <a:schemeClr val="folHlink"/>
              </a:solidFill>
            </a:endParaRPr>
          </a:p>
          <a:p>
            <a:pPr eaLnBrk="1" hangingPunct="1">
              <a:spcBef>
                <a:spcPct val="20000"/>
              </a:spcBef>
              <a:buClr>
                <a:schemeClr val="folHlink"/>
              </a:buClr>
              <a:buFontTx/>
              <a:buChar char="•"/>
            </a:pPr>
            <a:r>
              <a:rPr lang="en-US" altLang="es-AR" sz="1200" b="0">
                <a:solidFill>
                  <a:srgbClr val="002960"/>
                </a:solidFill>
              </a:rPr>
              <a:t>Shallow politeness covering mistrust and lack of community.</a:t>
            </a:r>
          </a:p>
          <a:p>
            <a:pPr eaLnBrk="1" hangingPunct="1">
              <a:spcBef>
                <a:spcPct val="20000"/>
              </a:spcBef>
              <a:buClr>
                <a:schemeClr val="folHlink"/>
              </a:buClr>
              <a:buFontTx/>
              <a:buChar char="•"/>
            </a:pPr>
            <a:r>
              <a:rPr lang="en-US" altLang="es-AR" sz="1200" b="0">
                <a:solidFill>
                  <a:srgbClr val="002960"/>
                </a:solidFill>
              </a:rPr>
              <a:t>Silo-focused individuals are concerned only with self-promotion, lack of care for one another.</a:t>
            </a:r>
          </a:p>
          <a:p>
            <a:pPr eaLnBrk="1" hangingPunct="1">
              <a:spcBef>
                <a:spcPct val="20000"/>
              </a:spcBef>
              <a:buClr>
                <a:schemeClr val="folHlink"/>
              </a:buClr>
              <a:buFontTx/>
              <a:buChar char="•"/>
            </a:pPr>
            <a:r>
              <a:rPr lang="en-US" altLang="es-AR" sz="1200" b="0">
                <a:solidFill>
                  <a:srgbClr val="002960"/>
                </a:solidFill>
              </a:rPr>
              <a:t>Transactional exchanges no deep conversations about purpose and meaning.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1 Marcador de número de diapositiva"/>
          <p:cNvSpPr>
            <a:spLocks noGrp="1"/>
          </p:cNvSpPr>
          <p:nvPr>
            <p:ph type="sldNum" sz="quarter" idx="10"/>
          </p:nvPr>
        </p:nvSpPr>
        <p:spPr/>
        <p:txBody>
          <a:bodyPr/>
          <a:lstStyle/>
          <a:p>
            <a:pPr>
              <a:defRPr/>
            </a:pPr>
            <a:r>
              <a:rPr lang="en-US">
                <a:latin typeface="Arial"/>
                <a:cs typeface="Arial"/>
              </a:rPr>
              <a:t>| </a:t>
            </a:r>
            <a:fld id="{62DF0F92-701F-44EA-BD17-6F60FF352E53}" type="slidenum">
              <a:rPr lang="en-US">
                <a:solidFill>
                  <a:srgbClr val="B2B2B2"/>
                </a:solidFill>
                <a:latin typeface="Arial"/>
                <a:cs typeface="Arial"/>
              </a:rPr>
              <a:pPr>
                <a:defRPr/>
              </a:pPr>
              <a:t>22</a:t>
            </a:fld>
            <a:endParaRPr lang="en-US">
              <a:solidFill>
                <a:srgbClr val="B2B2B2"/>
              </a:solidFill>
              <a:latin typeface="Arial"/>
              <a:cs typeface="Arial"/>
            </a:endParaRPr>
          </a:p>
        </p:txBody>
      </p:sp>
      <p:sp>
        <p:nvSpPr>
          <p:cNvPr id="21507" name="Rectangle 2"/>
          <p:cNvSpPr>
            <a:spLocks noGrp="1" noChangeArrowheads="1"/>
          </p:cNvSpPr>
          <p:nvPr>
            <p:ph type="title" idx="4294967295"/>
          </p:nvPr>
        </p:nvSpPr>
        <p:spPr/>
        <p:txBody>
          <a:bodyPr anchor="ctr"/>
          <a:lstStyle/>
          <a:p>
            <a:r>
              <a:rPr lang="en-US"/>
              <a:t>relationships</a:t>
            </a:r>
            <a:endParaRPr lang="es-ES"/>
          </a:p>
        </p:txBody>
      </p:sp>
      <p:sp>
        <p:nvSpPr>
          <p:cNvPr id="21521" name="Text Box 34"/>
          <p:cNvSpPr txBox="1">
            <a:spLocks noChangeArrowheads="1"/>
          </p:cNvSpPr>
          <p:nvPr/>
        </p:nvSpPr>
        <p:spPr bwMode="auto">
          <a:xfrm>
            <a:off x="2419872" y="819052"/>
            <a:ext cx="7348537" cy="593725"/>
          </a:xfrm>
          <a:prstGeom prst="rect">
            <a:avLst/>
          </a:prstGeom>
          <a:noFill/>
          <a:ln w="9525">
            <a:noFill/>
            <a:miter lim="800000"/>
            <a:headEnd/>
            <a:tailEnd/>
          </a:ln>
        </p:spPr>
        <p:txBody>
          <a:bodyPr anchor="ctr">
            <a:spAutoFit/>
          </a:bodyPr>
          <a:lstStyle/>
          <a:p>
            <a:pPr algn="ctr">
              <a:lnSpc>
                <a:spcPct val="110000"/>
              </a:lnSpc>
              <a:spcBef>
                <a:spcPct val="0"/>
              </a:spcBef>
            </a:pPr>
            <a:r>
              <a:rPr lang="en-US" sz="1500" b="1">
                <a:solidFill>
                  <a:srgbClr val="002D62"/>
                </a:solidFill>
                <a:latin typeface="Arial"/>
                <a:cs typeface="Arial"/>
              </a:rPr>
              <a:t>A crisp purpose, clear roles and seamless processes need a solid human dimension for the team to achieve exceptional results over time.</a:t>
            </a:r>
          </a:p>
        </p:txBody>
      </p:sp>
      <p:pic>
        <p:nvPicPr>
          <p:cNvPr id="21523" name="Picture 22"/>
          <p:cNvPicPr>
            <a:picLocks noChangeAspect="1" noChangeArrowheads="1"/>
          </p:cNvPicPr>
          <p:nvPr/>
        </p:nvPicPr>
        <p:blipFill>
          <a:blip r:embed="rId3" cstate="print"/>
          <a:srcRect/>
          <a:stretch>
            <a:fillRect/>
          </a:stretch>
        </p:blipFill>
        <p:spPr bwMode="auto">
          <a:xfrm>
            <a:off x="9998076" y="174625"/>
            <a:ext cx="504825" cy="433388"/>
          </a:xfrm>
          <a:prstGeom prst="rect">
            <a:avLst/>
          </a:prstGeom>
          <a:noFill/>
          <a:ln w="9525" algn="ctr">
            <a:noFill/>
            <a:miter lim="800000"/>
            <a:headEnd/>
            <a:tailEnd/>
          </a:ln>
        </p:spPr>
      </p:pic>
      <p:grpSp>
        <p:nvGrpSpPr>
          <p:cNvPr id="2" name="Group 31"/>
          <p:cNvGrpSpPr/>
          <p:nvPr/>
        </p:nvGrpSpPr>
        <p:grpSpPr>
          <a:xfrm>
            <a:off x="3472838" y="1658829"/>
            <a:ext cx="5215450" cy="4517276"/>
            <a:chOff x="1475656" y="1287989"/>
            <a:chExt cx="6129961" cy="5309363"/>
          </a:xfrm>
        </p:grpSpPr>
        <p:sp>
          <p:nvSpPr>
            <p:cNvPr id="21" name="Oval 4"/>
            <p:cNvSpPr>
              <a:spLocks noChangeArrowheads="1"/>
            </p:cNvSpPr>
            <p:nvPr/>
          </p:nvSpPr>
          <p:spPr bwMode="auto">
            <a:xfrm>
              <a:off x="5656761" y="4259592"/>
              <a:ext cx="1948856" cy="1948856"/>
            </a:xfrm>
            <a:prstGeom prst="ellipse">
              <a:avLst/>
            </a:prstGeom>
            <a:solidFill>
              <a:schemeClr val="accent4"/>
            </a:solidFill>
            <a:ln w="38100">
              <a:noFill/>
              <a:round/>
              <a:headEnd/>
              <a:tailEnd/>
            </a:ln>
          </p:spPr>
          <p:txBody>
            <a:bodyPr lIns="0" tIns="0" rIns="0" bIns="0" anchor="ctr"/>
            <a:lstStyle/>
            <a:p>
              <a:pPr algn="ctr">
                <a:spcBef>
                  <a:spcPct val="0"/>
                </a:spcBef>
                <a:defRPr/>
              </a:pPr>
              <a:r>
                <a:rPr lang="en-US" sz="1400" b="1">
                  <a:solidFill>
                    <a:srgbClr val="A6A6A6"/>
                  </a:solidFill>
                  <a:latin typeface="Arial"/>
                  <a:cs typeface="Arial"/>
                </a:rPr>
                <a:t>personal</a:t>
              </a:r>
            </a:p>
            <a:p>
              <a:pPr algn="ctr">
                <a:spcBef>
                  <a:spcPct val="0"/>
                </a:spcBef>
                <a:defRPr/>
              </a:pPr>
              <a:r>
                <a:rPr lang="en-US" sz="2400" b="1">
                  <a:solidFill>
                    <a:srgbClr val="FFFFFF"/>
                  </a:solidFill>
                  <a:latin typeface="Arial"/>
                  <a:cs typeface="Arial"/>
                </a:rPr>
                <a:t>I</a:t>
              </a:r>
            </a:p>
            <a:p>
              <a:pPr algn="ctr">
                <a:spcBef>
                  <a:spcPct val="0"/>
                </a:spcBef>
                <a:defRPr/>
              </a:pPr>
              <a:r>
                <a:rPr lang="en-US" sz="1100" b="1">
                  <a:solidFill>
                    <a:srgbClr val="FFFFFF"/>
                  </a:solidFill>
                  <a:latin typeface="Arial"/>
                  <a:cs typeface="Arial"/>
                </a:rPr>
                <a:t>happiness</a:t>
              </a:r>
            </a:p>
            <a:p>
              <a:pPr algn="ctr">
                <a:spcBef>
                  <a:spcPct val="0"/>
                </a:spcBef>
                <a:defRPr/>
              </a:pPr>
              <a:r>
                <a:rPr lang="en-US" sz="1100" b="1">
                  <a:solidFill>
                    <a:srgbClr val="FFFFFF"/>
                  </a:solidFill>
                  <a:latin typeface="Arial"/>
                  <a:cs typeface="Arial"/>
                </a:rPr>
                <a:t>health </a:t>
              </a:r>
            </a:p>
            <a:p>
              <a:pPr algn="ctr">
                <a:spcBef>
                  <a:spcPct val="0"/>
                </a:spcBef>
                <a:defRPr/>
              </a:pPr>
              <a:r>
                <a:rPr lang="en-US" sz="1100" b="1">
                  <a:solidFill>
                    <a:srgbClr val="FFFFFF"/>
                  </a:solidFill>
                  <a:latin typeface="Arial"/>
                  <a:cs typeface="Arial"/>
                </a:rPr>
                <a:t>flow</a:t>
              </a:r>
              <a:endParaRPr lang="es-ES" sz="1600" b="1" i="1">
                <a:solidFill>
                  <a:srgbClr val="FFFFFF"/>
                </a:solidFill>
                <a:latin typeface="Arial"/>
                <a:cs typeface="Arial"/>
              </a:endParaRPr>
            </a:p>
          </p:txBody>
        </p:sp>
        <p:sp>
          <p:nvSpPr>
            <p:cNvPr id="22" name="Oval 5"/>
            <p:cNvSpPr>
              <a:spLocks noChangeAspect="1" noChangeArrowheads="1"/>
            </p:cNvSpPr>
            <p:nvPr/>
          </p:nvSpPr>
          <p:spPr bwMode="auto">
            <a:xfrm>
              <a:off x="3615362" y="1694636"/>
              <a:ext cx="1948856" cy="1950388"/>
            </a:xfrm>
            <a:prstGeom prst="ellipse">
              <a:avLst/>
            </a:prstGeom>
            <a:solidFill>
              <a:schemeClr val="accent2"/>
            </a:solidFill>
            <a:ln w="38100">
              <a:noFill/>
              <a:round/>
              <a:headEnd/>
              <a:tailEnd/>
            </a:ln>
          </p:spPr>
          <p:txBody>
            <a:bodyPr lIns="0" tIns="0" rIns="0" bIns="0" anchor="ctr"/>
            <a:lstStyle/>
            <a:p>
              <a:pPr algn="ctr">
                <a:spcBef>
                  <a:spcPct val="0"/>
                </a:spcBef>
                <a:defRPr/>
              </a:pPr>
              <a:r>
                <a:rPr lang="en-US" sz="1400" b="1">
                  <a:solidFill>
                    <a:srgbClr val="002D62"/>
                  </a:solidFill>
                  <a:latin typeface="Arial"/>
                  <a:cs typeface="Arial"/>
                </a:rPr>
                <a:t>impersonal</a:t>
              </a:r>
            </a:p>
            <a:p>
              <a:pPr algn="ctr">
                <a:spcBef>
                  <a:spcPct val="0"/>
                </a:spcBef>
                <a:defRPr/>
              </a:pPr>
              <a:r>
                <a:rPr lang="en-US" sz="2400" b="1">
                  <a:solidFill>
                    <a:srgbClr val="FFFFFF"/>
                  </a:solidFill>
                  <a:latin typeface="Arial"/>
                  <a:cs typeface="Arial"/>
                </a:rPr>
                <a:t>IT</a:t>
              </a:r>
              <a:endParaRPr lang="en-US" sz="2400">
                <a:solidFill>
                  <a:srgbClr val="FFFFFF"/>
                </a:solidFill>
                <a:latin typeface="Arial"/>
                <a:cs typeface="Arial"/>
              </a:endParaRPr>
            </a:p>
            <a:p>
              <a:pPr algn="ctr">
                <a:spcBef>
                  <a:spcPct val="0"/>
                </a:spcBef>
                <a:defRPr/>
              </a:pPr>
              <a:r>
                <a:rPr lang="en-US" sz="1100" b="1">
                  <a:solidFill>
                    <a:srgbClr val="FFFFFF"/>
                  </a:solidFill>
                  <a:latin typeface="Arial"/>
                  <a:cs typeface="Arial"/>
                </a:rPr>
                <a:t>business results</a:t>
              </a:r>
            </a:p>
            <a:p>
              <a:pPr algn="ctr">
                <a:spcBef>
                  <a:spcPct val="0"/>
                </a:spcBef>
                <a:defRPr/>
              </a:pPr>
              <a:r>
                <a:rPr lang="en-US" sz="1100" b="1">
                  <a:solidFill>
                    <a:srgbClr val="FFFFFF"/>
                  </a:solidFill>
                  <a:latin typeface="Arial"/>
                  <a:cs typeface="Arial"/>
                </a:rPr>
                <a:t>effectiveness</a:t>
              </a:r>
            </a:p>
            <a:p>
              <a:pPr algn="ctr">
                <a:spcBef>
                  <a:spcPct val="0"/>
                </a:spcBef>
                <a:defRPr/>
              </a:pPr>
              <a:r>
                <a:rPr lang="en-US" sz="1100" b="1">
                  <a:solidFill>
                    <a:srgbClr val="FFFFFF"/>
                  </a:solidFill>
                  <a:latin typeface="Arial"/>
                  <a:cs typeface="Arial"/>
                </a:rPr>
                <a:t>productivity</a:t>
              </a:r>
              <a:endParaRPr lang="es-ES" sz="1600" b="1">
                <a:solidFill>
                  <a:srgbClr val="FFFFFF"/>
                </a:solidFill>
                <a:latin typeface="Arial"/>
                <a:cs typeface="Arial"/>
              </a:endParaRPr>
            </a:p>
          </p:txBody>
        </p:sp>
        <p:sp>
          <p:nvSpPr>
            <p:cNvPr id="23" name="Rectangle 6"/>
            <p:cNvSpPr>
              <a:spLocks noChangeArrowheads="1"/>
            </p:cNvSpPr>
            <p:nvPr/>
          </p:nvSpPr>
          <p:spPr bwMode="auto">
            <a:xfrm>
              <a:off x="3496521" y="3956863"/>
              <a:ext cx="2068268" cy="1200329"/>
            </a:xfrm>
            <a:prstGeom prst="rect">
              <a:avLst/>
            </a:prstGeom>
            <a:noFill/>
            <a:ln w="9525" algn="ctr">
              <a:noFill/>
              <a:miter lim="800000"/>
              <a:headEnd/>
              <a:tailEnd/>
            </a:ln>
          </p:spPr>
          <p:txBody>
            <a:bodyPr wrap="square">
              <a:spAutoFit/>
            </a:bodyPr>
            <a:lstStyle/>
            <a:p>
              <a:pPr algn="ctr"/>
              <a:r>
                <a:rPr lang="en-US" sz="2000" b="1">
                  <a:solidFill>
                    <a:srgbClr val="46509C"/>
                  </a:solidFill>
                  <a:latin typeface="Arial"/>
                  <a:cs typeface="Arial"/>
                </a:rPr>
                <a:t>exceptional</a:t>
              </a:r>
              <a:br>
                <a:rPr lang="en-US" sz="2000" b="1">
                  <a:solidFill>
                    <a:srgbClr val="46509C"/>
                  </a:solidFill>
                  <a:latin typeface="Arial"/>
                  <a:cs typeface="Arial"/>
                </a:rPr>
              </a:br>
              <a:r>
                <a:rPr lang="en-US" sz="2000" b="1">
                  <a:solidFill>
                    <a:srgbClr val="46509C"/>
                  </a:solidFill>
                  <a:latin typeface="Arial"/>
                  <a:cs typeface="Arial"/>
                </a:rPr>
                <a:t>sustainable</a:t>
              </a:r>
              <a:br>
                <a:rPr lang="en-US" sz="2000" b="1">
                  <a:solidFill>
                    <a:srgbClr val="46509C"/>
                  </a:solidFill>
                  <a:latin typeface="Arial"/>
                  <a:cs typeface="Arial"/>
                </a:rPr>
              </a:br>
              <a:r>
                <a:rPr lang="en-US" sz="2000" b="1">
                  <a:solidFill>
                    <a:srgbClr val="46509C"/>
                  </a:solidFill>
                  <a:latin typeface="Arial"/>
                  <a:cs typeface="Arial"/>
                </a:rPr>
                <a:t>results</a:t>
              </a:r>
            </a:p>
          </p:txBody>
        </p:sp>
        <p:sp>
          <p:nvSpPr>
            <p:cNvPr id="24" name="Oval 7"/>
            <p:cNvSpPr>
              <a:spLocks noChangeArrowheads="1"/>
            </p:cNvSpPr>
            <p:nvPr/>
          </p:nvSpPr>
          <p:spPr bwMode="auto">
            <a:xfrm>
              <a:off x="1475656" y="4259592"/>
              <a:ext cx="1948857" cy="1948856"/>
            </a:xfrm>
            <a:prstGeom prst="ellipse">
              <a:avLst/>
            </a:prstGeom>
            <a:solidFill>
              <a:schemeClr val="accent4"/>
            </a:solidFill>
            <a:ln w="38100">
              <a:noFill/>
              <a:round/>
              <a:headEnd/>
              <a:tailEnd/>
            </a:ln>
          </p:spPr>
          <p:txBody>
            <a:bodyPr lIns="0" tIns="0" rIns="0" bIns="0" anchor="ctr"/>
            <a:lstStyle/>
            <a:p>
              <a:pPr algn="ctr">
                <a:spcBef>
                  <a:spcPct val="0"/>
                </a:spcBef>
                <a:defRPr/>
              </a:pPr>
              <a:r>
                <a:rPr lang="en-US" sz="1400" b="1">
                  <a:solidFill>
                    <a:srgbClr val="A6A6A6"/>
                  </a:solidFill>
                  <a:latin typeface="Arial"/>
                  <a:cs typeface="Arial"/>
                </a:rPr>
                <a:t>interpersonal</a:t>
              </a:r>
            </a:p>
            <a:p>
              <a:pPr algn="ctr">
                <a:spcBef>
                  <a:spcPct val="0"/>
                </a:spcBef>
                <a:defRPr/>
              </a:pPr>
              <a:r>
                <a:rPr lang="en-US" sz="2400" b="1">
                  <a:solidFill>
                    <a:srgbClr val="FFFFFF"/>
                  </a:solidFill>
                  <a:latin typeface="Arial"/>
                  <a:cs typeface="Arial"/>
                </a:rPr>
                <a:t>WE</a:t>
              </a:r>
            </a:p>
            <a:p>
              <a:pPr algn="ctr">
                <a:spcBef>
                  <a:spcPct val="0"/>
                </a:spcBef>
                <a:defRPr/>
              </a:pPr>
              <a:endParaRPr lang="en-US" sz="100">
                <a:solidFill>
                  <a:srgbClr val="FFFFFF"/>
                </a:solidFill>
                <a:effectLst>
                  <a:outerShdw blurRad="38100" dist="38100" dir="2700000" algn="tl">
                    <a:srgbClr val="000000"/>
                  </a:outerShdw>
                </a:effectLst>
                <a:latin typeface="Arial"/>
                <a:cs typeface="Arial"/>
              </a:endParaRPr>
            </a:p>
            <a:p>
              <a:pPr algn="ctr">
                <a:spcBef>
                  <a:spcPct val="0"/>
                </a:spcBef>
                <a:defRPr/>
              </a:pPr>
              <a:r>
                <a:rPr lang="en-US" sz="1100" b="1">
                  <a:solidFill>
                    <a:srgbClr val="FFFFFF"/>
                  </a:solidFill>
                  <a:latin typeface="Arial"/>
                  <a:cs typeface="Arial"/>
                </a:rPr>
                <a:t>trust</a:t>
              </a:r>
            </a:p>
            <a:p>
              <a:pPr algn="ctr">
                <a:spcBef>
                  <a:spcPct val="0"/>
                </a:spcBef>
                <a:defRPr/>
              </a:pPr>
              <a:r>
                <a:rPr lang="en-US" sz="1100" b="1">
                  <a:solidFill>
                    <a:srgbClr val="FFFFFF"/>
                  </a:solidFill>
                  <a:latin typeface="Arial"/>
                  <a:cs typeface="Arial"/>
                </a:rPr>
                <a:t>solidarity</a:t>
              </a:r>
            </a:p>
            <a:p>
              <a:pPr algn="ctr">
                <a:spcBef>
                  <a:spcPct val="0"/>
                </a:spcBef>
                <a:defRPr/>
              </a:pPr>
              <a:r>
                <a:rPr lang="en-US" sz="1100" b="1">
                  <a:solidFill>
                    <a:srgbClr val="FFFFFF"/>
                  </a:solidFill>
                  <a:latin typeface="Arial"/>
                  <a:cs typeface="Arial"/>
                </a:rPr>
                <a:t>mutual respect</a:t>
              </a:r>
              <a:endParaRPr lang="es-ES" sz="1600" b="1" i="1">
                <a:solidFill>
                  <a:srgbClr val="FFFFFF"/>
                </a:solidFill>
                <a:latin typeface="Arial"/>
                <a:cs typeface="Arial"/>
              </a:endParaRPr>
            </a:p>
          </p:txBody>
        </p:sp>
        <p:sp>
          <p:nvSpPr>
            <p:cNvPr id="25" name="Line 8"/>
            <p:cNvSpPr>
              <a:spLocks noChangeShapeType="1"/>
            </p:cNvSpPr>
            <p:nvPr/>
          </p:nvSpPr>
          <p:spPr bwMode="auto">
            <a:xfrm flipH="1" flipV="1">
              <a:off x="5869608" y="3138116"/>
              <a:ext cx="485300" cy="832818"/>
            </a:xfrm>
            <a:prstGeom prst="line">
              <a:avLst/>
            </a:prstGeom>
            <a:noFill/>
            <a:ln w="76200">
              <a:solidFill>
                <a:srgbClr val="000066"/>
              </a:solidFill>
              <a:round/>
              <a:headEnd type="triangle" w="med" len="med"/>
              <a:tailEnd type="triangle" w="med" len="med"/>
            </a:ln>
          </p:spPr>
          <p:txBody>
            <a:bodyPr/>
            <a:lstStyle/>
            <a:p>
              <a:endParaRPr lang="en-US" sz="1400">
                <a:solidFill>
                  <a:srgbClr val="002D62"/>
                </a:solidFill>
                <a:latin typeface="Arial"/>
                <a:cs typeface="Arial"/>
              </a:endParaRPr>
            </a:p>
          </p:txBody>
        </p:sp>
        <p:sp>
          <p:nvSpPr>
            <p:cNvPr id="26" name="Line 9"/>
            <p:cNvSpPr>
              <a:spLocks noChangeShapeType="1"/>
            </p:cNvSpPr>
            <p:nvPr/>
          </p:nvSpPr>
          <p:spPr bwMode="auto">
            <a:xfrm>
              <a:off x="4047161" y="5696674"/>
              <a:ext cx="1180335" cy="1"/>
            </a:xfrm>
            <a:prstGeom prst="line">
              <a:avLst/>
            </a:prstGeom>
            <a:noFill/>
            <a:ln w="76200">
              <a:solidFill>
                <a:schemeClr val="tx1"/>
              </a:solidFill>
              <a:round/>
              <a:headEnd type="triangle" w="med" len="med"/>
              <a:tailEnd type="triangle" w="med" len="med"/>
            </a:ln>
          </p:spPr>
          <p:txBody>
            <a:bodyPr/>
            <a:lstStyle/>
            <a:p>
              <a:endParaRPr lang="en-US" sz="1400">
                <a:solidFill>
                  <a:srgbClr val="002D62"/>
                </a:solidFill>
                <a:latin typeface="Arial"/>
                <a:cs typeface="Arial"/>
              </a:endParaRPr>
            </a:p>
          </p:txBody>
        </p:sp>
        <p:sp>
          <p:nvSpPr>
            <p:cNvPr id="27" name="Line 8"/>
            <p:cNvSpPr>
              <a:spLocks noChangeShapeType="1"/>
            </p:cNvSpPr>
            <p:nvPr/>
          </p:nvSpPr>
          <p:spPr bwMode="auto">
            <a:xfrm flipV="1">
              <a:off x="2881936" y="3128994"/>
              <a:ext cx="492955" cy="868030"/>
            </a:xfrm>
            <a:prstGeom prst="line">
              <a:avLst/>
            </a:prstGeom>
            <a:noFill/>
            <a:ln w="76200">
              <a:solidFill>
                <a:srgbClr val="000066"/>
              </a:solidFill>
              <a:round/>
              <a:headEnd type="triangle" w="med" len="med"/>
              <a:tailEnd type="triangle" w="med" len="med"/>
            </a:ln>
          </p:spPr>
          <p:txBody>
            <a:bodyPr/>
            <a:lstStyle/>
            <a:p>
              <a:endParaRPr lang="en-US" sz="1400">
                <a:solidFill>
                  <a:srgbClr val="002D62"/>
                </a:solidFill>
                <a:latin typeface="Arial"/>
                <a:cs typeface="Arial"/>
              </a:endParaRPr>
            </a:p>
          </p:txBody>
        </p:sp>
        <p:sp>
          <p:nvSpPr>
            <p:cNvPr id="28" name="Text Box 9"/>
            <p:cNvSpPr txBox="1">
              <a:spLocks noChangeArrowheads="1"/>
            </p:cNvSpPr>
            <p:nvPr/>
          </p:nvSpPr>
          <p:spPr bwMode="auto">
            <a:xfrm>
              <a:off x="3856561" y="1287989"/>
              <a:ext cx="1450668" cy="340811"/>
            </a:xfrm>
            <a:prstGeom prst="rect">
              <a:avLst/>
            </a:prstGeom>
            <a:noFill/>
            <a:ln w="9525">
              <a:noFill/>
              <a:miter lim="800000"/>
              <a:headEnd/>
              <a:tailEnd/>
            </a:ln>
          </p:spPr>
          <p:txBody>
            <a:bodyPr wrap="none" anchor="ctr"/>
            <a:lstStyle/>
            <a:p>
              <a:pPr algn="ctr">
                <a:spcBef>
                  <a:spcPct val="0"/>
                </a:spcBef>
              </a:pPr>
              <a:r>
                <a:rPr lang="en-US" b="1">
                  <a:solidFill>
                    <a:srgbClr val="46509C"/>
                  </a:solidFill>
                  <a:latin typeface="Arial"/>
                  <a:cs typeface="Arial"/>
                </a:rPr>
                <a:t>achievement</a:t>
              </a:r>
            </a:p>
          </p:txBody>
        </p:sp>
        <p:sp>
          <p:nvSpPr>
            <p:cNvPr id="29" name="Text Box 10"/>
            <p:cNvSpPr txBox="1">
              <a:spLocks noChangeArrowheads="1"/>
            </p:cNvSpPr>
            <p:nvPr/>
          </p:nvSpPr>
          <p:spPr bwMode="auto">
            <a:xfrm>
              <a:off x="1739463" y="6256541"/>
              <a:ext cx="1450667" cy="340811"/>
            </a:xfrm>
            <a:prstGeom prst="rect">
              <a:avLst/>
            </a:prstGeom>
            <a:noFill/>
            <a:ln w="9525">
              <a:noFill/>
              <a:miter lim="800000"/>
              <a:headEnd/>
              <a:tailEnd/>
            </a:ln>
          </p:spPr>
          <p:txBody>
            <a:bodyPr wrap="none" anchor="ctr"/>
            <a:lstStyle/>
            <a:p>
              <a:pPr algn="ctr">
                <a:spcBef>
                  <a:spcPct val="0"/>
                </a:spcBef>
              </a:pPr>
              <a:r>
                <a:rPr lang="en-US" b="1">
                  <a:solidFill>
                    <a:srgbClr val="46509C"/>
                  </a:solidFill>
                  <a:latin typeface="Arial"/>
                  <a:cs typeface="Arial"/>
                </a:rPr>
                <a:t>community</a:t>
              </a:r>
            </a:p>
          </p:txBody>
        </p:sp>
        <p:sp>
          <p:nvSpPr>
            <p:cNvPr id="30" name="Text Box 11"/>
            <p:cNvSpPr txBox="1">
              <a:spLocks noChangeArrowheads="1"/>
            </p:cNvSpPr>
            <p:nvPr/>
          </p:nvSpPr>
          <p:spPr bwMode="auto">
            <a:xfrm>
              <a:off x="5920567" y="6256541"/>
              <a:ext cx="1450668" cy="340811"/>
            </a:xfrm>
            <a:prstGeom prst="rect">
              <a:avLst/>
            </a:prstGeom>
            <a:noFill/>
            <a:ln w="9525">
              <a:noFill/>
              <a:miter lim="800000"/>
              <a:headEnd/>
              <a:tailEnd/>
            </a:ln>
          </p:spPr>
          <p:txBody>
            <a:bodyPr wrap="none" anchor="ctr"/>
            <a:lstStyle/>
            <a:p>
              <a:pPr algn="ctr">
                <a:spcBef>
                  <a:spcPct val="0"/>
                </a:spcBef>
              </a:pPr>
              <a:r>
                <a:rPr lang="en-US" b="1">
                  <a:solidFill>
                    <a:srgbClr val="46509C"/>
                  </a:solidFill>
                  <a:latin typeface="Arial"/>
                  <a:cs typeface="Arial"/>
                </a:rPr>
                <a:t>actualization</a:t>
              </a:r>
            </a:p>
          </p:txBody>
        </p:sp>
      </p:grpSp>
      <p:sp>
        <p:nvSpPr>
          <p:cNvPr id="31" name="TextBox 30"/>
          <p:cNvSpPr txBox="1"/>
          <p:nvPr/>
        </p:nvSpPr>
        <p:spPr>
          <a:xfrm>
            <a:off x="1559496" y="4879960"/>
            <a:ext cx="2016224" cy="1717393"/>
          </a:xfrm>
          <a:prstGeom prst="rect">
            <a:avLst/>
          </a:prstGeom>
          <a:noFill/>
        </p:spPr>
        <p:txBody>
          <a:bodyPr wrap="square" rtlCol="0">
            <a:spAutoFit/>
          </a:bodyPr>
          <a:lstStyle/>
          <a:p>
            <a:pPr marL="166688" indent="-166688" defTabSz="933450">
              <a:spcBef>
                <a:spcPct val="20000"/>
              </a:spcBef>
              <a:buClr>
                <a:srgbClr val="002D62"/>
              </a:buClr>
              <a:buFontTx/>
              <a:buChar char="•"/>
            </a:pPr>
            <a:r>
              <a:rPr lang="en-US" sz="1200" b="1">
                <a:solidFill>
                  <a:srgbClr val="002960"/>
                </a:solidFill>
                <a:latin typeface="Arial"/>
                <a:cs typeface="Arial"/>
              </a:rPr>
              <a:t>Effective communication</a:t>
            </a:r>
          </a:p>
          <a:p>
            <a:pPr marL="166688" indent="-166688" defTabSz="933450">
              <a:spcBef>
                <a:spcPct val="20000"/>
              </a:spcBef>
              <a:buClr>
                <a:srgbClr val="002D62"/>
              </a:buClr>
              <a:buFontTx/>
              <a:buChar char="•"/>
            </a:pPr>
            <a:r>
              <a:rPr lang="en-US" sz="1200" b="1">
                <a:solidFill>
                  <a:srgbClr val="002960"/>
                </a:solidFill>
                <a:latin typeface="Arial"/>
                <a:cs typeface="Arial"/>
              </a:rPr>
              <a:t>No </a:t>
            </a:r>
            <a:r>
              <a:rPr lang="en-US" sz="1200" b="1" err="1">
                <a:solidFill>
                  <a:srgbClr val="002960"/>
                </a:solidFill>
                <a:latin typeface="Arial"/>
                <a:cs typeface="Arial"/>
              </a:rPr>
              <a:t>undiscussables</a:t>
            </a:r>
            <a:endParaRPr lang="en-US" sz="1200" b="1">
              <a:solidFill>
                <a:srgbClr val="002960"/>
              </a:solidFill>
              <a:latin typeface="Arial"/>
              <a:cs typeface="Arial"/>
            </a:endParaRPr>
          </a:p>
          <a:p>
            <a:pPr marL="166688" indent="-166688" defTabSz="933450">
              <a:spcBef>
                <a:spcPct val="20000"/>
              </a:spcBef>
              <a:buClr>
                <a:srgbClr val="002D62"/>
              </a:buClr>
              <a:buFontTx/>
              <a:buChar char="•"/>
            </a:pPr>
            <a:r>
              <a:rPr lang="en-US" sz="1200" b="1">
                <a:solidFill>
                  <a:srgbClr val="002960"/>
                </a:solidFill>
                <a:latin typeface="Arial"/>
                <a:cs typeface="Arial"/>
              </a:rPr>
              <a:t>Deconstructive feedback</a:t>
            </a:r>
          </a:p>
          <a:p>
            <a:pPr marL="166688" indent="-166688" defTabSz="933450">
              <a:spcBef>
                <a:spcPct val="20000"/>
              </a:spcBef>
              <a:buClr>
                <a:srgbClr val="002D62"/>
              </a:buClr>
              <a:buFontTx/>
              <a:buChar char="•"/>
            </a:pPr>
            <a:r>
              <a:rPr lang="en-US" sz="1200" b="1">
                <a:solidFill>
                  <a:srgbClr val="002960"/>
                </a:solidFill>
                <a:latin typeface="Arial"/>
                <a:cs typeface="Arial"/>
              </a:rPr>
              <a:t>Generative negotiation</a:t>
            </a:r>
          </a:p>
          <a:p>
            <a:pPr marL="166688" indent="-166688" defTabSz="933450">
              <a:spcBef>
                <a:spcPct val="20000"/>
              </a:spcBef>
              <a:buClr>
                <a:srgbClr val="002D62"/>
              </a:buClr>
              <a:buFontTx/>
              <a:buChar char="•"/>
            </a:pPr>
            <a:r>
              <a:rPr lang="en-US" sz="1200" b="1">
                <a:solidFill>
                  <a:srgbClr val="002960"/>
                </a:solidFill>
                <a:latin typeface="Arial"/>
                <a:cs typeface="Arial"/>
              </a:rPr>
              <a:t>Impeccable commitments</a:t>
            </a:r>
          </a:p>
        </p:txBody>
      </p:sp>
      <p:sp>
        <p:nvSpPr>
          <p:cNvPr id="33" name="Text Box 33"/>
          <p:cNvSpPr txBox="1">
            <a:spLocks noChangeArrowheads="1"/>
          </p:cNvSpPr>
          <p:nvPr/>
        </p:nvSpPr>
        <p:spPr bwMode="auto">
          <a:xfrm>
            <a:off x="8776062" y="4879960"/>
            <a:ext cx="1752600" cy="1128237"/>
          </a:xfrm>
          <a:prstGeom prst="rect">
            <a:avLst/>
          </a:prstGeom>
          <a:noFill/>
          <a:ln w="9525">
            <a:noFill/>
            <a:miter lim="800000"/>
            <a:headEnd/>
            <a:tailEnd/>
          </a:ln>
        </p:spPr>
        <p:txBody>
          <a:bodyPr lIns="93196" tIns="46599" rIns="93196" bIns="46599">
            <a:spAutoFit/>
          </a:bodyPr>
          <a:lstStyle/>
          <a:p>
            <a:pPr marL="166688" indent="-166688" defTabSz="933450">
              <a:spcBef>
                <a:spcPct val="20000"/>
              </a:spcBef>
              <a:buClr>
                <a:srgbClr val="002D62"/>
              </a:buClr>
              <a:buFontTx/>
              <a:buChar char="•"/>
            </a:pPr>
            <a:r>
              <a:rPr lang="en-US" sz="1200" b="1">
                <a:solidFill>
                  <a:srgbClr val="002960"/>
                </a:solidFill>
                <a:latin typeface="Arial"/>
                <a:cs typeface="Arial"/>
              </a:rPr>
              <a:t>Mental models</a:t>
            </a:r>
          </a:p>
          <a:p>
            <a:pPr marL="166688" indent="-166688" defTabSz="933450">
              <a:spcBef>
                <a:spcPct val="20000"/>
              </a:spcBef>
              <a:buClr>
                <a:srgbClr val="002D62"/>
              </a:buClr>
              <a:buFontTx/>
              <a:buChar char="•"/>
            </a:pPr>
            <a:r>
              <a:rPr lang="en-US" sz="1200" b="1">
                <a:solidFill>
                  <a:srgbClr val="002960"/>
                </a:solidFill>
                <a:latin typeface="Arial"/>
                <a:cs typeface="Arial"/>
              </a:rPr>
              <a:t>Unconditional responsibility</a:t>
            </a:r>
          </a:p>
          <a:p>
            <a:pPr marL="166688" indent="-166688" defTabSz="933450">
              <a:spcBef>
                <a:spcPct val="20000"/>
              </a:spcBef>
              <a:buClr>
                <a:srgbClr val="002D62"/>
              </a:buClr>
              <a:buFontTx/>
              <a:buChar char="•"/>
            </a:pPr>
            <a:r>
              <a:rPr lang="en-US" sz="1200" b="1">
                <a:solidFill>
                  <a:srgbClr val="002960"/>
                </a:solidFill>
                <a:latin typeface="Arial"/>
                <a:cs typeface="Arial"/>
              </a:rPr>
              <a:t>Learner attitude</a:t>
            </a:r>
          </a:p>
          <a:p>
            <a:pPr marL="166688" indent="-166688" defTabSz="933450">
              <a:spcBef>
                <a:spcPct val="20000"/>
              </a:spcBef>
              <a:buClr>
                <a:srgbClr val="002D62"/>
              </a:buClr>
              <a:buFontTx/>
              <a:buChar char="•"/>
            </a:pPr>
            <a:r>
              <a:rPr lang="en-US" sz="1200" b="1">
                <a:solidFill>
                  <a:srgbClr val="002960"/>
                </a:solidFill>
                <a:latin typeface="Arial"/>
                <a:cs typeface="Arial"/>
              </a:rPr>
              <a:t>Essential integrity</a:t>
            </a:r>
          </a:p>
        </p:txBody>
      </p:sp>
    </p:spTree>
    <p:extLst>
      <p:ext uri="{BB962C8B-B14F-4D97-AF65-F5344CB8AC3E}">
        <p14:creationId xmlns:p14="http://schemas.microsoft.com/office/powerpoint/2010/main" val="4145043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p:txBody>
          <a:bodyPr>
            <a:norm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latin typeface="+mj-lt"/>
              </a:rPr>
              <a:t>possible strategies</a:t>
            </a:r>
          </a:p>
        </p:txBody>
      </p:sp>
      <p:graphicFrame>
        <p:nvGraphicFramePr>
          <p:cNvPr id="97" name="Group 90">
            <a:extLst>
              <a:ext uri="{FF2B5EF4-FFF2-40B4-BE49-F238E27FC236}">
                <a16:creationId xmlns:a16="http://schemas.microsoft.com/office/drawing/2014/main" id="{6B27C1AC-47E7-4DED-B75A-96F40C49D959}"/>
              </a:ext>
            </a:extLst>
          </p:cNvPr>
          <p:cNvGraphicFramePr>
            <a:graphicFrameLocks noGrp="1"/>
          </p:cNvGraphicFramePr>
          <p:nvPr/>
        </p:nvGraphicFramePr>
        <p:xfrm>
          <a:off x="632194" y="1072530"/>
          <a:ext cx="10849118" cy="5391151"/>
        </p:xfrm>
        <a:graphic>
          <a:graphicData uri="http://schemas.openxmlformats.org/drawingml/2006/table">
            <a:tbl>
              <a:tblPr/>
              <a:tblGrid>
                <a:gridCol w="2263007">
                  <a:extLst>
                    <a:ext uri="{9D8B030D-6E8A-4147-A177-3AD203B41FA5}">
                      <a16:colId xmlns:a16="http://schemas.microsoft.com/office/drawing/2014/main" val="20000"/>
                    </a:ext>
                  </a:extLst>
                </a:gridCol>
                <a:gridCol w="3774135">
                  <a:extLst>
                    <a:ext uri="{9D8B030D-6E8A-4147-A177-3AD203B41FA5}">
                      <a16:colId xmlns:a16="http://schemas.microsoft.com/office/drawing/2014/main" val="20001"/>
                    </a:ext>
                  </a:extLst>
                </a:gridCol>
                <a:gridCol w="4811976">
                  <a:extLst>
                    <a:ext uri="{9D8B030D-6E8A-4147-A177-3AD203B41FA5}">
                      <a16:colId xmlns:a16="http://schemas.microsoft.com/office/drawing/2014/main" val="20002"/>
                    </a:ext>
                  </a:extLst>
                </a:gridCol>
              </a:tblGrid>
              <a:tr h="335283">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0" marR="0" lvl="0" indent="0" algn="l" defTabSz="912813" rtl="0" eaLnBrk="0" fontAlgn="base" latinLnBrk="0" hangingPunct="0">
                        <a:lnSpc>
                          <a:spcPct val="100000"/>
                        </a:lnSpc>
                        <a:spcBef>
                          <a:spcPct val="60000"/>
                        </a:spcBef>
                        <a:spcAft>
                          <a:spcPct val="0"/>
                        </a:spcAft>
                        <a:buClr>
                          <a:schemeClr val="accent2"/>
                        </a:buClr>
                        <a:buSzTx/>
                        <a:buFontTx/>
                        <a:buNone/>
                        <a:tabLst/>
                      </a:pPr>
                      <a:r>
                        <a:rPr kumimoji="0" lang="en-US" sz="1600" b="1" i="0" u="none" strike="noStrike" cap="none" normalizeH="0" baseline="0">
                          <a:ln>
                            <a:noFill/>
                          </a:ln>
                          <a:solidFill>
                            <a:schemeClr val="bg1"/>
                          </a:solidFill>
                          <a:effectLst/>
                          <a:latin typeface="+mj-lt"/>
                          <a:cs typeface="Arial" pitchFamily="34" charset="0"/>
                        </a:rPr>
                        <a:t>DIMENSIONS</a:t>
                      </a:r>
                    </a:p>
                  </a:txBody>
                  <a:tcP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46509C"/>
                    </a:solid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60000"/>
                        </a:spcBef>
                        <a:spcAft>
                          <a:spcPct val="0"/>
                        </a:spcAft>
                        <a:buClr>
                          <a:schemeClr val="accent2"/>
                        </a:buClr>
                        <a:buSzTx/>
                        <a:buFontTx/>
                        <a:buNone/>
                        <a:tabLst/>
                      </a:pPr>
                      <a:r>
                        <a:rPr kumimoji="0" lang="en-US" sz="1600" b="1" i="0" u="none" strike="noStrike" cap="none" normalizeH="0" baseline="0">
                          <a:ln>
                            <a:noFill/>
                          </a:ln>
                          <a:solidFill>
                            <a:schemeClr val="bg1"/>
                          </a:solidFill>
                          <a:effectLst/>
                          <a:latin typeface="+mj-lt"/>
                          <a:cs typeface="Arial" pitchFamily="34" charset="0"/>
                        </a:rPr>
                        <a:t>FOCUS…</a:t>
                      </a:r>
                    </a:p>
                  </a:txBody>
                  <a:tcP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46509C"/>
                    </a:solid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60000"/>
                        </a:spcBef>
                        <a:spcAft>
                          <a:spcPct val="0"/>
                        </a:spcAft>
                        <a:buClr>
                          <a:schemeClr val="accent2"/>
                        </a:buClr>
                        <a:buSzTx/>
                        <a:buFontTx/>
                        <a:buNone/>
                        <a:tabLst/>
                      </a:pPr>
                      <a:r>
                        <a:rPr kumimoji="0" lang="en-US" sz="1600" b="1" i="0" u="none" strike="noStrike" cap="none" normalizeH="0" baseline="0">
                          <a:ln>
                            <a:noFill/>
                          </a:ln>
                          <a:solidFill>
                            <a:schemeClr val="bg1"/>
                          </a:solidFill>
                          <a:effectLst/>
                          <a:latin typeface="+mj-lt"/>
                          <a:cs typeface="Arial" pitchFamily="34" charset="0"/>
                        </a:rPr>
                        <a:t>CONTENT…</a:t>
                      </a:r>
                    </a:p>
                  </a:txBody>
                  <a:tcP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46509C"/>
                    </a:solidFill>
                  </a:tcPr>
                </a:tc>
                <a:extLst>
                  <a:ext uri="{0D108BD9-81ED-4DB2-BD59-A6C34878D82A}">
                    <a16:rowId xmlns:a16="http://schemas.microsoft.com/office/drawing/2014/main" val="10000"/>
                  </a:ext>
                </a:extLst>
              </a:tr>
              <a:tr h="1117243">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0" marR="0" lvl="0" indent="0" algn="l" defTabSz="912813" rtl="0" eaLnBrk="0" fontAlgn="base" latinLnBrk="0" hangingPunct="0">
                        <a:lnSpc>
                          <a:spcPct val="100000"/>
                        </a:lnSpc>
                        <a:spcBef>
                          <a:spcPct val="60000"/>
                        </a:spcBef>
                        <a:spcAft>
                          <a:spcPct val="0"/>
                        </a:spcAft>
                        <a:buClr>
                          <a:schemeClr val="accent2"/>
                        </a:buClr>
                        <a:buSzTx/>
                        <a:buFontTx/>
                        <a:buNone/>
                        <a:tabLst/>
                      </a:pPr>
                      <a:r>
                        <a:rPr kumimoji="0" lang="en-US" sz="1200" b="0" i="0" u="none" strike="noStrike" cap="none" normalizeH="0" baseline="0">
                          <a:ln>
                            <a:noFill/>
                          </a:ln>
                          <a:solidFill>
                            <a:schemeClr val="tx1"/>
                          </a:solidFill>
                          <a:effectLst/>
                          <a:latin typeface="+mj-lt"/>
                          <a:cs typeface="Arial" pitchFamily="34" charset="0"/>
                        </a:rPr>
                        <a:t>PURPOSE AND GOALS</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0"/>
                        </a:spcBef>
                        <a:spcAft>
                          <a:spcPct val="20000"/>
                        </a:spcAft>
                        <a:buClr>
                          <a:schemeClr val="accent2">
                            <a:lumMod val="75000"/>
                          </a:schemeClr>
                        </a:buClr>
                        <a:buSzTx/>
                        <a:buFontTx/>
                        <a:buChar char="•"/>
                        <a:tabLst/>
                      </a:pPr>
                      <a:r>
                        <a:rPr kumimoji="0" lang="en-US" sz="1600" b="0" i="0" u="none" strike="noStrike" cap="none" normalizeH="0" baseline="0">
                          <a:ln>
                            <a:noFill/>
                          </a:ln>
                          <a:solidFill>
                            <a:schemeClr val="tx1"/>
                          </a:solidFill>
                          <a:effectLst/>
                          <a:latin typeface="+mj-lt"/>
                          <a:cs typeface="Arial" pitchFamily="34" charset="0"/>
                        </a:rPr>
                        <a:t>Purpose, behaviors and values alignment</a:t>
                      </a:r>
                    </a:p>
                    <a:p>
                      <a:pPr marL="174625" marR="0" lvl="0" indent="-174625" algn="l" defTabSz="912813" rtl="0" eaLnBrk="0" fontAlgn="base" latinLnBrk="0" hangingPunct="0">
                        <a:lnSpc>
                          <a:spcPct val="100000"/>
                        </a:lnSpc>
                        <a:spcBef>
                          <a:spcPct val="0"/>
                        </a:spcBef>
                        <a:spcAft>
                          <a:spcPct val="20000"/>
                        </a:spcAft>
                        <a:buClr>
                          <a:schemeClr val="accent2">
                            <a:lumMod val="75000"/>
                          </a:schemeClr>
                        </a:buClr>
                        <a:buSzTx/>
                        <a:buFontTx/>
                        <a:buChar char="•"/>
                        <a:tabLst/>
                      </a:pPr>
                      <a:r>
                        <a:rPr kumimoji="0" lang="en-US" sz="1600" b="0" i="0" u="none" strike="noStrike" cap="none" normalizeH="0" baseline="0">
                          <a:ln>
                            <a:noFill/>
                          </a:ln>
                          <a:solidFill>
                            <a:schemeClr val="tx1"/>
                          </a:solidFill>
                          <a:effectLst/>
                          <a:latin typeface="+mj-lt"/>
                          <a:cs typeface="Arial" pitchFamily="34" charset="0"/>
                        </a:rPr>
                        <a:t>Strategic direction alignment</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50000"/>
                        </a:spcBef>
                        <a:spcAft>
                          <a:spcPct val="0"/>
                        </a:spcAft>
                        <a:buClr>
                          <a:schemeClr val="accent2">
                            <a:lumMod val="75000"/>
                          </a:schemeClr>
                        </a:buClr>
                        <a:buSzTx/>
                        <a:buFontTx/>
                        <a:buChar char="•"/>
                        <a:tabLst/>
                      </a:pPr>
                      <a:r>
                        <a:rPr kumimoji="0" lang="en-US" sz="1600" b="0" i="0" u="none" strike="noStrike" kern="1200" cap="none" normalizeH="0" baseline="0" dirty="0">
                          <a:ln>
                            <a:noFill/>
                          </a:ln>
                          <a:solidFill>
                            <a:schemeClr val="tx1"/>
                          </a:solidFill>
                          <a:effectLst/>
                          <a:latin typeface="+mj-lt"/>
                          <a:ea typeface="+mn-ea"/>
                          <a:cs typeface="Arial" pitchFamily="34" charset="0"/>
                        </a:rPr>
                        <a:t>MISSION, VISION AND PURPOSE</a:t>
                      </a:r>
                    </a:p>
                    <a:p>
                      <a:pPr marL="174625" marR="0" lvl="0" indent="-174625" algn="l" defTabSz="912813" rtl="0" eaLnBrk="0" fontAlgn="base" latinLnBrk="0" hangingPunct="0">
                        <a:lnSpc>
                          <a:spcPct val="100000"/>
                        </a:lnSpc>
                        <a:spcBef>
                          <a:spcPct val="50000"/>
                        </a:spcBef>
                        <a:spcAft>
                          <a:spcPct val="0"/>
                        </a:spcAft>
                        <a:buClr>
                          <a:schemeClr val="accent2">
                            <a:lumMod val="75000"/>
                          </a:schemeClr>
                        </a:buClr>
                        <a:buSzTx/>
                        <a:buFontTx/>
                        <a:buChar char="•"/>
                        <a:tabLst/>
                      </a:pPr>
                      <a:r>
                        <a:rPr kumimoji="0" lang="en-US" sz="1600" b="0" i="0" u="none" strike="noStrike" kern="1200" cap="none" normalizeH="0" baseline="0" dirty="0">
                          <a:ln>
                            <a:noFill/>
                          </a:ln>
                          <a:solidFill>
                            <a:schemeClr val="tx1"/>
                          </a:solidFill>
                          <a:effectLst/>
                          <a:latin typeface="+mj-lt"/>
                          <a:ea typeface="+mn-ea"/>
                          <a:cs typeface="Arial" pitchFamily="34" charset="0"/>
                        </a:rPr>
                        <a:t>GOAL ALIGNMENT</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12875">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0" marR="0" lvl="0" indent="0" algn="l" defTabSz="912813" rtl="0" eaLnBrk="0" fontAlgn="base" latinLnBrk="0" hangingPunct="0">
                        <a:lnSpc>
                          <a:spcPct val="100000"/>
                        </a:lnSpc>
                        <a:spcBef>
                          <a:spcPct val="60000"/>
                        </a:spcBef>
                        <a:spcAft>
                          <a:spcPct val="0"/>
                        </a:spcAft>
                        <a:buClr>
                          <a:schemeClr val="accent2"/>
                        </a:buClr>
                        <a:buSzTx/>
                        <a:buFontTx/>
                        <a:buNone/>
                        <a:tabLst/>
                      </a:pPr>
                      <a:r>
                        <a:rPr kumimoji="0" lang="en-US" sz="1200" b="0" i="0" u="none" strike="noStrike" cap="none" normalizeH="0" baseline="0">
                          <a:ln>
                            <a:noFill/>
                          </a:ln>
                          <a:solidFill>
                            <a:schemeClr val="tx1"/>
                          </a:solidFill>
                          <a:effectLst/>
                          <a:latin typeface="+mj-lt"/>
                          <a:cs typeface="Arial" pitchFamily="34" charset="0"/>
                        </a:rPr>
                        <a:t>ROLES</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0"/>
                        </a:spcBef>
                        <a:spcAft>
                          <a:spcPct val="20000"/>
                        </a:spcAft>
                        <a:buClr>
                          <a:srgbClr val="FFC000"/>
                        </a:buClr>
                        <a:buSzTx/>
                        <a:buFontTx/>
                        <a:buChar char="•"/>
                        <a:tabLst/>
                      </a:pPr>
                      <a:r>
                        <a:rPr kumimoji="0" lang="en-US" sz="1600" b="0" i="0" u="none" strike="noStrike" cap="none" normalizeH="0" baseline="0">
                          <a:ln>
                            <a:noFill/>
                          </a:ln>
                          <a:solidFill>
                            <a:schemeClr val="tx1"/>
                          </a:solidFill>
                          <a:effectLst/>
                          <a:latin typeface="+mj-lt"/>
                          <a:cs typeface="Arial" pitchFamily="34" charset="0"/>
                        </a:rPr>
                        <a:t>Accountability</a:t>
                      </a:r>
                    </a:p>
                    <a:p>
                      <a:pPr marL="174625" marR="0" lvl="0" indent="-174625" algn="l" defTabSz="912813" rtl="0" eaLnBrk="0" fontAlgn="base" latinLnBrk="0" hangingPunct="0">
                        <a:lnSpc>
                          <a:spcPct val="100000"/>
                        </a:lnSpc>
                        <a:spcBef>
                          <a:spcPct val="0"/>
                        </a:spcBef>
                        <a:spcAft>
                          <a:spcPct val="20000"/>
                        </a:spcAft>
                        <a:buClr>
                          <a:srgbClr val="FFC000"/>
                        </a:buClr>
                        <a:buSzTx/>
                        <a:buFontTx/>
                        <a:buChar char="•"/>
                        <a:tabLst/>
                      </a:pPr>
                      <a:r>
                        <a:rPr kumimoji="0" lang="en-US" sz="1600" b="0" i="0" u="none" strike="noStrike" cap="none" normalizeH="0" baseline="0">
                          <a:ln>
                            <a:noFill/>
                          </a:ln>
                          <a:solidFill>
                            <a:schemeClr val="tx1"/>
                          </a:solidFill>
                          <a:effectLst/>
                          <a:latin typeface="+mj-lt"/>
                          <a:cs typeface="Arial" pitchFamily="34" charset="0"/>
                        </a:rPr>
                        <a:t>Team cohesiveness</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50000"/>
                        </a:spcBef>
                        <a:spcAft>
                          <a:spcPct val="0"/>
                        </a:spcAft>
                        <a:buClr>
                          <a:srgbClr val="FFC000"/>
                        </a:buClr>
                        <a:buSzTx/>
                        <a:buFontTx/>
                        <a:buChar char="•"/>
                        <a:tabLst/>
                      </a:pPr>
                      <a:r>
                        <a:rPr kumimoji="0" lang="en-US" sz="1600" b="0" i="0" u="none" strike="noStrike" cap="none" normalizeH="0" baseline="0" dirty="0">
                          <a:ln>
                            <a:noFill/>
                          </a:ln>
                          <a:solidFill>
                            <a:schemeClr val="tx1"/>
                          </a:solidFill>
                          <a:effectLst/>
                          <a:latin typeface="+mj-lt"/>
                          <a:cs typeface="Arial" pitchFamily="34" charset="0"/>
                        </a:rPr>
                        <a:t>IMPECCABLE COMMITMENTS</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12875">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0" marR="0" lvl="0" indent="0" algn="l" defTabSz="912813" rtl="0" eaLnBrk="0" fontAlgn="base" latinLnBrk="0" hangingPunct="0">
                        <a:lnSpc>
                          <a:spcPct val="100000"/>
                        </a:lnSpc>
                        <a:spcBef>
                          <a:spcPct val="60000"/>
                        </a:spcBef>
                        <a:spcAft>
                          <a:spcPct val="0"/>
                        </a:spcAft>
                        <a:buClr>
                          <a:schemeClr val="accent2"/>
                        </a:buClr>
                        <a:buSzTx/>
                        <a:buFontTx/>
                        <a:buNone/>
                        <a:tabLst/>
                      </a:pPr>
                      <a:r>
                        <a:rPr kumimoji="0" lang="en-US" sz="1200" b="0" i="0" u="none" strike="noStrike" cap="none" normalizeH="0" baseline="0">
                          <a:ln>
                            <a:noFill/>
                          </a:ln>
                          <a:solidFill>
                            <a:schemeClr val="tx1"/>
                          </a:solidFill>
                          <a:effectLst/>
                          <a:latin typeface="+mj-lt"/>
                          <a:cs typeface="Arial" pitchFamily="34" charset="0"/>
                        </a:rPr>
                        <a:t>PROCESS</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0"/>
                        </a:spcBef>
                        <a:spcAft>
                          <a:spcPct val="20000"/>
                        </a:spcAft>
                        <a:buClr>
                          <a:srgbClr val="33CC33"/>
                        </a:buClr>
                        <a:buSzTx/>
                        <a:buFontTx/>
                        <a:buChar char="•"/>
                        <a:tabLst/>
                      </a:pPr>
                      <a:r>
                        <a:rPr kumimoji="0" lang="en-US" sz="1600" b="0" i="0" u="none" strike="noStrike" cap="none" normalizeH="0" baseline="0">
                          <a:ln>
                            <a:noFill/>
                          </a:ln>
                          <a:solidFill>
                            <a:schemeClr val="tx1"/>
                          </a:solidFill>
                          <a:effectLst/>
                          <a:latin typeface="+mj-lt"/>
                          <a:cs typeface="Arial" pitchFamily="34" charset="0"/>
                        </a:rPr>
                        <a:t>Processes in place</a:t>
                      </a:r>
                    </a:p>
                    <a:p>
                      <a:pPr marL="174625" marR="0" lvl="0" indent="-174625" algn="l" defTabSz="912813" rtl="0" eaLnBrk="0" fontAlgn="base" latinLnBrk="0" hangingPunct="0">
                        <a:lnSpc>
                          <a:spcPct val="100000"/>
                        </a:lnSpc>
                        <a:spcBef>
                          <a:spcPct val="0"/>
                        </a:spcBef>
                        <a:spcAft>
                          <a:spcPct val="20000"/>
                        </a:spcAft>
                        <a:buClr>
                          <a:srgbClr val="33CC33"/>
                        </a:buClr>
                        <a:buSzTx/>
                        <a:buFontTx/>
                        <a:buChar char="•"/>
                        <a:tabLst/>
                      </a:pPr>
                      <a:r>
                        <a:rPr kumimoji="0" lang="en-US" sz="1600" b="0" i="0" u="none" strike="noStrike" cap="none" normalizeH="0" baseline="0">
                          <a:ln>
                            <a:noFill/>
                          </a:ln>
                          <a:solidFill>
                            <a:schemeClr val="tx1"/>
                          </a:solidFill>
                          <a:effectLst/>
                          <a:latin typeface="+mj-lt"/>
                          <a:cs typeface="Arial" pitchFamily="34" charset="0"/>
                        </a:rPr>
                        <a:t>Meeting effectiveness</a:t>
                      </a:r>
                    </a:p>
                    <a:p>
                      <a:pPr marL="174625" marR="0" lvl="0" indent="-174625" algn="l" defTabSz="912813" rtl="0" eaLnBrk="0" fontAlgn="base" latinLnBrk="0" hangingPunct="0">
                        <a:lnSpc>
                          <a:spcPct val="100000"/>
                        </a:lnSpc>
                        <a:spcBef>
                          <a:spcPct val="0"/>
                        </a:spcBef>
                        <a:spcAft>
                          <a:spcPct val="20000"/>
                        </a:spcAft>
                        <a:buClr>
                          <a:srgbClr val="33CC33"/>
                        </a:buClr>
                        <a:buSzTx/>
                        <a:buFontTx/>
                        <a:buChar char="•"/>
                        <a:tabLst/>
                      </a:pPr>
                      <a:r>
                        <a:rPr kumimoji="0" lang="en-US" sz="1600" b="0" i="0" u="none" strike="noStrike" cap="none" normalizeH="0" baseline="0">
                          <a:ln>
                            <a:noFill/>
                          </a:ln>
                          <a:solidFill>
                            <a:schemeClr val="tx1"/>
                          </a:solidFill>
                          <a:effectLst/>
                          <a:latin typeface="+mj-lt"/>
                          <a:cs typeface="Arial" pitchFamily="34" charset="0"/>
                        </a:rPr>
                        <a:t>Cross-group collaboration</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50000"/>
                        </a:spcBef>
                        <a:spcAft>
                          <a:spcPct val="0"/>
                        </a:spcAft>
                        <a:buClr>
                          <a:srgbClr val="33CC33"/>
                        </a:buClr>
                        <a:buSzTx/>
                        <a:buFontTx/>
                        <a:buChar char="•"/>
                        <a:tabLst/>
                        <a:defRPr/>
                      </a:pPr>
                      <a:r>
                        <a:rPr kumimoji="0" lang="en-US" sz="1600" b="0" i="0" u="none" strike="noStrike" cap="none" normalizeH="0" baseline="0">
                          <a:ln>
                            <a:noFill/>
                          </a:ln>
                          <a:solidFill>
                            <a:schemeClr val="tx1"/>
                          </a:solidFill>
                          <a:effectLst/>
                          <a:latin typeface="+mj-lt"/>
                          <a:cs typeface="Arial" pitchFamily="34" charset="0"/>
                        </a:rPr>
                        <a:t>OPERATIONAL AGREEMENTS</a:t>
                      </a:r>
                    </a:p>
                    <a:p>
                      <a:pPr marL="174625" marR="0" lvl="0" indent="-174625" algn="l" defTabSz="912813" rtl="0" eaLnBrk="0" fontAlgn="base" latinLnBrk="0" hangingPunct="0">
                        <a:lnSpc>
                          <a:spcPct val="100000"/>
                        </a:lnSpc>
                        <a:spcBef>
                          <a:spcPct val="50000"/>
                        </a:spcBef>
                        <a:spcAft>
                          <a:spcPct val="0"/>
                        </a:spcAft>
                        <a:buClr>
                          <a:srgbClr val="33CC33"/>
                        </a:buClr>
                        <a:buSzTx/>
                        <a:buFontTx/>
                        <a:buChar char="•"/>
                        <a:tabLst/>
                        <a:defRPr/>
                      </a:pPr>
                      <a:r>
                        <a:rPr kumimoji="0" lang="en-US" sz="1600" b="0" i="0" u="none" strike="noStrike" cap="none" normalizeH="0" baseline="0">
                          <a:ln>
                            <a:noFill/>
                          </a:ln>
                          <a:solidFill>
                            <a:schemeClr val="tx1"/>
                          </a:solidFill>
                          <a:effectLst/>
                          <a:latin typeface="+mj-lt"/>
                          <a:cs typeface="Arial" pitchFamily="34" charset="0"/>
                        </a:rPr>
                        <a:t>DECISION-MAKING PROCESS</a:t>
                      </a:r>
                    </a:p>
                    <a:p>
                      <a:pPr marL="174625" marR="0" lvl="0" indent="-174625" algn="l" defTabSz="912813" rtl="0" eaLnBrk="0" fontAlgn="base" latinLnBrk="0" hangingPunct="0">
                        <a:lnSpc>
                          <a:spcPct val="100000"/>
                        </a:lnSpc>
                        <a:spcBef>
                          <a:spcPct val="50000"/>
                        </a:spcBef>
                        <a:spcAft>
                          <a:spcPct val="0"/>
                        </a:spcAft>
                        <a:buClr>
                          <a:srgbClr val="33CC33"/>
                        </a:buClr>
                        <a:buSzTx/>
                        <a:buFontTx/>
                        <a:buChar char="•"/>
                        <a:tabLst/>
                      </a:pPr>
                      <a:endParaRPr kumimoji="0" lang="en-US" sz="1600" b="0" i="0" u="none" strike="noStrike" cap="none" normalizeH="0" baseline="0">
                        <a:ln>
                          <a:noFill/>
                        </a:ln>
                        <a:solidFill>
                          <a:schemeClr val="tx1"/>
                        </a:solidFill>
                        <a:effectLst/>
                        <a:latin typeface="+mj-lt"/>
                        <a:cs typeface="Arial" pitchFamily="34" charset="0"/>
                      </a:endParaRP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312875">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0" marR="0" lvl="0" indent="0" algn="l" defTabSz="912813" rtl="0" eaLnBrk="0" fontAlgn="base" latinLnBrk="0" hangingPunct="0">
                        <a:lnSpc>
                          <a:spcPct val="100000"/>
                        </a:lnSpc>
                        <a:spcBef>
                          <a:spcPct val="60000"/>
                        </a:spcBef>
                        <a:spcAft>
                          <a:spcPct val="0"/>
                        </a:spcAft>
                        <a:buClr>
                          <a:schemeClr val="accent2"/>
                        </a:buClr>
                        <a:buSzTx/>
                        <a:buFontTx/>
                        <a:buNone/>
                        <a:tabLst/>
                      </a:pPr>
                      <a:r>
                        <a:rPr kumimoji="0" lang="en-US" sz="1200" b="0" i="0" u="none" strike="noStrike" cap="none" normalizeH="0" baseline="0">
                          <a:ln>
                            <a:noFill/>
                          </a:ln>
                          <a:solidFill>
                            <a:schemeClr val="tx1"/>
                          </a:solidFill>
                          <a:effectLst/>
                          <a:latin typeface="+mj-lt"/>
                          <a:cs typeface="Arial" pitchFamily="34" charset="0"/>
                        </a:rPr>
                        <a:t>RELATIONSHIP</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0"/>
                        </a:spcBef>
                        <a:spcAft>
                          <a:spcPct val="20000"/>
                        </a:spcAft>
                        <a:buClr>
                          <a:srgbClr val="CC0000"/>
                        </a:buClr>
                        <a:buSzTx/>
                        <a:buFontTx/>
                        <a:buChar char="•"/>
                        <a:tabLst/>
                      </a:pPr>
                      <a:r>
                        <a:rPr kumimoji="0" lang="en-US" sz="1600" b="0" i="0" u="none" strike="noStrike" cap="none" normalizeH="0" baseline="0">
                          <a:ln>
                            <a:noFill/>
                          </a:ln>
                          <a:solidFill>
                            <a:schemeClr val="tx1"/>
                          </a:solidFill>
                          <a:effectLst/>
                          <a:latin typeface="+mj-lt"/>
                          <a:cs typeface="Arial" pitchFamily="34" charset="0"/>
                        </a:rPr>
                        <a:t>Team interactions</a:t>
                      </a:r>
                    </a:p>
                    <a:p>
                      <a:pPr marL="174625" marR="0" lvl="0" indent="-174625" algn="l" defTabSz="912813" rtl="0" eaLnBrk="0" fontAlgn="base" latinLnBrk="0" hangingPunct="0">
                        <a:lnSpc>
                          <a:spcPct val="100000"/>
                        </a:lnSpc>
                        <a:spcBef>
                          <a:spcPct val="0"/>
                        </a:spcBef>
                        <a:spcAft>
                          <a:spcPct val="20000"/>
                        </a:spcAft>
                        <a:buClr>
                          <a:srgbClr val="CC0000"/>
                        </a:buClr>
                        <a:buSzTx/>
                        <a:buFontTx/>
                        <a:buChar char="•"/>
                        <a:tabLst/>
                      </a:pPr>
                      <a:r>
                        <a:rPr kumimoji="0" lang="en-US" sz="1600" b="0" i="0" u="none" strike="noStrike" cap="none" normalizeH="0" baseline="0">
                          <a:ln>
                            <a:noFill/>
                          </a:ln>
                          <a:solidFill>
                            <a:schemeClr val="tx1"/>
                          </a:solidFill>
                          <a:effectLst/>
                          <a:latin typeface="+mj-lt"/>
                          <a:cs typeface="Arial" pitchFamily="34" charset="0"/>
                        </a:rPr>
                        <a:t>Levels of trust, communication and openness</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50000"/>
                        </a:spcBef>
                        <a:spcAft>
                          <a:spcPct val="0"/>
                        </a:spcAft>
                        <a:buClr>
                          <a:srgbClr val="CC0000"/>
                        </a:buClr>
                        <a:buSzTx/>
                        <a:buFontTx/>
                        <a:buChar char="•"/>
                        <a:tabLst/>
                      </a:pPr>
                      <a:r>
                        <a:rPr kumimoji="0" lang="en-US" sz="1600" b="0" i="0" u="none" strike="noStrike" cap="none" normalizeH="0" baseline="0" dirty="0">
                          <a:ln>
                            <a:noFill/>
                          </a:ln>
                          <a:solidFill>
                            <a:schemeClr val="tx1"/>
                          </a:solidFill>
                          <a:effectLst/>
                          <a:latin typeface="+mj-lt"/>
                          <a:cs typeface="Arial" pitchFamily="34" charset="0"/>
                        </a:rPr>
                        <a:t>AUTHENTIC COMMUNICATION</a:t>
                      </a:r>
                    </a:p>
                    <a:p>
                      <a:pPr marL="174625" marR="0" lvl="0" indent="-174625" algn="l" defTabSz="912813" rtl="0" eaLnBrk="0" fontAlgn="base" latinLnBrk="0" hangingPunct="0">
                        <a:lnSpc>
                          <a:spcPct val="100000"/>
                        </a:lnSpc>
                        <a:spcBef>
                          <a:spcPct val="50000"/>
                        </a:spcBef>
                        <a:spcAft>
                          <a:spcPct val="0"/>
                        </a:spcAft>
                        <a:buClr>
                          <a:srgbClr val="CC0000"/>
                        </a:buClr>
                        <a:buSzTx/>
                        <a:buFontTx/>
                        <a:buChar char="•"/>
                        <a:tabLst/>
                      </a:pPr>
                      <a:r>
                        <a:rPr kumimoji="0" lang="en-US" sz="1600" b="0" i="0" u="none" strike="noStrike" cap="none" normalizeH="0" baseline="0" dirty="0">
                          <a:ln>
                            <a:noFill/>
                          </a:ln>
                          <a:solidFill>
                            <a:schemeClr val="tx1"/>
                          </a:solidFill>
                          <a:effectLst/>
                          <a:latin typeface="+mj-lt"/>
                          <a:cs typeface="Arial" pitchFamily="34" charset="0"/>
                        </a:rPr>
                        <a:t>DEALING WITH UNDISCUSSABLES</a:t>
                      </a:r>
                    </a:p>
                    <a:p>
                      <a:pPr marL="174625" marR="0" lvl="0" indent="-174625" algn="l" defTabSz="912813" rtl="0" eaLnBrk="0" fontAlgn="base" latinLnBrk="0" hangingPunct="0">
                        <a:lnSpc>
                          <a:spcPct val="100000"/>
                        </a:lnSpc>
                        <a:spcBef>
                          <a:spcPct val="50000"/>
                        </a:spcBef>
                        <a:spcAft>
                          <a:spcPct val="0"/>
                        </a:spcAft>
                        <a:buClr>
                          <a:srgbClr val="CC0000"/>
                        </a:buClr>
                        <a:buSzTx/>
                        <a:buFontTx/>
                        <a:buChar char="•"/>
                        <a:tabLst/>
                      </a:pPr>
                      <a:r>
                        <a:rPr kumimoji="0" lang="en-US" sz="1600" b="0" i="0" u="none" strike="noStrike" cap="none" normalizeH="0" baseline="0" dirty="0">
                          <a:ln>
                            <a:noFill/>
                          </a:ln>
                          <a:solidFill>
                            <a:schemeClr val="tx1"/>
                          </a:solidFill>
                          <a:effectLst/>
                          <a:latin typeface="+mj-lt"/>
                          <a:cs typeface="Arial" pitchFamily="34" charset="0"/>
                        </a:rPr>
                        <a:t>TAKING TRUST TO THE NEXT LEVEL</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98" name="Group 82">
            <a:extLst>
              <a:ext uri="{FF2B5EF4-FFF2-40B4-BE49-F238E27FC236}">
                <a16:creationId xmlns:a16="http://schemas.microsoft.com/office/drawing/2014/main" id="{260E5110-67AC-4ED5-96F9-EE3C151018F3}"/>
              </a:ext>
            </a:extLst>
          </p:cNvPr>
          <p:cNvGrpSpPr>
            <a:grpSpLocks/>
          </p:cNvGrpSpPr>
          <p:nvPr/>
        </p:nvGrpSpPr>
        <p:grpSpPr bwMode="auto">
          <a:xfrm>
            <a:off x="1141782" y="1732931"/>
            <a:ext cx="904788" cy="723901"/>
            <a:chOff x="612" y="1082"/>
            <a:chExt cx="435" cy="456"/>
          </a:xfrm>
        </p:grpSpPr>
        <p:sp>
          <p:nvSpPr>
            <p:cNvPr id="99" name="Freeform 32">
              <a:extLst>
                <a:ext uri="{FF2B5EF4-FFF2-40B4-BE49-F238E27FC236}">
                  <a16:creationId xmlns:a16="http://schemas.microsoft.com/office/drawing/2014/main" id="{8E3A3A75-2CFF-4BB9-AACD-452F875EDB0E}"/>
                </a:ext>
              </a:extLst>
            </p:cNvPr>
            <p:cNvSpPr>
              <a:spLocks noChangeAspect="1"/>
            </p:cNvSpPr>
            <p:nvPr/>
          </p:nvSpPr>
          <p:spPr bwMode="auto">
            <a:xfrm>
              <a:off x="616" y="1351"/>
              <a:ext cx="180" cy="187"/>
            </a:xfrm>
            <a:custGeom>
              <a:avLst/>
              <a:gdLst>
                <a:gd name="T0" fmla="*/ 0 w 2038"/>
                <a:gd name="T1" fmla="*/ 0 h 2042"/>
                <a:gd name="T2" fmla="*/ 0 w 2038"/>
                <a:gd name="T3" fmla="*/ 0 h 2042"/>
                <a:gd name="T4" fmla="*/ 0 w 2038"/>
                <a:gd name="T5" fmla="*/ 0 h 2042"/>
                <a:gd name="T6" fmla="*/ 0 w 2038"/>
                <a:gd name="T7" fmla="*/ 0 h 2042"/>
                <a:gd name="T8" fmla="*/ 0 w 2038"/>
                <a:gd name="T9" fmla="*/ 0 h 2042"/>
                <a:gd name="T10" fmla="*/ 0 w 2038"/>
                <a:gd name="T11" fmla="*/ 0 h 2042"/>
                <a:gd name="T12" fmla="*/ 0 w 2038"/>
                <a:gd name="T13" fmla="*/ 0 h 2042"/>
                <a:gd name="T14" fmla="*/ 0 w 2038"/>
                <a:gd name="T15" fmla="*/ 0 h 2042"/>
                <a:gd name="T16" fmla="*/ 0 w 2038"/>
                <a:gd name="T17" fmla="*/ 0 h 2042"/>
                <a:gd name="T18" fmla="*/ 0 w 2038"/>
                <a:gd name="T19" fmla="*/ 0 h 2042"/>
                <a:gd name="T20" fmla="*/ 0 w 2038"/>
                <a:gd name="T21" fmla="*/ 0 h 2042"/>
                <a:gd name="T22" fmla="*/ 0 w 2038"/>
                <a:gd name="T23" fmla="*/ 0 h 2042"/>
                <a:gd name="T24" fmla="*/ 0 w 2038"/>
                <a:gd name="T25" fmla="*/ 0 h 2042"/>
                <a:gd name="T26" fmla="*/ 0 w 2038"/>
                <a:gd name="T27" fmla="*/ 0 h 2042"/>
                <a:gd name="T28" fmla="*/ 0 w 2038"/>
                <a:gd name="T29" fmla="*/ 0 h 2042"/>
                <a:gd name="T30" fmla="*/ 0 w 2038"/>
                <a:gd name="T31" fmla="*/ 0 h 2042"/>
                <a:gd name="T32" fmla="*/ 0 w 2038"/>
                <a:gd name="T33" fmla="*/ 0 h 2042"/>
                <a:gd name="T34" fmla="*/ 0 w 2038"/>
                <a:gd name="T35" fmla="*/ 0 h 20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42"/>
                <a:gd name="T56" fmla="*/ 2038 w 2038"/>
                <a:gd name="T57" fmla="*/ 2042 h 20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42">
                  <a:moveTo>
                    <a:pt x="2038" y="2042"/>
                  </a:moveTo>
                  <a:lnTo>
                    <a:pt x="1997" y="1629"/>
                  </a:lnTo>
                  <a:lnTo>
                    <a:pt x="1879" y="1247"/>
                  </a:lnTo>
                  <a:lnTo>
                    <a:pt x="1791" y="1068"/>
                  </a:lnTo>
                  <a:lnTo>
                    <a:pt x="1690" y="901"/>
                  </a:lnTo>
                  <a:lnTo>
                    <a:pt x="1573" y="743"/>
                  </a:lnTo>
                  <a:lnTo>
                    <a:pt x="1508" y="671"/>
                  </a:lnTo>
                  <a:lnTo>
                    <a:pt x="1439" y="599"/>
                  </a:lnTo>
                  <a:lnTo>
                    <a:pt x="1369" y="532"/>
                  </a:lnTo>
                  <a:lnTo>
                    <a:pt x="1297" y="468"/>
                  </a:lnTo>
                  <a:lnTo>
                    <a:pt x="1139" y="350"/>
                  </a:lnTo>
                  <a:lnTo>
                    <a:pt x="970" y="247"/>
                  </a:lnTo>
                  <a:lnTo>
                    <a:pt x="793" y="162"/>
                  </a:lnTo>
                  <a:lnTo>
                    <a:pt x="411" y="42"/>
                  </a:lnTo>
                  <a:lnTo>
                    <a:pt x="0" y="0"/>
                  </a:lnTo>
                  <a:lnTo>
                    <a:pt x="0" y="2042"/>
                  </a:lnTo>
                  <a:lnTo>
                    <a:pt x="2038" y="2042"/>
                  </a:lnTo>
                  <a:close/>
                </a:path>
              </a:pathLst>
            </a:custGeom>
            <a:solidFill>
              <a:srgbClr val="002960">
                <a:alpha val="70195"/>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00" name="Freeform 33">
              <a:extLst>
                <a:ext uri="{FF2B5EF4-FFF2-40B4-BE49-F238E27FC236}">
                  <a16:creationId xmlns:a16="http://schemas.microsoft.com/office/drawing/2014/main" id="{15291AEF-13C3-4DC7-9B6A-2BC22F81DA1B}"/>
                </a:ext>
              </a:extLst>
            </p:cNvPr>
            <p:cNvSpPr>
              <a:spLocks noChangeAspect="1"/>
            </p:cNvSpPr>
            <p:nvPr/>
          </p:nvSpPr>
          <p:spPr bwMode="auto">
            <a:xfrm>
              <a:off x="612" y="1082"/>
              <a:ext cx="435" cy="453"/>
            </a:xfrm>
            <a:custGeom>
              <a:avLst/>
              <a:gdLst>
                <a:gd name="T0" fmla="*/ 4 w 2038"/>
                <a:gd name="T1" fmla="*/ 5 h 2042"/>
                <a:gd name="T2" fmla="*/ 4 w 2038"/>
                <a:gd name="T3" fmla="*/ 4 h 2042"/>
                <a:gd name="T4" fmla="*/ 4 w 2038"/>
                <a:gd name="T5" fmla="*/ 3 h 2042"/>
                <a:gd name="T6" fmla="*/ 4 w 2038"/>
                <a:gd name="T7" fmla="*/ 3 h 2042"/>
                <a:gd name="T8" fmla="*/ 3 w 2038"/>
                <a:gd name="T9" fmla="*/ 2 h 2042"/>
                <a:gd name="T10" fmla="*/ 3 w 2038"/>
                <a:gd name="T11" fmla="*/ 2 h 2042"/>
                <a:gd name="T12" fmla="*/ 3 w 2038"/>
                <a:gd name="T13" fmla="*/ 2 h 2042"/>
                <a:gd name="T14" fmla="*/ 3 w 2038"/>
                <a:gd name="T15" fmla="*/ 2 h 2042"/>
                <a:gd name="T16" fmla="*/ 3 w 2038"/>
                <a:gd name="T17" fmla="*/ 1 h 2042"/>
                <a:gd name="T18" fmla="*/ 3 w 2038"/>
                <a:gd name="T19" fmla="*/ 1 h 2042"/>
                <a:gd name="T20" fmla="*/ 2 w 2038"/>
                <a:gd name="T21" fmla="*/ 1 h 2042"/>
                <a:gd name="T22" fmla="*/ 2 w 2038"/>
                <a:gd name="T23" fmla="*/ 1 h 2042"/>
                <a:gd name="T24" fmla="*/ 2 w 2038"/>
                <a:gd name="T25" fmla="*/ 0 h 2042"/>
                <a:gd name="T26" fmla="*/ 1 w 2038"/>
                <a:gd name="T27" fmla="*/ 0 h 2042"/>
                <a:gd name="T28" fmla="*/ 0 w 2038"/>
                <a:gd name="T29" fmla="*/ 0 h 2042"/>
                <a:gd name="T30" fmla="*/ 0 w 2038"/>
                <a:gd name="T31" fmla="*/ 5 h 2042"/>
                <a:gd name="T32" fmla="*/ 4 w 2038"/>
                <a:gd name="T33" fmla="*/ 5 h 2042"/>
                <a:gd name="T34" fmla="*/ 4 w 2038"/>
                <a:gd name="T35" fmla="*/ 5 h 20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42"/>
                <a:gd name="T56" fmla="*/ 2038 w 2038"/>
                <a:gd name="T57" fmla="*/ 2042 h 20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42">
                  <a:moveTo>
                    <a:pt x="2038" y="2042"/>
                  </a:moveTo>
                  <a:lnTo>
                    <a:pt x="1997" y="1629"/>
                  </a:lnTo>
                  <a:lnTo>
                    <a:pt x="1879" y="1247"/>
                  </a:lnTo>
                  <a:lnTo>
                    <a:pt x="1791" y="1068"/>
                  </a:lnTo>
                  <a:lnTo>
                    <a:pt x="1690" y="901"/>
                  </a:lnTo>
                  <a:lnTo>
                    <a:pt x="1573" y="743"/>
                  </a:lnTo>
                  <a:lnTo>
                    <a:pt x="1508" y="671"/>
                  </a:lnTo>
                  <a:lnTo>
                    <a:pt x="1439" y="599"/>
                  </a:lnTo>
                  <a:lnTo>
                    <a:pt x="1369" y="532"/>
                  </a:lnTo>
                  <a:lnTo>
                    <a:pt x="1297" y="468"/>
                  </a:lnTo>
                  <a:lnTo>
                    <a:pt x="1139" y="350"/>
                  </a:lnTo>
                  <a:lnTo>
                    <a:pt x="970" y="247"/>
                  </a:lnTo>
                  <a:lnTo>
                    <a:pt x="793" y="162"/>
                  </a:lnTo>
                  <a:lnTo>
                    <a:pt x="411" y="42"/>
                  </a:lnTo>
                  <a:lnTo>
                    <a:pt x="0" y="0"/>
                  </a:lnTo>
                  <a:lnTo>
                    <a:pt x="0" y="2042"/>
                  </a:lnTo>
                  <a:lnTo>
                    <a:pt x="2038" y="2042"/>
                  </a:lnTo>
                  <a:close/>
                </a:path>
              </a:pathLst>
            </a:custGeom>
            <a:solidFill>
              <a:srgbClr val="002960">
                <a:alpha val="39999"/>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01" name="Freeform 34">
              <a:extLst>
                <a:ext uri="{FF2B5EF4-FFF2-40B4-BE49-F238E27FC236}">
                  <a16:creationId xmlns:a16="http://schemas.microsoft.com/office/drawing/2014/main" id="{C18110FC-E82C-436B-BEE6-EA61A0CDE460}"/>
                </a:ext>
              </a:extLst>
            </p:cNvPr>
            <p:cNvSpPr>
              <a:spLocks noChangeAspect="1"/>
            </p:cNvSpPr>
            <p:nvPr/>
          </p:nvSpPr>
          <p:spPr bwMode="auto">
            <a:xfrm>
              <a:off x="613" y="1215"/>
              <a:ext cx="308" cy="322"/>
            </a:xfrm>
            <a:custGeom>
              <a:avLst/>
              <a:gdLst>
                <a:gd name="T0" fmla="*/ 1 w 2038"/>
                <a:gd name="T1" fmla="*/ 1 h 2042"/>
                <a:gd name="T2" fmla="*/ 1 w 2038"/>
                <a:gd name="T3" fmla="*/ 1 h 2042"/>
                <a:gd name="T4" fmla="*/ 1 w 2038"/>
                <a:gd name="T5" fmla="*/ 1 h 2042"/>
                <a:gd name="T6" fmla="*/ 1 w 2038"/>
                <a:gd name="T7" fmla="*/ 1 h 2042"/>
                <a:gd name="T8" fmla="*/ 1 w 2038"/>
                <a:gd name="T9" fmla="*/ 0 h 2042"/>
                <a:gd name="T10" fmla="*/ 1 w 2038"/>
                <a:gd name="T11" fmla="*/ 0 h 2042"/>
                <a:gd name="T12" fmla="*/ 1 w 2038"/>
                <a:gd name="T13" fmla="*/ 0 h 2042"/>
                <a:gd name="T14" fmla="*/ 1 w 2038"/>
                <a:gd name="T15" fmla="*/ 0 h 2042"/>
                <a:gd name="T16" fmla="*/ 1 w 2038"/>
                <a:gd name="T17" fmla="*/ 0 h 2042"/>
                <a:gd name="T18" fmla="*/ 1 w 2038"/>
                <a:gd name="T19" fmla="*/ 0 h 2042"/>
                <a:gd name="T20" fmla="*/ 1 w 2038"/>
                <a:gd name="T21" fmla="*/ 0 h 2042"/>
                <a:gd name="T22" fmla="*/ 0 w 2038"/>
                <a:gd name="T23" fmla="*/ 0 h 2042"/>
                <a:gd name="T24" fmla="*/ 0 w 2038"/>
                <a:gd name="T25" fmla="*/ 0 h 2042"/>
                <a:gd name="T26" fmla="*/ 0 w 2038"/>
                <a:gd name="T27" fmla="*/ 0 h 2042"/>
                <a:gd name="T28" fmla="*/ 0 w 2038"/>
                <a:gd name="T29" fmla="*/ 0 h 2042"/>
                <a:gd name="T30" fmla="*/ 0 w 2038"/>
                <a:gd name="T31" fmla="*/ 1 h 2042"/>
                <a:gd name="T32" fmla="*/ 1 w 2038"/>
                <a:gd name="T33" fmla="*/ 1 h 2042"/>
                <a:gd name="T34" fmla="*/ 1 w 2038"/>
                <a:gd name="T35" fmla="*/ 1 h 20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42"/>
                <a:gd name="T56" fmla="*/ 2038 w 2038"/>
                <a:gd name="T57" fmla="*/ 2042 h 20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42">
                  <a:moveTo>
                    <a:pt x="2038" y="2042"/>
                  </a:moveTo>
                  <a:lnTo>
                    <a:pt x="1997" y="1629"/>
                  </a:lnTo>
                  <a:lnTo>
                    <a:pt x="1879" y="1247"/>
                  </a:lnTo>
                  <a:lnTo>
                    <a:pt x="1791" y="1068"/>
                  </a:lnTo>
                  <a:lnTo>
                    <a:pt x="1690" y="901"/>
                  </a:lnTo>
                  <a:lnTo>
                    <a:pt x="1573" y="743"/>
                  </a:lnTo>
                  <a:lnTo>
                    <a:pt x="1508" y="671"/>
                  </a:lnTo>
                  <a:lnTo>
                    <a:pt x="1439" y="599"/>
                  </a:lnTo>
                  <a:lnTo>
                    <a:pt x="1369" y="532"/>
                  </a:lnTo>
                  <a:lnTo>
                    <a:pt x="1297" y="468"/>
                  </a:lnTo>
                  <a:lnTo>
                    <a:pt x="1139" y="350"/>
                  </a:lnTo>
                  <a:lnTo>
                    <a:pt x="970" y="247"/>
                  </a:lnTo>
                  <a:lnTo>
                    <a:pt x="793" y="162"/>
                  </a:lnTo>
                  <a:lnTo>
                    <a:pt x="411" y="42"/>
                  </a:lnTo>
                  <a:lnTo>
                    <a:pt x="0" y="0"/>
                  </a:lnTo>
                  <a:lnTo>
                    <a:pt x="0" y="2042"/>
                  </a:lnTo>
                  <a:lnTo>
                    <a:pt x="2038" y="2042"/>
                  </a:lnTo>
                  <a:close/>
                </a:path>
              </a:pathLst>
            </a:custGeom>
            <a:solidFill>
              <a:srgbClr val="002960">
                <a:alpha val="50195"/>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grpSp>
      <p:grpSp>
        <p:nvGrpSpPr>
          <p:cNvPr id="102" name="Group 83">
            <a:extLst>
              <a:ext uri="{FF2B5EF4-FFF2-40B4-BE49-F238E27FC236}">
                <a16:creationId xmlns:a16="http://schemas.microsoft.com/office/drawing/2014/main" id="{231D090B-CEF0-4366-8DB3-AB66A42E7693}"/>
              </a:ext>
            </a:extLst>
          </p:cNvPr>
          <p:cNvGrpSpPr>
            <a:grpSpLocks/>
          </p:cNvGrpSpPr>
          <p:nvPr/>
        </p:nvGrpSpPr>
        <p:grpSpPr bwMode="auto">
          <a:xfrm>
            <a:off x="1137020" y="2885455"/>
            <a:ext cx="917265" cy="728663"/>
            <a:chOff x="614" y="1859"/>
            <a:chExt cx="441" cy="459"/>
          </a:xfrm>
        </p:grpSpPr>
        <p:sp>
          <p:nvSpPr>
            <p:cNvPr id="103" name="Freeform 36">
              <a:extLst>
                <a:ext uri="{FF2B5EF4-FFF2-40B4-BE49-F238E27FC236}">
                  <a16:creationId xmlns:a16="http://schemas.microsoft.com/office/drawing/2014/main" id="{577C67E2-62EA-43F2-BC5F-850772795B5C}"/>
                </a:ext>
              </a:extLst>
            </p:cNvPr>
            <p:cNvSpPr>
              <a:spLocks noChangeAspect="1"/>
            </p:cNvSpPr>
            <p:nvPr/>
          </p:nvSpPr>
          <p:spPr bwMode="auto">
            <a:xfrm rot="5400000" flipV="1">
              <a:off x="605" y="1868"/>
              <a:ext cx="459" cy="441"/>
            </a:xfrm>
            <a:custGeom>
              <a:avLst/>
              <a:gdLst>
                <a:gd name="T0" fmla="*/ 0 w 2038"/>
                <a:gd name="T1" fmla="*/ 5 h 2039"/>
                <a:gd name="T2" fmla="*/ 1 w 2038"/>
                <a:gd name="T3" fmla="*/ 4 h 2039"/>
                <a:gd name="T4" fmla="*/ 2 w 2038"/>
                <a:gd name="T5" fmla="*/ 4 h 2039"/>
                <a:gd name="T6" fmla="*/ 2 w 2038"/>
                <a:gd name="T7" fmla="*/ 4 h 2039"/>
                <a:gd name="T8" fmla="*/ 3 w 2038"/>
                <a:gd name="T9" fmla="*/ 4 h 2039"/>
                <a:gd name="T10" fmla="*/ 3 w 2038"/>
                <a:gd name="T11" fmla="*/ 3 h 2039"/>
                <a:gd name="T12" fmla="*/ 4 w 2038"/>
                <a:gd name="T13" fmla="*/ 3 h 2039"/>
                <a:gd name="T14" fmla="*/ 4 w 2038"/>
                <a:gd name="T15" fmla="*/ 3 h 2039"/>
                <a:gd name="T16" fmla="*/ 4 w 2038"/>
                <a:gd name="T17" fmla="*/ 3 h 2039"/>
                <a:gd name="T18" fmla="*/ 4 w 2038"/>
                <a:gd name="T19" fmla="*/ 3 h 2039"/>
                <a:gd name="T20" fmla="*/ 4 w 2038"/>
                <a:gd name="T21" fmla="*/ 2 h 2039"/>
                <a:gd name="T22" fmla="*/ 5 w 2038"/>
                <a:gd name="T23" fmla="*/ 2 h 2039"/>
                <a:gd name="T24" fmla="*/ 5 w 2038"/>
                <a:gd name="T25" fmla="*/ 2 h 2039"/>
                <a:gd name="T26" fmla="*/ 5 w 2038"/>
                <a:gd name="T27" fmla="*/ 1 h 2039"/>
                <a:gd name="T28" fmla="*/ 5 w 2038"/>
                <a:gd name="T29" fmla="*/ 0 h 2039"/>
                <a:gd name="T30" fmla="*/ 0 w 2038"/>
                <a:gd name="T31" fmla="*/ 0 h 2039"/>
                <a:gd name="T32" fmla="*/ 0 w 2038"/>
                <a:gd name="T33" fmla="*/ 5 h 2039"/>
                <a:gd name="T34" fmla="*/ 0 w 2038"/>
                <a:gd name="T35" fmla="*/ 5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39"/>
                <a:gd name="T56" fmla="*/ 2038 w 2038"/>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39">
                  <a:moveTo>
                    <a:pt x="0" y="2039"/>
                  </a:moveTo>
                  <a:lnTo>
                    <a:pt x="411" y="1997"/>
                  </a:lnTo>
                  <a:lnTo>
                    <a:pt x="793" y="1880"/>
                  </a:lnTo>
                  <a:lnTo>
                    <a:pt x="970" y="1792"/>
                  </a:lnTo>
                  <a:lnTo>
                    <a:pt x="1139" y="1691"/>
                  </a:lnTo>
                  <a:lnTo>
                    <a:pt x="1295" y="1574"/>
                  </a:lnTo>
                  <a:lnTo>
                    <a:pt x="1369" y="1509"/>
                  </a:lnTo>
                  <a:lnTo>
                    <a:pt x="1439" y="1442"/>
                  </a:lnTo>
                  <a:lnTo>
                    <a:pt x="1508" y="1370"/>
                  </a:lnTo>
                  <a:lnTo>
                    <a:pt x="1571" y="1296"/>
                  </a:lnTo>
                  <a:lnTo>
                    <a:pt x="1690" y="1140"/>
                  </a:lnTo>
                  <a:lnTo>
                    <a:pt x="1791" y="971"/>
                  </a:lnTo>
                  <a:lnTo>
                    <a:pt x="1877" y="792"/>
                  </a:lnTo>
                  <a:lnTo>
                    <a:pt x="1997" y="410"/>
                  </a:lnTo>
                  <a:lnTo>
                    <a:pt x="2038" y="0"/>
                  </a:lnTo>
                  <a:lnTo>
                    <a:pt x="0" y="0"/>
                  </a:lnTo>
                  <a:lnTo>
                    <a:pt x="0" y="2039"/>
                  </a:lnTo>
                  <a:close/>
                </a:path>
              </a:pathLst>
            </a:custGeom>
            <a:solidFill>
              <a:srgbClr val="FFCC00">
                <a:alpha val="39999"/>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04" name="Freeform 37">
              <a:extLst>
                <a:ext uri="{FF2B5EF4-FFF2-40B4-BE49-F238E27FC236}">
                  <a16:creationId xmlns:a16="http://schemas.microsoft.com/office/drawing/2014/main" id="{BA9B08D6-4A1D-46E2-9F68-17C42306DF10}"/>
                </a:ext>
              </a:extLst>
            </p:cNvPr>
            <p:cNvSpPr>
              <a:spLocks noChangeAspect="1"/>
            </p:cNvSpPr>
            <p:nvPr/>
          </p:nvSpPr>
          <p:spPr bwMode="auto">
            <a:xfrm rot="5400000" flipV="1">
              <a:off x="610" y="1866"/>
              <a:ext cx="326" cy="314"/>
            </a:xfrm>
            <a:custGeom>
              <a:avLst/>
              <a:gdLst>
                <a:gd name="T0" fmla="*/ 0 w 2038"/>
                <a:gd name="T1" fmla="*/ 1 h 2039"/>
                <a:gd name="T2" fmla="*/ 0 w 2038"/>
                <a:gd name="T3" fmla="*/ 1 h 2039"/>
                <a:gd name="T4" fmla="*/ 0 w 2038"/>
                <a:gd name="T5" fmla="*/ 1 h 2039"/>
                <a:gd name="T6" fmla="*/ 1 w 2038"/>
                <a:gd name="T7" fmla="*/ 1 h 2039"/>
                <a:gd name="T8" fmla="*/ 1 w 2038"/>
                <a:gd name="T9" fmla="*/ 1 h 2039"/>
                <a:gd name="T10" fmla="*/ 1 w 2038"/>
                <a:gd name="T11" fmla="*/ 1 h 2039"/>
                <a:gd name="T12" fmla="*/ 1 w 2038"/>
                <a:gd name="T13" fmla="*/ 1 h 2039"/>
                <a:gd name="T14" fmla="*/ 1 w 2038"/>
                <a:gd name="T15" fmla="*/ 1 h 2039"/>
                <a:gd name="T16" fmla="*/ 1 w 2038"/>
                <a:gd name="T17" fmla="*/ 1 h 2039"/>
                <a:gd name="T18" fmla="*/ 1 w 2038"/>
                <a:gd name="T19" fmla="*/ 1 h 2039"/>
                <a:gd name="T20" fmla="*/ 1 w 2038"/>
                <a:gd name="T21" fmla="*/ 1 h 2039"/>
                <a:gd name="T22" fmla="*/ 1 w 2038"/>
                <a:gd name="T23" fmla="*/ 1 h 2039"/>
                <a:gd name="T24" fmla="*/ 1 w 2038"/>
                <a:gd name="T25" fmla="*/ 0 h 2039"/>
                <a:gd name="T26" fmla="*/ 1 w 2038"/>
                <a:gd name="T27" fmla="*/ 0 h 2039"/>
                <a:gd name="T28" fmla="*/ 1 w 2038"/>
                <a:gd name="T29" fmla="*/ 0 h 2039"/>
                <a:gd name="T30" fmla="*/ 0 w 2038"/>
                <a:gd name="T31" fmla="*/ 0 h 2039"/>
                <a:gd name="T32" fmla="*/ 0 w 2038"/>
                <a:gd name="T33" fmla="*/ 1 h 2039"/>
                <a:gd name="T34" fmla="*/ 0 w 2038"/>
                <a:gd name="T35" fmla="*/ 1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39"/>
                <a:gd name="T56" fmla="*/ 2038 w 2038"/>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39">
                  <a:moveTo>
                    <a:pt x="0" y="2039"/>
                  </a:moveTo>
                  <a:lnTo>
                    <a:pt x="411" y="1997"/>
                  </a:lnTo>
                  <a:lnTo>
                    <a:pt x="793" y="1880"/>
                  </a:lnTo>
                  <a:lnTo>
                    <a:pt x="970" y="1792"/>
                  </a:lnTo>
                  <a:lnTo>
                    <a:pt x="1139" y="1691"/>
                  </a:lnTo>
                  <a:lnTo>
                    <a:pt x="1295" y="1574"/>
                  </a:lnTo>
                  <a:lnTo>
                    <a:pt x="1369" y="1509"/>
                  </a:lnTo>
                  <a:lnTo>
                    <a:pt x="1439" y="1442"/>
                  </a:lnTo>
                  <a:lnTo>
                    <a:pt x="1508" y="1370"/>
                  </a:lnTo>
                  <a:lnTo>
                    <a:pt x="1571" y="1296"/>
                  </a:lnTo>
                  <a:lnTo>
                    <a:pt x="1690" y="1140"/>
                  </a:lnTo>
                  <a:lnTo>
                    <a:pt x="1791" y="971"/>
                  </a:lnTo>
                  <a:lnTo>
                    <a:pt x="1877" y="792"/>
                  </a:lnTo>
                  <a:lnTo>
                    <a:pt x="1997" y="410"/>
                  </a:lnTo>
                  <a:lnTo>
                    <a:pt x="2038" y="0"/>
                  </a:lnTo>
                  <a:lnTo>
                    <a:pt x="0" y="0"/>
                  </a:lnTo>
                  <a:lnTo>
                    <a:pt x="0" y="2039"/>
                  </a:lnTo>
                  <a:close/>
                </a:path>
              </a:pathLst>
            </a:custGeom>
            <a:solidFill>
              <a:srgbClr val="FF9900">
                <a:alpha val="50195"/>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05" name="Freeform 38">
              <a:extLst>
                <a:ext uri="{FF2B5EF4-FFF2-40B4-BE49-F238E27FC236}">
                  <a16:creationId xmlns:a16="http://schemas.microsoft.com/office/drawing/2014/main" id="{1221E4BE-0C97-4858-948D-99895B874D95}"/>
                </a:ext>
              </a:extLst>
            </p:cNvPr>
            <p:cNvSpPr>
              <a:spLocks noChangeAspect="1"/>
            </p:cNvSpPr>
            <p:nvPr/>
          </p:nvSpPr>
          <p:spPr bwMode="auto">
            <a:xfrm rot="5400000" flipV="1">
              <a:off x="613" y="1866"/>
              <a:ext cx="190" cy="183"/>
            </a:xfrm>
            <a:custGeom>
              <a:avLst/>
              <a:gdLst>
                <a:gd name="T0" fmla="*/ 0 w 2038"/>
                <a:gd name="T1" fmla="*/ 0 h 2039"/>
                <a:gd name="T2" fmla="*/ 0 w 2038"/>
                <a:gd name="T3" fmla="*/ 0 h 2039"/>
                <a:gd name="T4" fmla="*/ 0 w 2038"/>
                <a:gd name="T5" fmla="*/ 0 h 2039"/>
                <a:gd name="T6" fmla="*/ 0 w 2038"/>
                <a:gd name="T7" fmla="*/ 0 h 2039"/>
                <a:gd name="T8" fmla="*/ 0 w 2038"/>
                <a:gd name="T9" fmla="*/ 0 h 2039"/>
                <a:gd name="T10" fmla="*/ 0 w 2038"/>
                <a:gd name="T11" fmla="*/ 0 h 2039"/>
                <a:gd name="T12" fmla="*/ 0 w 2038"/>
                <a:gd name="T13" fmla="*/ 0 h 2039"/>
                <a:gd name="T14" fmla="*/ 0 w 2038"/>
                <a:gd name="T15" fmla="*/ 0 h 2039"/>
                <a:gd name="T16" fmla="*/ 0 w 2038"/>
                <a:gd name="T17" fmla="*/ 0 h 2039"/>
                <a:gd name="T18" fmla="*/ 0 w 2038"/>
                <a:gd name="T19" fmla="*/ 0 h 2039"/>
                <a:gd name="T20" fmla="*/ 0 w 2038"/>
                <a:gd name="T21" fmla="*/ 0 h 2039"/>
                <a:gd name="T22" fmla="*/ 0 w 2038"/>
                <a:gd name="T23" fmla="*/ 0 h 2039"/>
                <a:gd name="T24" fmla="*/ 0 w 2038"/>
                <a:gd name="T25" fmla="*/ 0 h 2039"/>
                <a:gd name="T26" fmla="*/ 0 w 2038"/>
                <a:gd name="T27" fmla="*/ 0 h 2039"/>
                <a:gd name="T28" fmla="*/ 0 w 2038"/>
                <a:gd name="T29" fmla="*/ 0 h 2039"/>
                <a:gd name="T30" fmla="*/ 0 w 2038"/>
                <a:gd name="T31" fmla="*/ 0 h 2039"/>
                <a:gd name="T32" fmla="*/ 0 w 2038"/>
                <a:gd name="T33" fmla="*/ 0 h 2039"/>
                <a:gd name="T34" fmla="*/ 0 w 2038"/>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39"/>
                <a:gd name="T56" fmla="*/ 2038 w 2038"/>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39">
                  <a:moveTo>
                    <a:pt x="0" y="2039"/>
                  </a:moveTo>
                  <a:lnTo>
                    <a:pt x="411" y="1997"/>
                  </a:lnTo>
                  <a:lnTo>
                    <a:pt x="793" y="1880"/>
                  </a:lnTo>
                  <a:lnTo>
                    <a:pt x="970" y="1792"/>
                  </a:lnTo>
                  <a:lnTo>
                    <a:pt x="1139" y="1691"/>
                  </a:lnTo>
                  <a:lnTo>
                    <a:pt x="1295" y="1574"/>
                  </a:lnTo>
                  <a:lnTo>
                    <a:pt x="1369" y="1509"/>
                  </a:lnTo>
                  <a:lnTo>
                    <a:pt x="1439" y="1442"/>
                  </a:lnTo>
                  <a:lnTo>
                    <a:pt x="1508" y="1370"/>
                  </a:lnTo>
                  <a:lnTo>
                    <a:pt x="1571" y="1296"/>
                  </a:lnTo>
                  <a:lnTo>
                    <a:pt x="1690" y="1140"/>
                  </a:lnTo>
                  <a:lnTo>
                    <a:pt x="1791" y="971"/>
                  </a:lnTo>
                  <a:lnTo>
                    <a:pt x="1877" y="792"/>
                  </a:lnTo>
                  <a:lnTo>
                    <a:pt x="1997" y="410"/>
                  </a:lnTo>
                  <a:lnTo>
                    <a:pt x="2038" y="0"/>
                  </a:lnTo>
                  <a:lnTo>
                    <a:pt x="0" y="0"/>
                  </a:lnTo>
                  <a:lnTo>
                    <a:pt x="0" y="2039"/>
                  </a:lnTo>
                  <a:close/>
                </a:path>
              </a:pathLst>
            </a:custGeom>
            <a:solidFill>
              <a:srgbClr val="FF99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grpSp>
      <p:grpSp>
        <p:nvGrpSpPr>
          <p:cNvPr id="106" name="Group 84">
            <a:extLst>
              <a:ext uri="{FF2B5EF4-FFF2-40B4-BE49-F238E27FC236}">
                <a16:creationId xmlns:a16="http://schemas.microsoft.com/office/drawing/2014/main" id="{42D324E1-6906-4D8F-AD9E-C40B152A90CC}"/>
              </a:ext>
            </a:extLst>
          </p:cNvPr>
          <p:cNvGrpSpPr>
            <a:grpSpLocks/>
          </p:cNvGrpSpPr>
          <p:nvPr/>
        </p:nvGrpSpPr>
        <p:grpSpPr bwMode="auto">
          <a:xfrm>
            <a:off x="1138605" y="4325316"/>
            <a:ext cx="917267" cy="722312"/>
            <a:chOff x="633" y="2751"/>
            <a:chExt cx="441" cy="455"/>
          </a:xfrm>
        </p:grpSpPr>
        <p:sp>
          <p:nvSpPr>
            <p:cNvPr id="107" name="Freeform 42">
              <a:extLst>
                <a:ext uri="{FF2B5EF4-FFF2-40B4-BE49-F238E27FC236}">
                  <a16:creationId xmlns:a16="http://schemas.microsoft.com/office/drawing/2014/main" id="{2E98C47A-65FA-4EB2-90A5-DAA1726909AE}"/>
                </a:ext>
              </a:extLst>
            </p:cNvPr>
            <p:cNvSpPr>
              <a:spLocks noChangeAspect="1"/>
            </p:cNvSpPr>
            <p:nvPr/>
          </p:nvSpPr>
          <p:spPr bwMode="auto">
            <a:xfrm>
              <a:off x="633" y="2751"/>
              <a:ext cx="438" cy="455"/>
            </a:xfrm>
            <a:custGeom>
              <a:avLst/>
              <a:gdLst>
                <a:gd name="T0" fmla="*/ 0 w 2037"/>
                <a:gd name="T1" fmla="*/ 0 h 2041"/>
                <a:gd name="T2" fmla="*/ 0 w 2037"/>
                <a:gd name="T3" fmla="*/ 1 h 2041"/>
                <a:gd name="T4" fmla="*/ 0 w 2037"/>
                <a:gd name="T5" fmla="*/ 2 h 2041"/>
                <a:gd name="T6" fmla="*/ 0 w 2037"/>
                <a:gd name="T7" fmla="*/ 2 h 2041"/>
                <a:gd name="T8" fmla="*/ 1 w 2037"/>
                <a:gd name="T9" fmla="*/ 3 h 2041"/>
                <a:gd name="T10" fmla="*/ 1 w 2037"/>
                <a:gd name="T11" fmla="*/ 3 h 2041"/>
                <a:gd name="T12" fmla="*/ 1 w 2037"/>
                <a:gd name="T13" fmla="*/ 3 h 2041"/>
                <a:gd name="T14" fmla="*/ 1 w 2037"/>
                <a:gd name="T15" fmla="*/ 4 h 2041"/>
                <a:gd name="T16" fmla="*/ 2 w 2037"/>
                <a:gd name="T17" fmla="*/ 4 h 2041"/>
                <a:gd name="T18" fmla="*/ 2 w 2037"/>
                <a:gd name="T19" fmla="*/ 4 h 2041"/>
                <a:gd name="T20" fmla="*/ 2 w 2037"/>
                <a:gd name="T21" fmla="*/ 4 h 2041"/>
                <a:gd name="T22" fmla="*/ 2 w 2037"/>
                <a:gd name="T23" fmla="*/ 4 h 2041"/>
                <a:gd name="T24" fmla="*/ 3 w 2037"/>
                <a:gd name="T25" fmla="*/ 5 h 2041"/>
                <a:gd name="T26" fmla="*/ 3 w 2037"/>
                <a:gd name="T27" fmla="*/ 5 h 2041"/>
                <a:gd name="T28" fmla="*/ 4 w 2037"/>
                <a:gd name="T29" fmla="*/ 5 h 2041"/>
                <a:gd name="T30" fmla="*/ 4 w 2037"/>
                <a:gd name="T31" fmla="*/ 0 h 2041"/>
                <a:gd name="T32" fmla="*/ 0 w 2037"/>
                <a:gd name="T33" fmla="*/ 0 h 2041"/>
                <a:gd name="T34" fmla="*/ 0 w 2037"/>
                <a:gd name="T35" fmla="*/ 0 h 20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7"/>
                <a:gd name="T55" fmla="*/ 0 h 2041"/>
                <a:gd name="T56" fmla="*/ 2037 w 2037"/>
                <a:gd name="T57" fmla="*/ 2041 h 20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7" h="2041">
                  <a:moveTo>
                    <a:pt x="0" y="0"/>
                  </a:moveTo>
                  <a:lnTo>
                    <a:pt x="40" y="412"/>
                  </a:lnTo>
                  <a:lnTo>
                    <a:pt x="160" y="794"/>
                  </a:lnTo>
                  <a:lnTo>
                    <a:pt x="246" y="971"/>
                  </a:lnTo>
                  <a:lnTo>
                    <a:pt x="348" y="1140"/>
                  </a:lnTo>
                  <a:lnTo>
                    <a:pt x="466" y="1298"/>
                  </a:lnTo>
                  <a:lnTo>
                    <a:pt x="529" y="1372"/>
                  </a:lnTo>
                  <a:lnTo>
                    <a:pt x="597" y="1442"/>
                  </a:lnTo>
                  <a:lnTo>
                    <a:pt x="668" y="1511"/>
                  </a:lnTo>
                  <a:lnTo>
                    <a:pt x="742" y="1574"/>
                  </a:lnTo>
                  <a:lnTo>
                    <a:pt x="898" y="1691"/>
                  </a:lnTo>
                  <a:lnTo>
                    <a:pt x="1067" y="1794"/>
                  </a:lnTo>
                  <a:lnTo>
                    <a:pt x="1244" y="1880"/>
                  </a:lnTo>
                  <a:lnTo>
                    <a:pt x="1626" y="1999"/>
                  </a:lnTo>
                  <a:lnTo>
                    <a:pt x="2037" y="2041"/>
                  </a:lnTo>
                  <a:lnTo>
                    <a:pt x="2037" y="0"/>
                  </a:lnTo>
                  <a:lnTo>
                    <a:pt x="0" y="0"/>
                  </a:lnTo>
                  <a:close/>
                </a:path>
              </a:pathLst>
            </a:custGeom>
            <a:solidFill>
              <a:srgbClr val="99CC00">
                <a:alpha val="39999"/>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08" name="Freeform 43">
              <a:extLst>
                <a:ext uri="{FF2B5EF4-FFF2-40B4-BE49-F238E27FC236}">
                  <a16:creationId xmlns:a16="http://schemas.microsoft.com/office/drawing/2014/main" id="{A08EB3E4-D06C-4843-B42B-38AB5AF55EB3}"/>
                </a:ext>
              </a:extLst>
            </p:cNvPr>
            <p:cNvSpPr>
              <a:spLocks noChangeAspect="1"/>
            </p:cNvSpPr>
            <p:nvPr/>
          </p:nvSpPr>
          <p:spPr bwMode="auto">
            <a:xfrm>
              <a:off x="760" y="2753"/>
              <a:ext cx="311" cy="323"/>
            </a:xfrm>
            <a:custGeom>
              <a:avLst/>
              <a:gdLst>
                <a:gd name="T0" fmla="*/ 0 w 2037"/>
                <a:gd name="T1" fmla="*/ 0 h 2041"/>
                <a:gd name="T2" fmla="*/ 0 w 2037"/>
                <a:gd name="T3" fmla="*/ 0 h 2041"/>
                <a:gd name="T4" fmla="*/ 0 w 2037"/>
                <a:gd name="T5" fmla="*/ 0 h 2041"/>
                <a:gd name="T6" fmla="*/ 0 w 2037"/>
                <a:gd name="T7" fmla="*/ 1 h 2041"/>
                <a:gd name="T8" fmla="*/ 0 w 2037"/>
                <a:gd name="T9" fmla="*/ 1 h 2041"/>
                <a:gd name="T10" fmla="*/ 0 w 2037"/>
                <a:gd name="T11" fmla="*/ 1 h 2041"/>
                <a:gd name="T12" fmla="*/ 0 w 2037"/>
                <a:gd name="T13" fmla="*/ 1 h 2041"/>
                <a:gd name="T14" fmla="*/ 0 w 2037"/>
                <a:gd name="T15" fmla="*/ 1 h 2041"/>
                <a:gd name="T16" fmla="*/ 0 w 2037"/>
                <a:gd name="T17" fmla="*/ 1 h 2041"/>
                <a:gd name="T18" fmla="*/ 0 w 2037"/>
                <a:gd name="T19" fmla="*/ 1 h 2041"/>
                <a:gd name="T20" fmla="*/ 0 w 2037"/>
                <a:gd name="T21" fmla="*/ 1 h 2041"/>
                <a:gd name="T22" fmla="*/ 1 w 2037"/>
                <a:gd name="T23" fmla="*/ 1 h 2041"/>
                <a:gd name="T24" fmla="*/ 1 w 2037"/>
                <a:gd name="T25" fmla="*/ 1 h 2041"/>
                <a:gd name="T26" fmla="*/ 1 w 2037"/>
                <a:gd name="T27" fmla="*/ 1 h 2041"/>
                <a:gd name="T28" fmla="*/ 1 w 2037"/>
                <a:gd name="T29" fmla="*/ 1 h 2041"/>
                <a:gd name="T30" fmla="*/ 1 w 2037"/>
                <a:gd name="T31" fmla="*/ 0 h 2041"/>
                <a:gd name="T32" fmla="*/ 0 w 2037"/>
                <a:gd name="T33" fmla="*/ 0 h 2041"/>
                <a:gd name="T34" fmla="*/ 0 w 2037"/>
                <a:gd name="T35" fmla="*/ 0 h 20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7"/>
                <a:gd name="T55" fmla="*/ 0 h 2041"/>
                <a:gd name="T56" fmla="*/ 2037 w 2037"/>
                <a:gd name="T57" fmla="*/ 2041 h 20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7" h="2041">
                  <a:moveTo>
                    <a:pt x="0" y="0"/>
                  </a:moveTo>
                  <a:lnTo>
                    <a:pt x="40" y="412"/>
                  </a:lnTo>
                  <a:lnTo>
                    <a:pt x="160" y="794"/>
                  </a:lnTo>
                  <a:lnTo>
                    <a:pt x="246" y="971"/>
                  </a:lnTo>
                  <a:lnTo>
                    <a:pt x="348" y="1140"/>
                  </a:lnTo>
                  <a:lnTo>
                    <a:pt x="466" y="1298"/>
                  </a:lnTo>
                  <a:lnTo>
                    <a:pt x="529" y="1372"/>
                  </a:lnTo>
                  <a:lnTo>
                    <a:pt x="597" y="1442"/>
                  </a:lnTo>
                  <a:lnTo>
                    <a:pt x="668" y="1511"/>
                  </a:lnTo>
                  <a:lnTo>
                    <a:pt x="742" y="1574"/>
                  </a:lnTo>
                  <a:lnTo>
                    <a:pt x="898" y="1691"/>
                  </a:lnTo>
                  <a:lnTo>
                    <a:pt x="1067" y="1794"/>
                  </a:lnTo>
                  <a:lnTo>
                    <a:pt x="1244" y="1880"/>
                  </a:lnTo>
                  <a:lnTo>
                    <a:pt x="1626" y="1999"/>
                  </a:lnTo>
                  <a:lnTo>
                    <a:pt x="2037" y="2041"/>
                  </a:lnTo>
                  <a:lnTo>
                    <a:pt x="2037" y="0"/>
                  </a:lnTo>
                  <a:lnTo>
                    <a:pt x="0" y="0"/>
                  </a:lnTo>
                  <a:close/>
                </a:path>
              </a:pathLst>
            </a:custGeom>
            <a:solidFill>
              <a:srgbClr val="99CC00">
                <a:alpha val="50195"/>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09" name="Freeform 44">
              <a:extLst>
                <a:ext uri="{FF2B5EF4-FFF2-40B4-BE49-F238E27FC236}">
                  <a16:creationId xmlns:a16="http://schemas.microsoft.com/office/drawing/2014/main" id="{8418403E-FA44-4107-8971-7C809504A145}"/>
                </a:ext>
              </a:extLst>
            </p:cNvPr>
            <p:cNvSpPr>
              <a:spLocks noChangeAspect="1"/>
            </p:cNvSpPr>
            <p:nvPr/>
          </p:nvSpPr>
          <p:spPr bwMode="auto">
            <a:xfrm>
              <a:off x="893" y="2754"/>
              <a:ext cx="181" cy="187"/>
            </a:xfrm>
            <a:custGeom>
              <a:avLst/>
              <a:gdLst>
                <a:gd name="T0" fmla="*/ 0 w 2037"/>
                <a:gd name="T1" fmla="*/ 0 h 2041"/>
                <a:gd name="T2" fmla="*/ 0 w 2037"/>
                <a:gd name="T3" fmla="*/ 0 h 2041"/>
                <a:gd name="T4" fmla="*/ 0 w 2037"/>
                <a:gd name="T5" fmla="*/ 0 h 2041"/>
                <a:gd name="T6" fmla="*/ 0 w 2037"/>
                <a:gd name="T7" fmla="*/ 0 h 2041"/>
                <a:gd name="T8" fmla="*/ 0 w 2037"/>
                <a:gd name="T9" fmla="*/ 0 h 2041"/>
                <a:gd name="T10" fmla="*/ 0 w 2037"/>
                <a:gd name="T11" fmla="*/ 0 h 2041"/>
                <a:gd name="T12" fmla="*/ 0 w 2037"/>
                <a:gd name="T13" fmla="*/ 0 h 2041"/>
                <a:gd name="T14" fmla="*/ 0 w 2037"/>
                <a:gd name="T15" fmla="*/ 0 h 2041"/>
                <a:gd name="T16" fmla="*/ 0 w 2037"/>
                <a:gd name="T17" fmla="*/ 0 h 2041"/>
                <a:gd name="T18" fmla="*/ 0 w 2037"/>
                <a:gd name="T19" fmla="*/ 0 h 2041"/>
                <a:gd name="T20" fmla="*/ 0 w 2037"/>
                <a:gd name="T21" fmla="*/ 0 h 2041"/>
                <a:gd name="T22" fmla="*/ 0 w 2037"/>
                <a:gd name="T23" fmla="*/ 0 h 2041"/>
                <a:gd name="T24" fmla="*/ 0 w 2037"/>
                <a:gd name="T25" fmla="*/ 0 h 2041"/>
                <a:gd name="T26" fmla="*/ 0 w 2037"/>
                <a:gd name="T27" fmla="*/ 0 h 2041"/>
                <a:gd name="T28" fmla="*/ 0 w 2037"/>
                <a:gd name="T29" fmla="*/ 0 h 2041"/>
                <a:gd name="T30" fmla="*/ 0 w 2037"/>
                <a:gd name="T31" fmla="*/ 0 h 2041"/>
                <a:gd name="T32" fmla="*/ 0 w 2037"/>
                <a:gd name="T33" fmla="*/ 0 h 2041"/>
                <a:gd name="T34" fmla="*/ 0 w 2037"/>
                <a:gd name="T35" fmla="*/ 0 h 20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7"/>
                <a:gd name="T55" fmla="*/ 0 h 2041"/>
                <a:gd name="T56" fmla="*/ 2037 w 2037"/>
                <a:gd name="T57" fmla="*/ 2041 h 20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7" h="2041">
                  <a:moveTo>
                    <a:pt x="0" y="0"/>
                  </a:moveTo>
                  <a:lnTo>
                    <a:pt x="40" y="412"/>
                  </a:lnTo>
                  <a:lnTo>
                    <a:pt x="160" y="794"/>
                  </a:lnTo>
                  <a:lnTo>
                    <a:pt x="246" y="971"/>
                  </a:lnTo>
                  <a:lnTo>
                    <a:pt x="348" y="1140"/>
                  </a:lnTo>
                  <a:lnTo>
                    <a:pt x="466" y="1298"/>
                  </a:lnTo>
                  <a:lnTo>
                    <a:pt x="529" y="1372"/>
                  </a:lnTo>
                  <a:lnTo>
                    <a:pt x="597" y="1442"/>
                  </a:lnTo>
                  <a:lnTo>
                    <a:pt x="668" y="1511"/>
                  </a:lnTo>
                  <a:lnTo>
                    <a:pt x="742" y="1574"/>
                  </a:lnTo>
                  <a:lnTo>
                    <a:pt x="898" y="1691"/>
                  </a:lnTo>
                  <a:lnTo>
                    <a:pt x="1067" y="1794"/>
                  </a:lnTo>
                  <a:lnTo>
                    <a:pt x="1244" y="1880"/>
                  </a:lnTo>
                  <a:lnTo>
                    <a:pt x="1626" y="1999"/>
                  </a:lnTo>
                  <a:lnTo>
                    <a:pt x="2037" y="2041"/>
                  </a:lnTo>
                  <a:lnTo>
                    <a:pt x="2037" y="0"/>
                  </a:lnTo>
                  <a:lnTo>
                    <a:pt x="0" y="0"/>
                  </a:lnTo>
                  <a:close/>
                </a:path>
              </a:pathLst>
            </a:custGeom>
            <a:solidFill>
              <a:srgbClr val="008000">
                <a:alpha val="79999"/>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grpSp>
      <p:grpSp>
        <p:nvGrpSpPr>
          <p:cNvPr id="110" name="Group 85">
            <a:extLst>
              <a:ext uri="{FF2B5EF4-FFF2-40B4-BE49-F238E27FC236}">
                <a16:creationId xmlns:a16="http://schemas.microsoft.com/office/drawing/2014/main" id="{DE4D9F9E-B86B-4BDF-B466-EAB15058EAC8}"/>
              </a:ext>
            </a:extLst>
          </p:cNvPr>
          <p:cNvGrpSpPr>
            <a:grpSpLocks/>
          </p:cNvGrpSpPr>
          <p:nvPr/>
        </p:nvGrpSpPr>
        <p:grpSpPr bwMode="auto">
          <a:xfrm>
            <a:off x="1140193" y="5620710"/>
            <a:ext cx="913105" cy="725486"/>
            <a:chOff x="628" y="3578"/>
            <a:chExt cx="439" cy="457"/>
          </a:xfrm>
        </p:grpSpPr>
        <p:sp>
          <p:nvSpPr>
            <p:cNvPr id="111" name="Freeform 48">
              <a:extLst>
                <a:ext uri="{FF2B5EF4-FFF2-40B4-BE49-F238E27FC236}">
                  <a16:creationId xmlns:a16="http://schemas.microsoft.com/office/drawing/2014/main" id="{19943103-3B9F-4BFE-BF8F-9B3BF3EC4AB8}"/>
                </a:ext>
              </a:extLst>
            </p:cNvPr>
            <p:cNvSpPr>
              <a:spLocks noChangeAspect="1"/>
            </p:cNvSpPr>
            <p:nvPr/>
          </p:nvSpPr>
          <p:spPr bwMode="auto">
            <a:xfrm>
              <a:off x="628" y="3578"/>
              <a:ext cx="436" cy="455"/>
            </a:xfrm>
            <a:custGeom>
              <a:avLst/>
              <a:gdLst>
                <a:gd name="T0" fmla="*/ 4 w 2036"/>
                <a:gd name="T1" fmla="*/ 0 h 2039"/>
                <a:gd name="T2" fmla="*/ 3 w 2036"/>
                <a:gd name="T3" fmla="*/ 0 h 2039"/>
                <a:gd name="T4" fmla="*/ 3 w 2036"/>
                <a:gd name="T5" fmla="*/ 0 h 2039"/>
                <a:gd name="T6" fmla="*/ 2 w 2036"/>
                <a:gd name="T7" fmla="*/ 1 h 2039"/>
                <a:gd name="T8" fmla="*/ 2 w 2036"/>
                <a:gd name="T9" fmla="*/ 1 h 2039"/>
                <a:gd name="T10" fmla="*/ 1 w 2036"/>
                <a:gd name="T11" fmla="*/ 1 h 2039"/>
                <a:gd name="T12" fmla="*/ 1 w 2036"/>
                <a:gd name="T13" fmla="*/ 1 h 2039"/>
                <a:gd name="T14" fmla="*/ 1 w 2036"/>
                <a:gd name="T15" fmla="*/ 2 h 2039"/>
                <a:gd name="T16" fmla="*/ 1 w 2036"/>
                <a:gd name="T17" fmla="*/ 2 h 2039"/>
                <a:gd name="T18" fmla="*/ 1 w 2036"/>
                <a:gd name="T19" fmla="*/ 2 h 2039"/>
                <a:gd name="T20" fmla="*/ 1 w 2036"/>
                <a:gd name="T21" fmla="*/ 2 h 2039"/>
                <a:gd name="T22" fmla="*/ 0 w 2036"/>
                <a:gd name="T23" fmla="*/ 3 h 2039"/>
                <a:gd name="T24" fmla="*/ 0 w 2036"/>
                <a:gd name="T25" fmla="*/ 3 h 2039"/>
                <a:gd name="T26" fmla="*/ 0 w 2036"/>
                <a:gd name="T27" fmla="*/ 4 h 2039"/>
                <a:gd name="T28" fmla="*/ 0 w 2036"/>
                <a:gd name="T29" fmla="*/ 5 h 2039"/>
                <a:gd name="T30" fmla="*/ 4 w 2036"/>
                <a:gd name="T31" fmla="*/ 5 h 2039"/>
                <a:gd name="T32" fmla="*/ 4 w 2036"/>
                <a:gd name="T33" fmla="*/ 0 h 2039"/>
                <a:gd name="T34" fmla="*/ 4 w 2036"/>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6"/>
                <a:gd name="T55" fmla="*/ 0 h 2039"/>
                <a:gd name="T56" fmla="*/ 2036 w 2036"/>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6" h="2039">
                  <a:moveTo>
                    <a:pt x="2036" y="0"/>
                  </a:moveTo>
                  <a:lnTo>
                    <a:pt x="1626" y="40"/>
                  </a:lnTo>
                  <a:lnTo>
                    <a:pt x="1242" y="159"/>
                  </a:lnTo>
                  <a:lnTo>
                    <a:pt x="1065" y="247"/>
                  </a:lnTo>
                  <a:lnTo>
                    <a:pt x="895" y="348"/>
                  </a:lnTo>
                  <a:lnTo>
                    <a:pt x="740" y="466"/>
                  </a:lnTo>
                  <a:lnTo>
                    <a:pt x="665" y="530"/>
                  </a:lnTo>
                  <a:lnTo>
                    <a:pt x="595" y="599"/>
                  </a:lnTo>
                  <a:lnTo>
                    <a:pt x="527" y="669"/>
                  </a:lnTo>
                  <a:lnTo>
                    <a:pt x="464" y="741"/>
                  </a:lnTo>
                  <a:lnTo>
                    <a:pt x="346" y="899"/>
                  </a:lnTo>
                  <a:lnTo>
                    <a:pt x="243" y="1068"/>
                  </a:lnTo>
                  <a:lnTo>
                    <a:pt x="158" y="1245"/>
                  </a:lnTo>
                  <a:lnTo>
                    <a:pt x="38" y="1629"/>
                  </a:lnTo>
                  <a:lnTo>
                    <a:pt x="0" y="2039"/>
                  </a:lnTo>
                  <a:lnTo>
                    <a:pt x="2036" y="2039"/>
                  </a:lnTo>
                  <a:lnTo>
                    <a:pt x="2036" y="0"/>
                  </a:lnTo>
                  <a:close/>
                </a:path>
              </a:pathLst>
            </a:custGeom>
            <a:solidFill>
              <a:srgbClr val="FF0000">
                <a:alpha val="39999"/>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12" name="Freeform 49">
              <a:extLst>
                <a:ext uri="{FF2B5EF4-FFF2-40B4-BE49-F238E27FC236}">
                  <a16:creationId xmlns:a16="http://schemas.microsoft.com/office/drawing/2014/main" id="{B650CB7A-DD72-49A7-B880-7857BCA9044D}"/>
                </a:ext>
              </a:extLst>
            </p:cNvPr>
            <p:cNvSpPr>
              <a:spLocks noChangeAspect="1"/>
            </p:cNvSpPr>
            <p:nvPr/>
          </p:nvSpPr>
          <p:spPr bwMode="auto">
            <a:xfrm>
              <a:off x="755" y="3711"/>
              <a:ext cx="309" cy="323"/>
            </a:xfrm>
            <a:custGeom>
              <a:avLst/>
              <a:gdLst>
                <a:gd name="T0" fmla="*/ 1 w 2036"/>
                <a:gd name="T1" fmla="*/ 0 h 2039"/>
                <a:gd name="T2" fmla="*/ 1 w 2036"/>
                <a:gd name="T3" fmla="*/ 0 h 2039"/>
                <a:gd name="T4" fmla="*/ 1 w 2036"/>
                <a:gd name="T5" fmla="*/ 0 h 2039"/>
                <a:gd name="T6" fmla="*/ 1 w 2036"/>
                <a:gd name="T7" fmla="*/ 0 h 2039"/>
                <a:gd name="T8" fmla="*/ 0 w 2036"/>
                <a:gd name="T9" fmla="*/ 0 h 2039"/>
                <a:gd name="T10" fmla="*/ 0 w 2036"/>
                <a:gd name="T11" fmla="*/ 0 h 2039"/>
                <a:gd name="T12" fmla="*/ 0 w 2036"/>
                <a:gd name="T13" fmla="*/ 0 h 2039"/>
                <a:gd name="T14" fmla="*/ 0 w 2036"/>
                <a:gd name="T15" fmla="*/ 0 h 2039"/>
                <a:gd name="T16" fmla="*/ 0 w 2036"/>
                <a:gd name="T17" fmla="*/ 0 h 2039"/>
                <a:gd name="T18" fmla="*/ 0 w 2036"/>
                <a:gd name="T19" fmla="*/ 0 h 2039"/>
                <a:gd name="T20" fmla="*/ 0 w 2036"/>
                <a:gd name="T21" fmla="*/ 0 h 2039"/>
                <a:gd name="T22" fmla="*/ 0 w 2036"/>
                <a:gd name="T23" fmla="*/ 1 h 2039"/>
                <a:gd name="T24" fmla="*/ 0 w 2036"/>
                <a:gd name="T25" fmla="*/ 1 h 2039"/>
                <a:gd name="T26" fmla="*/ 0 w 2036"/>
                <a:gd name="T27" fmla="*/ 1 h 2039"/>
                <a:gd name="T28" fmla="*/ 0 w 2036"/>
                <a:gd name="T29" fmla="*/ 1 h 2039"/>
                <a:gd name="T30" fmla="*/ 1 w 2036"/>
                <a:gd name="T31" fmla="*/ 1 h 2039"/>
                <a:gd name="T32" fmla="*/ 1 w 2036"/>
                <a:gd name="T33" fmla="*/ 0 h 2039"/>
                <a:gd name="T34" fmla="*/ 1 w 2036"/>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6"/>
                <a:gd name="T55" fmla="*/ 0 h 2039"/>
                <a:gd name="T56" fmla="*/ 2036 w 2036"/>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6" h="2039">
                  <a:moveTo>
                    <a:pt x="2036" y="0"/>
                  </a:moveTo>
                  <a:lnTo>
                    <a:pt x="1626" y="40"/>
                  </a:lnTo>
                  <a:lnTo>
                    <a:pt x="1242" y="159"/>
                  </a:lnTo>
                  <a:lnTo>
                    <a:pt x="1065" y="247"/>
                  </a:lnTo>
                  <a:lnTo>
                    <a:pt x="895" y="348"/>
                  </a:lnTo>
                  <a:lnTo>
                    <a:pt x="740" y="466"/>
                  </a:lnTo>
                  <a:lnTo>
                    <a:pt x="665" y="530"/>
                  </a:lnTo>
                  <a:lnTo>
                    <a:pt x="595" y="599"/>
                  </a:lnTo>
                  <a:lnTo>
                    <a:pt x="527" y="669"/>
                  </a:lnTo>
                  <a:lnTo>
                    <a:pt x="464" y="741"/>
                  </a:lnTo>
                  <a:lnTo>
                    <a:pt x="346" y="899"/>
                  </a:lnTo>
                  <a:lnTo>
                    <a:pt x="243" y="1068"/>
                  </a:lnTo>
                  <a:lnTo>
                    <a:pt x="158" y="1245"/>
                  </a:lnTo>
                  <a:lnTo>
                    <a:pt x="38" y="1629"/>
                  </a:lnTo>
                  <a:lnTo>
                    <a:pt x="0" y="2039"/>
                  </a:lnTo>
                  <a:lnTo>
                    <a:pt x="2036" y="2039"/>
                  </a:lnTo>
                  <a:lnTo>
                    <a:pt x="2036" y="0"/>
                  </a:lnTo>
                  <a:close/>
                </a:path>
              </a:pathLst>
            </a:custGeom>
            <a:solidFill>
              <a:srgbClr val="FF0000">
                <a:alpha val="50195"/>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13" name="Freeform 50">
              <a:extLst>
                <a:ext uri="{FF2B5EF4-FFF2-40B4-BE49-F238E27FC236}">
                  <a16:creationId xmlns:a16="http://schemas.microsoft.com/office/drawing/2014/main" id="{2A61CB37-8489-4A10-905A-59897CB3700F}"/>
                </a:ext>
              </a:extLst>
            </p:cNvPr>
            <p:cNvSpPr>
              <a:spLocks noChangeAspect="1"/>
            </p:cNvSpPr>
            <p:nvPr/>
          </p:nvSpPr>
          <p:spPr bwMode="auto">
            <a:xfrm>
              <a:off x="887" y="3848"/>
              <a:ext cx="180" cy="187"/>
            </a:xfrm>
            <a:custGeom>
              <a:avLst/>
              <a:gdLst>
                <a:gd name="T0" fmla="*/ 0 w 2036"/>
                <a:gd name="T1" fmla="*/ 0 h 2039"/>
                <a:gd name="T2" fmla="*/ 0 w 2036"/>
                <a:gd name="T3" fmla="*/ 0 h 2039"/>
                <a:gd name="T4" fmla="*/ 0 w 2036"/>
                <a:gd name="T5" fmla="*/ 0 h 2039"/>
                <a:gd name="T6" fmla="*/ 0 w 2036"/>
                <a:gd name="T7" fmla="*/ 0 h 2039"/>
                <a:gd name="T8" fmla="*/ 0 w 2036"/>
                <a:gd name="T9" fmla="*/ 0 h 2039"/>
                <a:gd name="T10" fmla="*/ 0 w 2036"/>
                <a:gd name="T11" fmla="*/ 0 h 2039"/>
                <a:gd name="T12" fmla="*/ 0 w 2036"/>
                <a:gd name="T13" fmla="*/ 0 h 2039"/>
                <a:gd name="T14" fmla="*/ 0 w 2036"/>
                <a:gd name="T15" fmla="*/ 0 h 2039"/>
                <a:gd name="T16" fmla="*/ 0 w 2036"/>
                <a:gd name="T17" fmla="*/ 0 h 2039"/>
                <a:gd name="T18" fmla="*/ 0 w 2036"/>
                <a:gd name="T19" fmla="*/ 0 h 2039"/>
                <a:gd name="T20" fmla="*/ 0 w 2036"/>
                <a:gd name="T21" fmla="*/ 0 h 2039"/>
                <a:gd name="T22" fmla="*/ 0 w 2036"/>
                <a:gd name="T23" fmla="*/ 0 h 2039"/>
                <a:gd name="T24" fmla="*/ 0 w 2036"/>
                <a:gd name="T25" fmla="*/ 0 h 2039"/>
                <a:gd name="T26" fmla="*/ 0 w 2036"/>
                <a:gd name="T27" fmla="*/ 0 h 2039"/>
                <a:gd name="T28" fmla="*/ 0 w 2036"/>
                <a:gd name="T29" fmla="*/ 0 h 2039"/>
                <a:gd name="T30" fmla="*/ 0 w 2036"/>
                <a:gd name="T31" fmla="*/ 0 h 2039"/>
                <a:gd name="T32" fmla="*/ 0 w 2036"/>
                <a:gd name="T33" fmla="*/ 0 h 2039"/>
                <a:gd name="T34" fmla="*/ 0 w 2036"/>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6"/>
                <a:gd name="T55" fmla="*/ 0 h 2039"/>
                <a:gd name="T56" fmla="*/ 2036 w 2036"/>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6" h="2039">
                  <a:moveTo>
                    <a:pt x="2036" y="0"/>
                  </a:moveTo>
                  <a:lnTo>
                    <a:pt x="1626" y="40"/>
                  </a:lnTo>
                  <a:lnTo>
                    <a:pt x="1242" y="159"/>
                  </a:lnTo>
                  <a:lnTo>
                    <a:pt x="1065" y="247"/>
                  </a:lnTo>
                  <a:lnTo>
                    <a:pt x="895" y="348"/>
                  </a:lnTo>
                  <a:lnTo>
                    <a:pt x="740" y="466"/>
                  </a:lnTo>
                  <a:lnTo>
                    <a:pt x="665" y="530"/>
                  </a:lnTo>
                  <a:lnTo>
                    <a:pt x="595" y="599"/>
                  </a:lnTo>
                  <a:lnTo>
                    <a:pt x="527" y="669"/>
                  </a:lnTo>
                  <a:lnTo>
                    <a:pt x="464" y="741"/>
                  </a:lnTo>
                  <a:lnTo>
                    <a:pt x="346" y="899"/>
                  </a:lnTo>
                  <a:lnTo>
                    <a:pt x="243" y="1068"/>
                  </a:lnTo>
                  <a:lnTo>
                    <a:pt x="158" y="1245"/>
                  </a:lnTo>
                  <a:lnTo>
                    <a:pt x="38" y="1629"/>
                  </a:lnTo>
                  <a:lnTo>
                    <a:pt x="0" y="2039"/>
                  </a:lnTo>
                  <a:lnTo>
                    <a:pt x="2036" y="2039"/>
                  </a:lnTo>
                  <a:lnTo>
                    <a:pt x="2036" y="0"/>
                  </a:lnTo>
                  <a:close/>
                </a:path>
              </a:pathLst>
            </a:custGeom>
            <a:solidFill>
              <a:srgbClr val="990033">
                <a:alpha val="70195"/>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grpSp>
    </p:spTree>
    <p:extLst>
      <p:ext uri="{BB962C8B-B14F-4D97-AF65-F5344CB8AC3E}">
        <p14:creationId xmlns:p14="http://schemas.microsoft.com/office/powerpoint/2010/main" val="2755723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5C4B-1316-01FA-B6A3-7F620FCEB06B}"/>
            </a:ext>
          </a:extLst>
        </p:cNvPr>
        <p:cNvGrpSpPr/>
        <p:nvPr/>
      </p:nvGrpSpPr>
      <p:grpSpPr>
        <a:xfrm>
          <a:off x="0" y="0"/>
          <a:ext cx="0" cy="0"/>
          <a:chOff x="0" y="0"/>
          <a:chExt cx="0" cy="0"/>
        </a:xfrm>
      </p:grpSpPr>
      <p:sp>
        <p:nvSpPr>
          <p:cNvPr id="6" name="5 Título">
            <a:extLst>
              <a:ext uri="{FF2B5EF4-FFF2-40B4-BE49-F238E27FC236}">
                <a16:creationId xmlns:a16="http://schemas.microsoft.com/office/drawing/2014/main" id="{8856C2A2-B694-CE4A-7971-4B996598D297}"/>
              </a:ext>
            </a:extLst>
          </p:cNvPr>
          <p:cNvSpPr>
            <a:spLocks noGrp="1"/>
          </p:cNvSpPr>
          <p:nvPr>
            <p:ph type="title"/>
          </p:nvPr>
        </p:nvSpPr>
        <p:spPr/>
        <p:txBody>
          <a:bodyPr>
            <a:norm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latin typeface="+mj-lt"/>
              </a:rPr>
              <a:t>possible strategies</a:t>
            </a:r>
          </a:p>
        </p:txBody>
      </p:sp>
      <p:graphicFrame>
        <p:nvGraphicFramePr>
          <p:cNvPr id="97" name="Group 90">
            <a:extLst>
              <a:ext uri="{FF2B5EF4-FFF2-40B4-BE49-F238E27FC236}">
                <a16:creationId xmlns:a16="http://schemas.microsoft.com/office/drawing/2014/main" id="{C73957B4-91DB-25A6-86E9-B419343C90AF}"/>
              </a:ext>
            </a:extLst>
          </p:cNvPr>
          <p:cNvGraphicFramePr>
            <a:graphicFrameLocks noGrp="1"/>
          </p:cNvGraphicFramePr>
          <p:nvPr>
            <p:extLst>
              <p:ext uri="{D42A27DB-BD31-4B8C-83A1-F6EECF244321}">
                <p14:modId xmlns:p14="http://schemas.microsoft.com/office/powerpoint/2010/main" val="3214071451"/>
              </p:ext>
            </p:extLst>
          </p:nvPr>
        </p:nvGraphicFramePr>
        <p:xfrm>
          <a:off x="632194" y="1072530"/>
          <a:ext cx="10849118" cy="5391151"/>
        </p:xfrm>
        <a:graphic>
          <a:graphicData uri="http://schemas.openxmlformats.org/drawingml/2006/table">
            <a:tbl>
              <a:tblPr/>
              <a:tblGrid>
                <a:gridCol w="2263007">
                  <a:extLst>
                    <a:ext uri="{9D8B030D-6E8A-4147-A177-3AD203B41FA5}">
                      <a16:colId xmlns:a16="http://schemas.microsoft.com/office/drawing/2014/main" val="20000"/>
                    </a:ext>
                  </a:extLst>
                </a:gridCol>
                <a:gridCol w="3774135">
                  <a:extLst>
                    <a:ext uri="{9D8B030D-6E8A-4147-A177-3AD203B41FA5}">
                      <a16:colId xmlns:a16="http://schemas.microsoft.com/office/drawing/2014/main" val="20001"/>
                    </a:ext>
                  </a:extLst>
                </a:gridCol>
                <a:gridCol w="4811976">
                  <a:extLst>
                    <a:ext uri="{9D8B030D-6E8A-4147-A177-3AD203B41FA5}">
                      <a16:colId xmlns:a16="http://schemas.microsoft.com/office/drawing/2014/main" val="20002"/>
                    </a:ext>
                  </a:extLst>
                </a:gridCol>
              </a:tblGrid>
              <a:tr h="335283">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0" marR="0" lvl="0" indent="0" algn="l" defTabSz="912813" rtl="0" eaLnBrk="0" fontAlgn="base" latinLnBrk="0" hangingPunct="0">
                        <a:lnSpc>
                          <a:spcPct val="100000"/>
                        </a:lnSpc>
                        <a:spcBef>
                          <a:spcPct val="60000"/>
                        </a:spcBef>
                        <a:spcAft>
                          <a:spcPct val="0"/>
                        </a:spcAft>
                        <a:buClr>
                          <a:schemeClr val="accent2"/>
                        </a:buClr>
                        <a:buSzTx/>
                        <a:buFontTx/>
                        <a:buNone/>
                        <a:tabLst/>
                      </a:pPr>
                      <a:r>
                        <a:rPr kumimoji="0" lang="en-US" sz="1600" b="1" i="0" u="none" strike="noStrike" cap="none" normalizeH="0" baseline="0">
                          <a:ln>
                            <a:noFill/>
                          </a:ln>
                          <a:solidFill>
                            <a:schemeClr val="bg1"/>
                          </a:solidFill>
                          <a:effectLst/>
                          <a:latin typeface="+mj-lt"/>
                          <a:cs typeface="Arial" pitchFamily="34" charset="0"/>
                        </a:rPr>
                        <a:t>DIMENSIONS</a:t>
                      </a:r>
                    </a:p>
                  </a:txBody>
                  <a:tcP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46509C"/>
                    </a:solid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60000"/>
                        </a:spcBef>
                        <a:spcAft>
                          <a:spcPct val="0"/>
                        </a:spcAft>
                        <a:buClr>
                          <a:schemeClr val="accent2"/>
                        </a:buClr>
                        <a:buSzTx/>
                        <a:buFontTx/>
                        <a:buNone/>
                        <a:tabLst/>
                      </a:pPr>
                      <a:r>
                        <a:rPr kumimoji="0" lang="en-US" sz="1600" b="1" i="0" u="none" strike="noStrike" cap="none" normalizeH="0" baseline="0">
                          <a:ln>
                            <a:noFill/>
                          </a:ln>
                          <a:solidFill>
                            <a:schemeClr val="bg1"/>
                          </a:solidFill>
                          <a:effectLst/>
                          <a:latin typeface="+mj-lt"/>
                          <a:cs typeface="Arial" pitchFamily="34" charset="0"/>
                        </a:rPr>
                        <a:t>FOCUS…</a:t>
                      </a:r>
                    </a:p>
                  </a:txBody>
                  <a:tcP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46509C"/>
                    </a:solid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60000"/>
                        </a:spcBef>
                        <a:spcAft>
                          <a:spcPct val="0"/>
                        </a:spcAft>
                        <a:buClr>
                          <a:schemeClr val="accent2"/>
                        </a:buClr>
                        <a:buSzTx/>
                        <a:buFontTx/>
                        <a:buNone/>
                        <a:tabLst/>
                      </a:pPr>
                      <a:r>
                        <a:rPr kumimoji="0" lang="en-US" sz="1600" b="1" i="0" u="none" strike="noStrike" cap="none" normalizeH="0" baseline="0">
                          <a:ln>
                            <a:noFill/>
                          </a:ln>
                          <a:solidFill>
                            <a:schemeClr val="bg1"/>
                          </a:solidFill>
                          <a:effectLst/>
                          <a:latin typeface="+mj-lt"/>
                          <a:cs typeface="Arial" pitchFamily="34" charset="0"/>
                        </a:rPr>
                        <a:t>CONTENT…</a:t>
                      </a:r>
                    </a:p>
                  </a:txBody>
                  <a:tcP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46509C"/>
                    </a:solidFill>
                  </a:tcPr>
                </a:tc>
                <a:extLst>
                  <a:ext uri="{0D108BD9-81ED-4DB2-BD59-A6C34878D82A}">
                    <a16:rowId xmlns:a16="http://schemas.microsoft.com/office/drawing/2014/main" val="10000"/>
                  </a:ext>
                </a:extLst>
              </a:tr>
              <a:tr h="1117243">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0" marR="0" lvl="0" indent="0" algn="l" defTabSz="912813" rtl="0" eaLnBrk="0" fontAlgn="base" latinLnBrk="0" hangingPunct="0">
                        <a:lnSpc>
                          <a:spcPct val="100000"/>
                        </a:lnSpc>
                        <a:spcBef>
                          <a:spcPct val="60000"/>
                        </a:spcBef>
                        <a:spcAft>
                          <a:spcPct val="0"/>
                        </a:spcAft>
                        <a:buClr>
                          <a:schemeClr val="accent2"/>
                        </a:buClr>
                        <a:buSzTx/>
                        <a:buFontTx/>
                        <a:buNone/>
                        <a:tabLst/>
                      </a:pPr>
                      <a:r>
                        <a:rPr kumimoji="0" lang="en-US" sz="1200" b="0" i="0" u="none" strike="noStrike" cap="none" normalizeH="0" baseline="0">
                          <a:ln>
                            <a:noFill/>
                          </a:ln>
                          <a:solidFill>
                            <a:schemeClr val="tx1"/>
                          </a:solidFill>
                          <a:effectLst/>
                          <a:latin typeface="+mj-lt"/>
                          <a:cs typeface="Arial" pitchFamily="34" charset="0"/>
                        </a:rPr>
                        <a:t>PURPOSE AND GOALS</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0"/>
                        </a:spcBef>
                        <a:spcAft>
                          <a:spcPct val="20000"/>
                        </a:spcAft>
                        <a:buClr>
                          <a:schemeClr val="accent2">
                            <a:lumMod val="75000"/>
                          </a:schemeClr>
                        </a:buClr>
                        <a:buSzTx/>
                        <a:buFontTx/>
                        <a:buChar char="•"/>
                        <a:tabLst/>
                      </a:pPr>
                      <a:r>
                        <a:rPr kumimoji="0" lang="en-US" sz="1600" b="0" i="0" u="none" strike="noStrike" cap="none" normalizeH="0" baseline="0">
                          <a:ln>
                            <a:noFill/>
                          </a:ln>
                          <a:solidFill>
                            <a:schemeClr val="tx1"/>
                          </a:solidFill>
                          <a:effectLst/>
                          <a:latin typeface="+mj-lt"/>
                          <a:cs typeface="Arial" pitchFamily="34" charset="0"/>
                        </a:rPr>
                        <a:t>Purpose, behaviors and values alignment</a:t>
                      </a:r>
                    </a:p>
                    <a:p>
                      <a:pPr marL="174625" marR="0" lvl="0" indent="-174625" algn="l" defTabSz="912813" rtl="0" eaLnBrk="0" fontAlgn="base" latinLnBrk="0" hangingPunct="0">
                        <a:lnSpc>
                          <a:spcPct val="100000"/>
                        </a:lnSpc>
                        <a:spcBef>
                          <a:spcPct val="0"/>
                        </a:spcBef>
                        <a:spcAft>
                          <a:spcPct val="20000"/>
                        </a:spcAft>
                        <a:buClr>
                          <a:schemeClr val="accent2">
                            <a:lumMod val="75000"/>
                          </a:schemeClr>
                        </a:buClr>
                        <a:buSzTx/>
                        <a:buFontTx/>
                        <a:buChar char="•"/>
                        <a:tabLst/>
                      </a:pPr>
                      <a:r>
                        <a:rPr kumimoji="0" lang="en-US" sz="1600" b="0" i="0" u="none" strike="noStrike" cap="none" normalizeH="0" baseline="0">
                          <a:ln>
                            <a:noFill/>
                          </a:ln>
                          <a:solidFill>
                            <a:schemeClr val="tx1"/>
                          </a:solidFill>
                          <a:effectLst/>
                          <a:latin typeface="+mj-lt"/>
                          <a:cs typeface="Arial" pitchFamily="34" charset="0"/>
                        </a:rPr>
                        <a:t>Strategic direction alignment</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50000"/>
                        </a:spcBef>
                        <a:spcAft>
                          <a:spcPct val="0"/>
                        </a:spcAft>
                        <a:buClr>
                          <a:schemeClr val="accent2">
                            <a:lumMod val="75000"/>
                          </a:schemeClr>
                        </a:buClr>
                        <a:buSzTx/>
                        <a:buFontTx/>
                        <a:buChar char="•"/>
                        <a:tabLst/>
                      </a:pPr>
                      <a:r>
                        <a:rPr kumimoji="0" lang="en-US" sz="1600" b="0" i="0" u="none" strike="noStrike" kern="1200" cap="none" normalizeH="0" baseline="0" dirty="0">
                          <a:ln>
                            <a:noFill/>
                          </a:ln>
                          <a:solidFill>
                            <a:schemeClr val="tx1"/>
                          </a:solidFill>
                          <a:effectLst/>
                          <a:latin typeface="+mj-lt"/>
                          <a:ea typeface="+mn-ea"/>
                          <a:cs typeface="Arial" pitchFamily="34" charset="0"/>
                        </a:rPr>
                        <a:t>MISSION, VISION AND PURPOSE</a:t>
                      </a:r>
                    </a:p>
                    <a:p>
                      <a:pPr marL="174625" marR="0" lvl="0" indent="-174625" algn="l" defTabSz="912813" rtl="0" eaLnBrk="0" fontAlgn="base" latinLnBrk="0" hangingPunct="0">
                        <a:lnSpc>
                          <a:spcPct val="100000"/>
                        </a:lnSpc>
                        <a:spcBef>
                          <a:spcPct val="50000"/>
                        </a:spcBef>
                        <a:spcAft>
                          <a:spcPct val="0"/>
                        </a:spcAft>
                        <a:buClr>
                          <a:schemeClr val="accent2">
                            <a:lumMod val="75000"/>
                          </a:schemeClr>
                        </a:buClr>
                        <a:buSzTx/>
                        <a:buFontTx/>
                        <a:buChar char="•"/>
                        <a:tabLst/>
                      </a:pPr>
                      <a:r>
                        <a:rPr kumimoji="0" lang="en-US" sz="1600" b="0" i="0" u="none" strike="noStrike" kern="1200" cap="none" normalizeH="0" baseline="0" dirty="0">
                          <a:ln>
                            <a:noFill/>
                          </a:ln>
                          <a:solidFill>
                            <a:schemeClr val="tx1"/>
                          </a:solidFill>
                          <a:effectLst/>
                          <a:latin typeface="+mj-lt"/>
                          <a:ea typeface="+mn-ea"/>
                          <a:cs typeface="Arial" pitchFamily="34" charset="0"/>
                        </a:rPr>
                        <a:t>GOAL ALIGNMENT</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12875">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0" marR="0" lvl="0" indent="0" algn="l" defTabSz="912813" rtl="0" eaLnBrk="0" fontAlgn="base" latinLnBrk="0" hangingPunct="0">
                        <a:lnSpc>
                          <a:spcPct val="100000"/>
                        </a:lnSpc>
                        <a:spcBef>
                          <a:spcPct val="60000"/>
                        </a:spcBef>
                        <a:spcAft>
                          <a:spcPct val="0"/>
                        </a:spcAft>
                        <a:buClr>
                          <a:schemeClr val="accent2"/>
                        </a:buClr>
                        <a:buSzTx/>
                        <a:buFontTx/>
                        <a:buNone/>
                        <a:tabLst/>
                      </a:pPr>
                      <a:r>
                        <a:rPr kumimoji="0" lang="en-US" sz="1200" b="0" i="0" u="none" strike="noStrike" cap="none" normalizeH="0" baseline="0">
                          <a:ln>
                            <a:noFill/>
                          </a:ln>
                          <a:solidFill>
                            <a:schemeClr val="tx1"/>
                          </a:solidFill>
                          <a:effectLst/>
                          <a:latin typeface="+mj-lt"/>
                          <a:cs typeface="Arial" pitchFamily="34" charset="0"/>
                        </a:rPr>
                        <a:t>ROLES</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0"/>
                        </a:spcBef>
                        <a:spcAft>
                          <a:spcPct val="20000"/>
                        </a:spcAft>
                        <a:buClr>
                          <a:srgbClr val="FFC000"/>
                        </a:buClr>
                        <a:buSzTx/>
                        <a:buFontTx/>
                        <a:buChar char="•"/>
                        <a:tabLst/>
                      </a:pPr>
                      <a:r>
                        <a:rPr kumimoji="0" lang="en-US" sz="1600" b="0" i="0" u="none" strike="noStrike" cap="none" normalizeH="0" baseline="0">
                          <a:ln>
                            <a:noFill/>
                          </a:ln>
                          <a:solidFill>
                            <a:schemeClr val="tx1"/>
                          </a:solidFill>
                          <a:effectLst/>
                          <a:latin typeface="+mj-lt"/>
                          <a:cs typeface="Arial" pitchFamily="34" charset="0"/>
                        </a:rPr>
                        <a:t>Accountability</a:t>
                      </a:r>
                    </a:p>
                    <a:p>
                      <a:pPr marL="174625" marR="0" lvl="0" indent="-174625" algn="l" defTabSz="912813" rtl="0" eaLnBrk="0" fontAlgn="base" latinLnBrk="0" hangingPunct="0">
                        <a:lnSpc>
                          <a:spcPct val="100000"/>
                        </a:lnSpc>
                        <a:spcBef>
                          <a:spcPct val="0"/>
                        </a:spcBef>
                        <a:spcAft>
                          <a:spcPct val="20000"/>
                        </a:spcAft>
                        <a:buClr>
                          <a:srgbClr val="FFC000"/>
                        </a:buClr>
                        <a:buSzTx/>
                        <a:buFontTx/>
                        <a:buChar char="•"/>
                        <a:tabLst/>
                      </a:pPr>
                      <a:r>
                        <a:rPr kumimoji="0" lang="en-US" sz="1600" b="0" i="0" u="none" strike="noStrike" cap="none" normalizeH="0" baseline="0">
                          <a:ln>
                            <a:noFill/>
                          </a:ln>
                          <a:solidFill>
                            <a:schemeClr val="tx1"/>
                          </a:solidFill>
                          <a:effectLst/>
                          <a:latin typeface="+mj-lt"/>
                          <a:cs typeface="Arial" pitchFamily="34" charset="0"/>
                        </a:rPr>
                        <a:t>Team cohesiveness</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50000"/>
                        </a:spcBef>
                        <a:spcAft>
                          <a:spcPct val="0"/>
                        </a:spcAft>
                        <a:buClr>
                          <a:srgbClr val="FFC000"/>
                        </a:buClr>
                        <a:buSzTx/>
                        <a:buFontTx/>
                        <a:buChar char="•"/>
                        <a:tabLst/>
                      </a:pPr>
                      <a:r>
                        <a:rPr kumimoji="0" lang="en-US" sz="1600" b="0" i="0" u="none" strike="noStrike" cap="none" normalizeH="0" baseline="0">
                          <a:ln>
                            <a:noFill/>
                          </a:ln>
                          <a:solidFill>
                            <a:schemeClr val="tx1"/>
                          </a:solidFill>
                          <a:effectLst/>
                          <a:latin typeface="+mj-lt"/>
                          <a:cs typeface="Arial" pitchFamily="34" charset="0"/>
                        </a:rPr>
                        <a:t>Team RACI </a:t>
                      </a:r>
                    </a:p>
                    <a:p>
                      <a:pPr marL="174625" marR="0" lvl="0" indent="-174625" algn="l" defTabSz="912813" rtl="0" eaLnBrk="0" fontAlgn="base" latinLnBrk="0" hangingPunct="0">
                        <a:lnSpc>
                          <a:spcPct val="100000"/>
                        </a:lnSpc>
                        <a:spcBef>
                          <a:spcPct val="50000"/>
                        </a:spcBef>
                        <a:spcAft>
                          <a:spcPct val="0"/>
                        </a:spcAft>
                        <a:buClr>
                          <a:srgbClr val="FFC000"/>
                        </a:buClr>
                        <a:buSzTx/>
                        <a:buFontTx/>
                        <a:buChar char="•"/>
                        <a:tabLst/>
                      </a:pPr>
                      <a:r>
                        <a:rPr kumimoji="0" lang="en-US" sz="1600" b="0" i="0" u="none" strike="noStrike" cap="none" normalizeH="0" baseline="0" dirty="0">
                          <a:ln>
                            <a:noFill/>
                          </a:ln>
                          <a:solidFill>
                            <a:schemeClr val="tx1"/>
                          </a:solidFill>
                          <a:effectLst/>
                          <a:latin typeface="+mj-lt"/>
                          <a:cs typeface="Arial" pitchFamily="34" charset="0"/>
                        </a:rPr>
                        <a:t>IMPECCABLE COMMITMENTS</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12875">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0" marR="0" lvl="0" indent="0" algn="l" defTabSz="912813" rtl="0" eaLnBrk="0" fontAlgn="base" latinLnBrk="0" hangingPunct="0">
                        <a:lnSpc>
                          <a:spcPct val="100000"/>
                        </a:lnSpc>
                        <a:spcBef>
                          <a:spcPct val="60000"/>
                        </a:spcBef>
                        <a:spcAft>
                          <a:spcPct val="0"/>
                        </a:spcAft>
                        <a:buClr>
                          <a:schemeClr val="accent2"/>
                        </a:buClr>
                        <a:buSzTx/>
                        <a:buFontTx/>
                        <a:buNone/>
                        <a:tabLst/>
                      </a:pPr>
                      <a:r>
                        <a:rPr kumimoji="0" lang="en-US" sz="1200" b="0" i="0" u="none" strike="noStrike" cap="none" normalizeH="0" baseline="0">
                          <a:ln>
                            <a:noFill/>
                          </a:ln>
                          <a:solidFill>
                            <a:schemeClr val="tx1"/>
                          </a:solidFill>
                          <a:effectLst/>
                          <a:latin typeface="+mj-lt"/>
                          <a:cs typeface="Arial" pitchFamily="34" charset="0"/>
                        </a:rPr>
                        <a:t>PROCESS</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0"/>
                        </a:spcBef>
                        <a:spcAft>
                          <a:spcPct val="20000"/>
                        </a:spcAft>
                        <a:buClr>
                          <a:srgbClr val="33CC33"/>
                        </a:buClr>
                        <a:buSzTx/>
                        <a:buFontTx/>
                        <a:buChar char="•"/>
                        <a:tabLst/>
                      </a:pPr>
                      <a:r>
                        <a:rPr kumimoji="0" lang="en-US" sz="1600" b="0" i="0" u="none" strike="noStrike" cap="none" normalizeH="0" baseline="0">
                          <a:ln>
                            <a:noFill/>
                          </a:ln>
                          <a:solidFill>
                            <a:schemeClr val="tx1"/>
                          </a:solidFill>
                          <a:effectLst/>
                          <a:latin typeface="+mj-lt"/>
                          <a:cs typeface="Arial" pitchFamily="34" charset="0"/>
                        </a:rPr>
                        <a:t>Processes in place</a:t>
                      </a:r>
                    </a:p>
                    <a:p>
                      <a:pPr marL="174625" marR="0" lvl="0" indent="-174625" algn="l" defTabSz="912813" rtl="0" eaLnBrk="0" fontAlgn="base" latinLnBrk="0" hangingPunct="0">
                        <a:lnSpc>
                          <a:spcPct val="100000"/>
                        </a:lnSpc>
                        <a:spcBef>
                          <a:spcPct val="0"/>
                        </a:spcBef>
                        <a:spcAft>
                          <a:spcPct val="20000"/>
                        </a:spcAft>
                        <a:buClr>
                          <a:srgbClr val="33CC33"/>
                        </a:buClr>
                        <a:buSzTx/>
                        <a:buFontTx/>
                        <a:buChar char="•"/>
                        <a:tabLst/>
                      </a:pPr>
                      <a:r>
                        <a:rPr kumimoji="0" lang="en-US" sz="1600" b="0" i="0" u="none" strike="noStrike" cap="none" normalizeH="0" baseline="0">
                          <a:ln>
                            <a:noFill/>
                          </a:ln>
                          <a:solidFill>
                            <a:schemeClr val="tx1"/>
                          </a:solidFill>
                          <a:effectLst/>
                          <a:latin typeface="+mj-lt"/>
                          <a:cs typeface="Arial" pitchFamily="34" charset="0"/>
                        </a:rPr>
                        <a:t>Meeting effectiveness</a:t>
                      </a:r>
                    </a:p>
                    <a:p>
                      <a:pPr marL="174625" marR="0" lvl="0" indent="-174625" algn="l" defTabSz="912813" rtl="0" eaLnBrk="0" fontAlgn="base" latinLnBrk="0" hangingPunct="0">
                        <a:lnSpc>
                          <a:spcPct val="100000"/>
                        </a:lnSpc>
                        <a:spcBef>
                          <a:spcPct val="0"/>
                        </a:spcBef>
                        <a:spcAft>
                          <a:spcPct val="20000"/>
                        </a:spcAft>
                        <a:buClr>
                          <a:srgbClr val="33CC33"/>
                        </a:buClr>
                        <a:buSzTx/>
                        <a:buFontTx/>
                        <a:buChar char="•"/>
                        <a:tabLst/>
                      </a:pPr>
                      <a:r>
                        <a:rPr kumimoji="0" lang="en-US" sz="1600" b="0" i="0" u="none" strike="noStrike" cap="none" normalizeH="0" baseline="0">
                          <a:ln>
                            <a:noFill/>
                          </a:ln>
                          <a:solidFill>
                            <a:schemeClr val="tx1"/>
                          </a:solidFill>
                          <a:effectLst/>
                          <a:latin typeface="+mj-lt"/>
                          <a:cs typeface="Arial" pitchFamily="34" charset="0"/>
                        </a:rPr>
                        <a:t>Cross-group collaboration</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50000"/>
                        </a:spcBef>
                        <a:spcAft>
                          <a:spcPct val="0"/>
                        </a:spcAft>
                        <a:buClr>
                          <a:srgbClr val="33CC33"/>
                        </a:buClr>
                        <a:buSzTx/>
                        <a:buFontTx/>
                        <a:buChar char="•"/>
                        <a:tabLst/>
                        <a:defRPr/>
                      </a:pPr>
                      <a:r>
                        <a:rPr kumimoji="0" lang="en-US" sz="1600" b="0" i="0" u="none" strike="noStrike" cap="none" normalizeH="0" baseline="0">
                          <a:ln>
                            <a:noFill/>
                          </a:ln>
                          <a:solidFill>
                            <a:schemeClr val="tx1"/>
                          </a:solidFill>
                          <a:effectLst/>
                          <a:latin typeface="+mj-lt"/>
                          <a:cs typeface="Arial" pitchFamily="34" charset="0"/>
                        </a:rPr>
                        <a:t>OPERATIONAL AGREEMENTS</a:t>
                      </a:r>
                    </a:p>
                    <a:p>
                      <a:pPr marL="174625" marR="0" lvl="0" indent="-174625" algn="l" defTabSz="912813" rtl="0" eaLnBrk="0" fontAlgn="base" latinLnBrk="0" hangingPunct="0">
                        <a:lnSpc>
                          <a:spcPct val="100000"/>
                        </a:lnSpc>
                        <a:spcBef>
                          <a:spcPct val="50000"/>
                        </a:spcBef>
                        <a:spcAft>
                          <a:spcPct val="0"/>
                        </a:spcAft>
                        <a:buClr>
                          <a:srgbClr val="33CC33"/>
                        </a:buClr>
                        <a:buSzTx/>
                        <a:buFontTx/>
                        <a:buChar char="•"/>
                        <a:tabLst/>
                        <a:defRPr/>
                      </a:pPr>
                      <a:r>
                        <a:rPr kumimoji="0" lang="en-US" sz="1600" b="0" i="0" u="none" strike="noStrike" cap="none" normalizeH="0" baseline="0">
                          <a:ln>
                            <a:noFill/>
                          </a:ln>
                          <a:solidFill>
                            <a:schemeClr val="tx1"/>
                          </a:solidFill>
                          <a:effectLst/>
                          <a:latin typeface="+mj-lt"/>
                          <a:cs typeface="Arial" pitchFamily="34" charset="0"/>
                        </a:rPr>
                        <a:t>DECISION-MAKING PROCESS</a:t>
                      </a:r>
                    </a:p>
                    <a:p>
                      <a:pPr marL="174625" marR="0" lvl="0" indent="-174625" algn="l" defTabSz="912813" rtl="0" eaLnBrk="0" fontAlgn="base" latinLnBrk="0" hangingPunct="0">
                        <a:lnSpc>
                          <a:spcPct val="100000"/>
                        </a:lnSpc>
                        <a:spcBef>
                          <a:spcPct val="50000"/>
                        </a:spcBef>
                        <a:spcAft>
                          <a:spcPct val="0"/>
                        </a:spcAft>
                        <a:buClr>
                          <a:srgbClr val="33CC33"/>
                        </a:buClr>
                        <a:buSzTx/>
                        <a:buFontTx/>
                        <a:buChar char="•"/>
                        <a:tabLst/>
                      </a:pPr>
                      <a:endParaRPr kumimoji="0" lang="en-US" sz="1600" b="0" i="0" u="none" strike="noStrike" cap="none" normalizeH="0" baseline="0">
                        <a:ln>
                          <a:noFill/>
                        </a:ln>
                        <a:solidFill>
                          <a:schemeClr val="tx1"/>
                        </a:solidFill>
                        <a:effectLst/>
                        <a:latin typeface="+mj-lt"/>
                        <a:cs typeface="Arial" pitchFamily="34" charset="0"/>
                      </a:endParaRP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312875">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0" marR="0" lvl="0" indent="0" algn="l" defTabSz="912813" rtl="0" eaLnBrk="0" fontAlgn="base" latinLnBrk="0" hangingPunct="0">
                        <a:lnSpc>
                          <a:spcPct val="100000"/>
                        </a:lnSpc>
                        <a:spcBef>
                          <a:spcPct val="60000"/>
                        </a:spcBef>
                        <a:spcAft>
                          <a:spcPct val="0"/>
                        </a:spcAft>
                        <a:buClr>
                          <a:schemeClr val="accent2"/>
                        </a:buClr>
                        <a:buSzTx/>
                        <a:buFontTx/>
                        <a:buNone/>
                        <a:tabLst/>
                      </a:pPr>
                      <a:r>
                        <a:rPr kumimoji="0" lang="en-US" sz="1200" b="0" i="0" u="none" strike="noStrike" cap="none" normalizeH="0" baseline="0">
                          <a:ln>
                            <a:noFill/>
                          </a:ln>
                          <a:solidFill>
                            <a:schemeClr val="tx1"/>
                          </a:solidFill>
                          <a:effectLst/>
                          <a:latin typeface="+mj-lt"/>
                          <a:cs typeface="Arial" pitchFamily="34" charset="0"/>
                        </a:rPr>
                        <a:t>RELATIONSHIP</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0"/>
                        </a:spcBef>
                        <a:spcAft>
                          <a:spcPct val="20000"/>
                        </a:spcAft>
                        <a:buClr>
                          <a:srgbClr val="CC0000"/>
                        </a:buClr>
                        <a:buSzTx/>
                        <a:buFontTx/>
                        <a:buChar char="•"/>
                        <a:tabLst/>
                      </a:pPr>
                      <a:r>
                        <a:rPr kumimoji="0" lang="en-US" sz="1600" b="0" i="0" u="none" strike="noStrike" cap="none" normalizeH="0" baseline="0">
                          <a:ln>
                            <a:noFill/>
                          </a:ln>
                          <a:solidFill>
                            <a:schemeClr val="tx1"/>
                          </a:solidFill>
                          <a:effectLst/>
                          <a:latin typeface="+mj-lt"/>
                          <a:cs typeface="Arial" pitchFamily="34" charset="0"/>
                        </a:rPr>
                        <a:t>Team interactions</a:t>
                      </a:r>
                    </a:p>
                    <a:p>
                      <a:pPr marL="174625" marR="0" lvl="0" indent="-174625" algn="l" defTabSz="912813" rtl="0" eaLnBrk="0" fontAlgn="base" latinLnBrk="0" hangingPunct="0">
                        <a:lnSpc>
                          <a:spcPct val="100000"/>
                        </a:lnSpc>
                        <a:spcBef>
                          <a:spcPct val="0"/>
                        </a:spcBef>
                        <a:spcAft>
                          <a:spcPct val="20000"/>
                        </a:spcAft>
                        <a:buClr>
                          <a:srgbClr val="CC0000"/>
                        </a:buClr>
                        <a:buSzTx/>
                        <a:buFontTx/>
                        <a:buChar char="•"/>
                        <a:tabLst/>
                      </a:pPr>
                      <a:r>
                        <a:rPr kumimoji="0" lang="en-US" sz="1600" b="0" i="0" u="none" strike="noStrike" cap="none" normalizeH="0" baseline="0">
                          <a:ln>
                            <a:noFill/>
                          </a:ln>
                          <a:solidFill>
                            <a:schemeClr val="tx1"/>
                          </a:solidFill>
                          <a:effectLst/>
                          <a:latin typeface="+mj-lt"/>
                          <a:cs typeface="Arial" pitchFamily="34" charset="0"/>
                        </a:rPr>
                        <a:t>Levels of trust, communication and openness</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cs typeface="Arial"/>
                        </a:defRPr>
                      </a:lvl1pPr>
                      <a:lvl2pPr marL="457200" algn="l" defTabSz="914400" rtl="0" eaLnBrk="1" latinLnBrk="0" hangingPunct="1">
                        <a:defRPr sz="1800" kern="1200">
                          <a:solidFill>
                            <a:schemeClr val="tx1"/>
                          </a:solidFill>
                          <a:latin typeface="Arial"/>
                          <a:cs typeface="Arial"/>
                        </a:defRPr>
                      </a:lvl2pPr>
                      <a:lvl3pPr marL="914400" algn="l" defTabSz="914400" rtl="0" eaLnBrk="1" latinLnBrk="0" hangingPunct="1">
                        <a:defRPr sz="1800" kern="1200">
                          <a:solidFill>
                            <a:schemeClr val="tx1"/>
                          </a:solidFill>
                          <a:latin typeface="Arial"/>
                          <a:cs typeface="Arial"/>
                        </a:defRPr>
                      </a:lvl3pPr>
                      <a:lvl4pPr marL="1371600" algn="l" defTabSz="914400" rtl="0" eaLnBrk="1" latinLnBrk="0" hangingPunct="1">
                        <a:defRPr sz="1800" kern="1200">
                          <a:solidFill>
                            <a:schemeClr val="tx1"/>
                          </a:solidFill>
                          <a:latin typeface="Arial"/>
                          <a:cs typeface="Arial"/>
                        </a:defRPr>
                      </a:lvl4pPr>
                      <a:lvl5pPr marL="1828800" algn="l" defTabSz="914400" rtl="0" eaLnBrk="1" latinLnBrk="0" hangingPunct="1">
                        <a:defRPr sz="1800" kern="1200">
                          <a:solidFill>
                            <a:schemeClr val="tx1"/>
                          </a:solidFill>
                          <a:latin typeface="Arial"/>
                          <a:cs typeface="Arial"/>
                        </a:defRPr>
                      </a:lvl5pPr>
                      <a:lvl6pPr marL="2286000" algn="l" defTabSz="914400" rtl="0" eaLnBrk="1" latinLnBrk="0" hangingPunct="1">
                        <a:defRPr sz="1800" kern="1200">
                          <a:solidFill>
                            <a:schemeClr val="tx1"/>
                          </a:solidFill>
                          <a:latin typeface="Arial"/>
                          <a:cs typeface="Arial"/>
                        </a:defRPr>
                      </a:lvl6pPr>
                      <a:lvl7pPr marL="2743200" algn="l" defTabSz="914400" rtl="0" eaLnBrk="1" latinLnBrk="0" hangingPunct="1">
                        <a:defRPr sz="1800" kern="1200">
                          <a:solidFill>
                            <a:schemeClr val="tx1"/>
                          </a:solidFill>
                          <a:latin typeface="Arial"/>
                          <a:cs typeface="Arial"/>
                        </a:defRPr>
                      </a:lvl7pPr>
                      <a:lvl8pPr marL="3200400" algn="l" defTabSz="914400" rtl="0" eaLnBrk="1" latinLnBrk="0" hangingPunct="1">
                        <a:defRPr sz="1800" kern="1200">
                          <a:solidFill>
                            <a:schemeClr val="tx1"/>
                          </a:solidFill>
                          <a:latin typeface="Arial"/>
                          <a:cs typeface="Arial"/>
                        </a:defRPr>
                      </a:lvl8pPr>
                      <a:lvl9pPr marL="3657600" algn="l" defTabSz="914400" rtl="0" eaLnBrk="1" latinLnBrk="0" hangingPunct="1">
                        <a:defRPr sz="1800" kern="1200">
                          <a:solidFill>
                            <a:schemeClr val="tx1"/>
                          </a:solidFill>
                          <a:latin typeface="Arial"/>
                          <a:cs typeface="Arial"/>
                        </a:defRPr>
                      </a:lvl9pPr>
                    </a:lstStyle>
                    <a:p>
                      <a:pPr marL="174625" marR="0" lvl="0" indent="-174625" algn="l" defTabSz="912813" rtl="0" eaLnBrk="0" fontAlgn="base" latinLnBrk="0" hangingPunct="0">
                        <a:lnSpc>
                          <a:spcPct val="100000"/>
                        </a:lnSpc>
                        <a:spcBef>
                          <a:spcPct val="50000"/>
                        </a:spcBef>
                        <a:spcAft>
                          <a:spcPct val="0"/>
                        </a:spcAft>
                        <a:buClr>
                          <a:srgbClr val="CC0000"/>
                        </a:buClr>
                        <a:buSzTx/>
                        <a:buFontTx/>
                        <a:buChar char="•"/>
                        <a:tabLst/>
                      </a:pPr>
                      <a:r>
                        <a:rPr kumimoji="0" lang="en-US" sz="1600" b="0" i="0" u="none" strike="noStrike" cap="none" normalizeH="0" baseline="0" dirty="0">
                          <a:ln>
                            <a:noFill/>
                          </a:ln>
                          <a:solidFill>
                            <a:schemeClr val="tx1"/>
                          </a:solidFill>
                          <a:effectLst/>
                          <a:latin typeface="+mj-lt"/>
                          <a:cs typeface="Arial" pitchFamily="34" charset="0"/>
                        </a:rPr>
                        <a:t>AUTHENTIC COMMUNICATION</a:t>
                      </a:r>
                    </a:p>
                    <a:p>
                      <a:pPr marL="174625" marR="0" lvl="0" indent="-174625" algn="l" defTabSz="912813" rtl="0" eaLnBrk="0" fontAlgn="base" latinLnBrk="0" hangingPunct="0">
                        <a:lnSpc>
                          <a:spcPct val="100000"/>
                        </a:lnSpc>
                        <a:spcBef>
                          <a:spcPct val="50000"/>
                        </a:spcBef>
                        <a:spcAft>
                          <a:spcPct val="0"/>
                        </a:spcAft>
                        <a:buClr>
                          <a:srgbClr val="CC0000"/>
                        </a:buClr>
                        <a:buSzTx/>
                        <a:buFontTx/>
                        <a:buChar char="•"/>
                        <a:tabLst/>
                      </a:pPr>
                      <a:r>
                        <a:rPr kumimoji="0" lang="en-US" sz="1600" b="0" i="0" u="none" strike="noStrike" cap="none" normalizeH="0" baseline="0" dirty="0">
                          <a:ln>
                            <a:noFill/>
                          </a:ln>
                          <a:solidFill>
                            <a:schemeClr val="tx1"/>
                          </a:solidFill>
                          <a:effectLst/>
                          <a:latin typeface="+mj-lt"/>
                          <a:cs typeface="Arial" pitchFamily="34" charset="0"/>
                        </a:rPr>
                        <a:t>DEALING WITH UNDISCUSSABLES</a:t>
                      </a:r>
                    </a:p>
                    <a:p>
                      <a:pPr marL="174625" marR="0" lvl="0" indent="-174625" algn="l" defTabSz="912813" rtl="0" eaLnBrk="0" fontAlgn="base" latinLnBrk="0" hangingPunct="0">
                        <a:lnSpc>
                          <a:spcPct val="100000"/>
                        </a:lnSpc>
                        <a:spcBef>
                          <a:spcPct val="50000"/>
                        </a:spcBef>
                        <a:spcAft>
                          <a:spcPct val="0"/>
                        </a:spcAft>
                        <a:buClr>
                          <a:srgbClr val="CC0000"/>
                        </a:buClr>
                        <a:buSzTx/>
                        <a:buFontTx/>
                        <a:buChar char="•"/>
                        <a:tabLst/>
                      </a:pPr>
                      <a:r>
                        <a:rPr kumimoji="0" lang="en-US" sz="1600" b="0" i="0" u="none" strike="noStrike" cap="none" normalizeH="0" baseline="0" dirty="0">
                          <a:ln>
                            <a:noFill/>
                          </a:ln>
                          <a:solidFill>
                            <a:schemeClr val="tx1"/>
                          </a:solidFill>
                          <a:effectLst/>
                          <a:latin typeface="+mj-lt"/>
                          <a:cs typeface="Arial" pitchFamily="34" charset="0"/>
                        </a:rPr>
                        <a:t>TAKING TRUST TO THE NEXT LEVEL</a:t>
                      </a:r>
                    </a:p>
                  </a:txBody>
                  <a:tcPr marT="73153"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98" name="Group 82">
            <a:extLst>
              <a:ext uri="{FF2B5EF4-FFF2-40B4-BE49-F238E27FC236}">
                <a16:creationId xmlns:a16="http://schemas.microsoft.com/office/drawing/2014/main" id="{354612CB-EB97-A1C8-BE3B-504B1ABA56FB}"/>
              </a:ext>
            </a:extLst>
          </p:cNvPr>
          <p:cNvGrpSpPr>
            <a:grpSpLocks/>
          </p:cNvGrpSpPr>
          <p:nvPr/>
        </p:nvGrpSpPr>
        <p:grpSpPr bwMode="auto">
          <a:xfrm>
            <a:off x="1141782" y="1732931"/>
            <a:ext cx="904788" cy="723901"/>
            <a:chOff x="612" y="1082"/>
            <a:chExt cx="435" cy="456"/>
          </a:xfrm>
        </p:grpSpPr>
        <p:sp>
          <p:nvSpPr>
            <p:cNvPr id="99" name="Freeform 32">
              <a:extLst>
                <a:ext uri="{FF2B5EF4-FFF2-40B4-BE49-F238E27FC236}">
                  <a16:creationId xmlns:a16="http://schemas.microsoft.com/office/drawing/2014/main" id="{E9E55CC3-EA6F-FF76-3951-06332C61CAE7}"/>
                </a:ext>
              </a:extLst>
            </p:cNvPr>
            <p:cNvSpPr>
              <a:spLocks noChangeAspect="1"/>
            </p:cNvSpPr>
            <p:nvPr/>
          </p:nvSpPr>
          <p:spPr bwMode="auto">
            <a:xfrm>
              <a:off x="616" y="1351"/>
              <a:ext cx="180" cy="187"/>
            </a:xfrm>
            <a:custGeom>
              <a:avLst/>
              <a:gdLst>
                <a:gd name="T0" fmla="*/ 0 w 2038"/>
                <a:gd name="T1" fmla="*/ 0 h 2042"/>
                <a:gd name="T2" fmla="*/ 0 w 2038"/>
                <a:gd name="T3" fmla="*/ 0 h 2042"/>
                <a:gd name="T4" fmla="*/ 0 w 2038"/>
                <a:gd name="T5" fmla="*/ 0 h 2042"/>
                <a:gd name="T6" fmla="*/ 0 w 2038"/>
                <a:gd name="T7" fmla="*/ 0 h 2042"/>
                <a:gd name="T8" fmla="*/ 0 w 2038"/>
                <a:gd name="T9" fmla="*/ 0 h 2042"/>
                <a:gd name="T10" fmla="*/ 0 w 2038"/>
                <a:gd name="T11" fmla="*/ 0 h 2042"/>
                <a:gd name="T12" fmla="*/ 0 w 2038"/>
                <a:gd name="T13" fmla="*/ 0 h 2042"/>
                <a:gd name="T14" fmla="*/ 0 w 2038"/>
                <a:gd name="T15" fmla="*/ 0 h 2042"/>
                <a:gd name="T16" fmla="*/ 0 w 2038"/>
                <a:gd name="T17" fmla="*/ 0 h 2042"/>
                <a:gd name="T18" fmla="*/ 0 w 2038"/>
                <a:gd name="T19" fmla="*/ 0 h 2042"/>
                <a:gd name="T20" fmla="*/ 0 w 2038"/>
                <a:gd name="T21" fmla="*/ 0 h 2042"/>
                <a:gd name="T22" fmla="*/ 0 w 2038"/>
                <a:gd name="T23" fmla="*/ 0 h 2042"/>
                <a:gd name="T24" fmla="*/ 0 w 2038"/>
                <a:gd name="T25" fmla="*/ 0 h 2042"/>
                <a:gd name="T26" fmla="*/ 0 w 2038"/>
                <a:gd name="T27" fmla="*/ 0 h 2042"/>
                <a:gd name="T28" fmla="*/ 0 w 2038"/>
                <a:gd name="T29" fmla="*/ 0 h 2042"/>
                <a:gd name="T30" fmla="*/ 0 w 2038"/>
                <a:gd name="T31" fmla="*/ 0 h 2042"/>
                <a:gd name="T32" fmla="*/ 0 w 2038"/>
                <a:gd name="T33" fmla="*/ 0 h 2042"/>
                <a:gd name="T34" fmla="*/ 0 w 2038"/>
                <a:gd name="T35" fmla="*/ 0 h 20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42"/>
                <a:gd name="T56" fmla="*/ 2038 w 2038"/>
                <a:gd name="T57" fmla="*/ 2042 h 20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42">
                  <a:moveTo>
                    <a:pt x="2038" y="2042"/>
                  </a:moveTo>
                  <a:lnTo>
                    <a:pt x="1997" y="1629"/>
                  </a:lnTo>
                  <a:lnTo>
                    <a:pt x="1879" y="1247"/>
                  </a:lnTo>
                  <a:lnTo>
                    <a:pt x="1791" y="1068"/>
                  </a:lnTo>
                  <a:lnTo>
                    <a:pt x="1690" y="901"/>
                  </a:lnTo>
                  <a:lnTo>
                    <a:pt x="1573" y="743"/>
                  </a:lnTo>
                  <a:lnTo>
                    <a:pt x="1508" y="671"/>
                  </a:lnTo>
                  <a:lnTo>
                    <a:pt x="1439" y="599"/>
                  </a:lnTo>
                  <a:lnTo>
                    <a:pt x="1369" y="532"/>
                  </a:lnTo>
                  <a:lnTo>
                    <a:pt x="1297" y="468"/>
                  </a:lnTo>
                  <a:lnTo>
                    <a:pt x="1139" y="350"/>
                  </a:lnTo>
                  <a:lnTo>
                    <a:pt x="970" y="247"/>
                  </a:lnTo>
                  <a:lnTo>
                    <a:pt x="793" y="162"/>
                  </a:lnTo>
                  <a:lnTo>
                    <a:pt x="411" y="42"/>
                  </a:lnTo>
                  <a:lnTo>
                    <a:pt x="0" y="0"/>
                  </a:lnTo>
                  <a:lnTo>
                    <a:pt x="0" y="2042"/>
                  </a:lnTo>
                  <a:lnTo>
                    <a:pt x="2038" y="2042"/>
                  </a:lnTo>
                  <a:close/>
                </a:path>
              </a:pathLst>
            </a:custGeom>
            <a:solidFill>
              <a:srgbClr val="002960">
                <a:alpha val="70195"/>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00" name="Freeform 33">
              <a:extLst>
                <a:ext uri="{FF2B5EF4-FFF2-40B4-BE49-F238E27FC236}">
                  <a16:creationId xmlns:a16="http://schemas.microsoft.com/office/drawing/2014/main" id="{FBD627F7-4BB4-23E0-797B-374F657D8590}"/>
                </a:ext>
              </a:extLst>
            </p:cNvPr>
            <p:cNvSpPr>
              <a:spLocks noChangeAspect="1"/>
            </p:cNvSpPr>
            <p:nvPr/>
          </p:nvSpPr>
          <p:spPr bwMode="auto">
            <a:xfrm>
              <a:off x="612" y="1082"/>
              <a:ext cx="435" cy="453"/>
            </a:xfrm>
            <a:custGeom>
              <a:avLst/>
              <a:gdLst>
                <a:gd name="T0" fmla="*/ 4 w 2038"/>
                <a:gd name="T1" fmla="*/ 5 h 2042"/>
                <a:gd name="T2" fmla="*/ 4 w 2038"/>
                <a:gd name="T3" fmla="*/ 4 h 2042"/>
                <a:gd name="T4" fmla="*/ 4 w 2038"/>
                <a:gd name="T5" fmla="*/ 3 h 2042"/>
                <a:gd name="T6" fmla="*/ 4 w 2038"/>
                <a:gd name="T7" fmla="*/ 3 h 2042"/>
                <a:gd name="T8" fmla="*/ 3 w 2038"/>
                <a:gd name="T9" fmla="*/ 2 h 2042"/>
                <a:gd name="T10" fmla="*/ 3 w 2038"/>
                <a:gd name="T11" fmla="*/ 2 h 2042"/>
                <a:gd name="T12" fmla="*/ 3 w 2038"/>
                <a:gd name="T13" fmla="*/ 2 h 2042"/>
                <a:gd name="T14" fmla="*/ 3 w 2038"/>
                <a:gd name="T15" fmla="*/ 2 h 2042"/>
                <a:gd name="T16" fmla="*/ 3 w 2038"/>
                <a:gd name="T17" fmla="*/ 1 h 2042"/>
                <a:gd name="T18" fmla="*/ 3 w 2038"/>
                <a:gd name="T19" fmla="*/ 1 h 2042"/>
                <a:gd name="T20" fmla="*/ 2 w 2038"/>
                <a:gd name="T21" fmla="*/ 1 h 2042"/>
                <a:gd name="T22" fmla="*/ 2 w 2038"/>
                <a:gd name="T23" fmla="*/ 1 h 2042"/>
                <a:gd name="T24" fmla="*/ 2 w 2038"/>
                <a:gd name="T25" fmla="*/ 0 h 2042"/>
                <a:gd name="T26" fmla="*/ 1 w 2038"/>
                <a:gd name="T27" fmla="*/ 0 h 2042"/>
                <a:gd name="T28" fmla="*/ 0 w 2038"/>
                <a:gd name="T29" fmla="*/ 0 h 2042"/>
                <a:gd name="T30" fmla="*/ 0 w 2038"/>
                <a:gd name="T31" fmla="*/ 5 h 2042"/>
                <a:gd name="T32" fmla="*/ 4 w 2038"/>
                <a:gd name="T33" fmla="*/ 5 h 2042"/>
                <a:gd name="T34" fmla="*/ 4 w 2038"/>
                <a:gd name="T35" fmla="*/ 5 h 20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42"/>
                <a:gd name="T56" fmla="*/ 2038 w 2038"/>
                <a:gd name="T57" fmla="*/ 2042 h 20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42">
                  <a:moveTo>
                    <a:pt x="2038" y="2042"/>
                  </a:moveTo>
                  <a:lnTo>
                    <a:pt x="1997" y="1629"/>
                  </a:lnTo>
                  <a:lnTo>
                    <a:pt x="1879" y="1247"/>
                  </a:lnTo>
                  <a:lnTo>
                    <a:pt x="1791" y="1068"/>
                  </a:lnTo>
                  <a:lnTo>
                    <a:pt x="1690" y="901"/>
                  </a:lnTo>
                  <a:lnTo>
                    <a:pt x="1573" y="743"/>
                  </a:lnTo>
                  <a:lnTo>
                    <a:pt x="1508" y="671"/>
                  </a:lnTo>
                  <a:lnTo>
                    <a:pt x="1439" y="599"/>
                  </a:lnTo>
                  <a:lnTo>
                    <a:pt x="1369" y="532"/>
                  </a:lnTo>
                  <a:lnTo>
                    <a:pt x="1297" y="468"/>
                  </a:lnTo>
                  <a:lnTo>
                    <a:pt x="1139" y="350"/>
                  </a:lnTo>
                  <a:lnTo>
                    <a:pt x="970" y="247"/>
                  </a:lnTo>
                  <a:lnTo>
                    <a:pt x="793" y="162"/>
                  </a:lnTo>
                  <a:lnTo>
                    <a:pt x="411" y="42"/>
                  </a:lnTo>
                  <a:lnTo>
                    <a:pt x="0" y="0"/>
                  </a:lnTo>
                  <a:lnTo>
                    <a:pt x="0" y="2042"/>
                  </a:lnTo>
                  <a:lnTo>
                    <a:pt x="2038" y="2042"/>
                  </a:lnTo>
                  <a:close/>
                </a:path>
              </a:pathLst>
            </a:custGeom>
            <a:solidFill>
              <a:srgbClr val="002960">
                <a:alpha val="39999"/>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01" name="Freeform 34">
              <a:extLst>
                <a:ext uri="{FF2B5EF4-FFF2-40B4-BE49-F238E27FC236}">
                  <a16:creationId xmlns:a16="http://schemas.microsoft.com/office/drawing/2014/main" id="{5B0C1E00-2526-0E49-3D86-6722F194CEAA}"/>
                </a:ext>
              </a:extLst>
            </p:cNvPr>
            <p:cNvSpPr>
              <a:spLocks noChangeAspect="1"/>
            </p:cNvSpPr>
            <p:nvPr/>
          </p:nvSpPr>
          <p:spPr bwMode="auto">
            <a:xfrm>
              <a:off x="613" y="1215"/>
              <a:ext cx="308" cy="322"/>
            </a:xfrm>
            <a:custGeom>
              <a:avLst/>
              <a:gdLst>
                <a:gd name="T0" fmla="*/ 1 w 2038"/>
                <a:gd name="T1" fmla="*/ 1 h 2042"/>
                <a:gd name="T2" fmla="*/ 1 w 2038"/>
                <a:gd name="T3" fmla="*/ 1 h 2042"/>
                <a:gd name="T4" fmla="*/ 1 w 2038"/>
                <a:gd name="T5" fmla="*/ 1 h 2042"/>
                <a:gd name="T6" fmla="*/ 1 w 2038"/>
                <a:gd name="T7" fmla="*/ 1 h 2042"/>
                <a:gd name="T8" fmla="*/ 1 w 2038"/>
                <a:gd name="T9" fmla="*/ 0 h 2042"/>
                <a:gd name="T10" fmla="*/ 1 w 2038"/>
                <a:gd name="T11" fmla="*/ 0 h 2042"/>
                <a:gd name="T12" fmla="*/ 1 w 2038"/>
                <a:gd name="T13" fmla="*/ 0 h 2042"/>
                <a:gd name="T14" fmla="*/ 1 w 2038"/>
                <a:gd name="T15" fmla="*/ 0 h 2042"/>
                <a:gd name="T16" fmla="*/ 1 w 2038"/>
                <a:gd name="T17" fmla="*/ 0 h 2042"/>
                <a:gd name="T18" fmla="*/ 1 w 2038"/>
                <a:gd name="T19" fmla="*/ 0 h 2042"/>
                <a:gd name="T20" fmla="*/ 1 w 2038"/>
                <a:gd name="T21" fmla="*/ 0 h 2042"/>
                <a:gd name="T22" fmla="*/ 0 w 2038"/>
                <a:gd name="T23" fmla="*/ 0 h 2042"/>
                <a:gd name="T24" fmla="*/ 0 w 2038"/>
                <a:gd name="T25" fmla="*/ 0 h 2042"/>
                <a:gd name="T26" fmla="*/ 0 w 2038"/>
                <a:gd name="T27" fmla="*/ 0 h 2042"/>
                <a:gd name="T28" fmla="*/ 0 w 2038"/>
                <a:gd name="T29" fmla="*/ 0 h 2042"/>
                <a:gd name="T30" fmla="*/ 0 w 2038"/>
                <a:gd name="T31" fmla="*/ 1 h 2042"/>
                <a:gd name="T32" fmla="*/ 1 w 2038"/>
                <a:gd name="T33" fmla="*/ 1 h 2042"/>
                <a:gd name="T34" fmla="*/ 1 w 2038"/>
                <a:gd name="T35" fmla="*/ 1 h 20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42"/>
                <a:gd name="T56" fmla="*/ 2038 w 2038"/>
                <a:gd name="T57" fmla="*/ 2042 h 20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42">
                  <a:moveTo>
                    <a:pt x="2038" y="2042"/>
                  </a:moveTo>
                  <a:lnTo>
                    <a:pt x="1997" y="1629"/>
                  </a:lnTo>
                  <a:lnTo>
                    <a:pt x="1879" y="1247"/>
                  </a:lnTo>
                  <a:lnTo>
                    <a:pt x="1791" y="1068"/>
                  </a:lnTo>
                  <a:lnTo>
                    <a:pt x="1690" y="901"/>
                  </a:lnTo>
                  <a:lnTo>
                    <a:pt x="1573" y="743"/>
                  </a:lnTo>
                  <a:lnTo>
                    <a:pt x="1508" y="671"/>
                  </a:lnTo>
                  <a:lnTo>
                    <a:pt x="1439" y="599"/>
                  </a:lnTo>
                  <a:lnTo>
                    <a:pt x="1369" y="532"/>
                  </a:lnTo>
                  <a:lnTo>
                    <a:pt x="1297" y="468"/>
                  </a:lnTo>
                  <a:lnTo>
                    <a:pt x="1139" y="350"/>
                  </a:lnTo>
                  <a:lnTo>
                    <a:pt x="970" y="247"/>
                  </a:lnTo>
                  <a:lnTo>
                    <a:pt x="793" y="162"/>
                  </a:lnTo>
                  <a:lnTo>
                    <a:pt x="411" y="42"/>
                  </a:lnTo>
                  <a:lnTo>
                    <a:pt x="0" y="0"/>
                  </a:lnTo>
                  <a:lnTo>
                    <a:pt x="0" y="2042"/>
                  </a:lnTo>
                  <a:lnTo>
                    <a:pt x="2038" y="2042"/>
                  </a:lnTo>
                  <a:close/>
                </a:path>
              </a:pathLst>
            </a:custGeom>
            <a:solidFill>
              <a:srgbClr val="002960">
                <a:alpha val="50195"/>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grpSp>
      <p:grpSp>
        <p:nvGrpSpPr>
          <p:cNvPr id="102" name="Group 83">
            <a:extLst>
              <a:ext uri="{FF2B5EF4-FFF2-40B4-BE49-F238E27FC236}">
                <a16:creationId xmlns:a16="http://schemas.microsoft.com/office/drawing/2014/main" id="{C97A935C-8B2B-7459-B314-5F089D993F8E}"/>
              </a:ext>
            </a:extLst>
          </p:cNvPr>
          <p:cNvGrpSpPr>
            <a:grpSpLocks/>
          </p:cNvGrpSpPr>
          <p:nvPr/>
        </p:nvGrpSpPr>
        <p:grpSpPr bwMode="auto">
          <a:xfrm>
            <a:off x="1137020" y="2885455"/>
            <a:ext cx="917265" cy="728663"/>
            <a:chOff x="614" y="1859"/>
            <a:chExt cx="441" cy="459"/>
          </a:xfrm>
        </p:grpSpPr>
        <p:sp>
          <p:nvSpPr>
            <p:cNvPr id="103" name="Freeform 36">
              <a:extLst>
                <a:ext uri="{FF2B5EF4-FFF2-40B4-BE49-F238E27FC236}">
                  <a16:creationId xmlns:a16="http://schemas.microsoft.com/office/drawing/2014/main" id="{08C02803-0446-0938-972E-216389283375}"/>
                </a:ext>
              </a:extLst>
            </p:cNvPr>
            <p:cNvSpPr>
              <a:spLocks noChangeAspect="1"/>
            </p:cNvSpPr>
            <p:nvPr/>
          </p:nvSpPr>
          <p:spPr bwMode="auto">
            <a:xfrm rot="5400000" flipV="1">
              <a:off x="605" y="1868"/>
              <a:ext cx="459" cy="441"/>
            </a:xfrm>
            <a:custGeom>
              <a:avLst/>
              <a:gdLst>
                <a:gd name="T0" fmla="*/ 0 w 2038"/>
                <a:gd name="T1" fmla="*/ 5 h 2039"/>
                <a:gd name="T2" fmla="*/ 1 w 2038"/>
                <a:gd name="T3" fmla="*/ 4 h 2039"/>
                <a:gd name="T4" fmla="*/ 2 w 2038"/>
                <a:gd name="T5" fmla="*/ 4 h 2039"/>
                <a:gd name="T6" fmla="*/ 2 w 2038"/>
                <a:gd name="T7" fmla="*/ 4 h 2039"/>
                <a:gd name="T8" fmla="*/ 3 w 2038"/>
                <a:gd name="T9" fmla="*/ 4 h 2039"/>
                <a:gd name="T10" fmla="*/ 3 w 2038"/>
                <a:gd name="T11" fmla="*/ 3 h 2039"/>
                <a:gd name="T12" fmla="*/ 4 w 2038"/>
                <a:gd name="T13" fmla="*/ 3 h 2039"/>
                <a:gd name="T14" fmla="*/ 4 w 2038"/>
                <a:gd name="T15" fmla="*/ 3 h 2039"/>
                <a:gd name="T16" fmla="*/ 4 w 2038"/>
                <a:gd name="T17" fmla="*/ 3 h 2039"/>
                <a:gd name="T18" fmla="*/ 4 w 2038"/>
                <a:gd name="T19" fmla="*/ 3 h 2039"/>
                <a:gd name="T20" fmla="*/ 4 w 2038"/>
                <a:gd name="T21" fmla="*/ 2 h 2039"/>
                <a:gd name="T22" fmla="*/ 5 w 2038"/>
                <a:gd name="T23" fmla="*/ 2 h 2039"/>
                <a:gd name="T24" fmla="*/ 5 w 2038"/>
                <a:gd name="T25" fmla="*/ 2 h 2039"/>
                <a:gd name="T26" fmla="*/ 5 w 2038"/>
                <a:gd name="T27" fmla="*/ 1 h 2039"/>
                <a:gd name="T28" fmla="*/ 5 w 2038"/>
                <a:gd name="T29" fmla="*/ 0 h 2039"/>
                <a:gd name="T30" fmla="*/ 0 w 2038"/>
                <a:gd name="T31" fmla="*/ 0 h 2039"/>
                <a:gd name="T32" fmla="*/ 0 w 2038"/>
                <a:gd name="T33" fmla="*/ 5 h 2039"/>
                <a:gd name="T34" fmla="*/ 0 w 2038"/>
                <a:gd name="T35" fmla="*/ 5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39"/>
                <a:gd name="T56" fmla="*/ 2038 w 2038"/>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39">
                  <a:moveTo>
                    <a:pt x="0" y="2039"/>
                  </a:moveTo>
                  <a:lnTo>
                    <a:pt x="411" y="1997"/>
                  </a:lnTo>
                  <a:lnTo>
                    <a:pt x="793" y="1880"/>
                  </a:lnTo>
                  <a:lnTo>
                    <a:pt x="970" y="1792"/>
                  </a:lnTo>
                  <a:lnTo>
                    <a:pt x="1139" y="1691"/>
                  </a:lnTo>
                  <a:lnTo>
                    <a:pt x="1295" y="1574"/>
                  </a:lnTo>
                  <a:lnTo>
                    <a:pt x="1369" y="1509"/>
                  </a:lnTo>
                  <a:lnTo>
                    <a:pt x="1439" y="1442"/>
                  </a:lnTo>
                  <a:lnTo>
                    <a:pt x="1508" y="1370"/>
                  </a:lnTo>
                  <a:lnTo>
                    <a:pt x="1571" y="1296"/>
                  </a:lnTo>
                  <a:lnTo>
                    <a:pt x="1690" y="1140"/>
                  </a:lnTo>
                  <a:lnTo>
                    <a:pt x="1791" y="971"/>
                  </a:lnTo>
                  <a:lnTo>
                    <a:pt x="1877" y="792"/>
                  </a:lnTo>
                  <a:lnTo>
                    <a:pt x="1997" y="410"/>
                  </a:lnTo>
                  <a:lnTo>
                    <a:pt x="2038" y="0"/>
                  </a:lnTo>
                  <a:lnTo>
                    <a:pt x="0" y="0"/>
                  </a:lnTo>
                  <a:lnTo>
                    <a:pt x="0" y="2039"/>
                  </a:lnTo>
                  <a:close/>
                </a:path>
              </a:pathLst>
            </a:custGeom>
            <a:solidFill>
              <a:srgbClr val="FFCC00">
                <a:alpha val="39999"/>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04" name="Freeform 37">
              <a:extLst>
                <a:ext uri="{FF2B5EF4-FFF2-40B4-BE49-F238E27FC236}">
                  <a16:creationId xmlns:a16="http://schemas.microsoft.com/office/drawing/2014/main" id="{64C87336-F1B2-F533-CED2-E8627070AEA9}"/>
                </a:ext>
              </a:extLst>
            </p:cNvPr>
            <p:cNvSpPr>
              <a:spLocks noChangeAspect="1"/>
            </p:cNvSpPr>
            <p:nvPr/>
          </p:nvSpPr>
          <p:spPr bwMode="auto">
            <a:xfrm rot="5400000" flipV="1">
              <a:off x="610" y="1866"/>
              <a:ext cx="326" cy="314"/>
            </a:xfrm>
            <a:custGeom>
              <a:avLst/>
              <a:gdLst>
                <a:gd name="T0" fmla="*/ 0 w 2038"/>
                <a:gd name="T1" fmla="*/ 1 h 2039"/>
                <a:gd name="T2" fmla="*/ 0 w 2038"/>
                <a:gd name="T3" fmla="*/ 1 h 2039"/>
                <a:gd name="T4" fmla="*/ 0 w 2038"/>
                <a:gd name="T5" fmla="*/ 1 h 2039"/>
                <a:gd name="T6" fmla="*/ 1 w 2038"/>
                <a:gd name="T7" fmla="*/ 1 h 2039"/>
                <a:gd name="T8" fmla="*/ 1 w 2038"/>
                <a:gd name="T9" fmla="*/ 1 h 2039"/>
                <a:gd name="T10" fmla="*/ 1 w 2038"/>
                <a:gd name="T11" fmla="*/ 1 h 2039"/>
                <a:gd name="T12" fmla="*/ 1 w 2038"/>
                <a:gd name="T13" fmla="*/ 1 h 2039"/>
                <a:gd name="T14" fmla="*/ 1 w 2038"/>
                <a:gd name="T15" fmla="*/ 1 h 2039"/>
                <a:gd name="T16" fmla="*/ 1 w 2038"/>
                <a:gd name="T17" fmla="*/ 1 h 2039"/>
                <a:gd name="T18" fmla="*/ 1 w 2038"/>
                <a:gd name="T19" fmla="*/ 1 h 2039"/>
                <a:gd name="T20" fmla="*/ 1 w 2038"/>
                <a:gd name="T21" fmla="*/ 1 h 2039"/>
                <a:gd name="T22" fmla="*/ 1 w 2038"/>
                <a:gd name="T23" fmla="*/ 1 h 2039"/>
                <a:gd name="T24" fmla="*/ 1 w 2038"/>
                <a:gd name="T25" fmla="*/ 0 h 2039"/>
                <a:gd name="T26" fmla="*/ 1 w 2038"/>
                <a:gd name="T27" fmla="*/ 0 h 2039"/>
                <a:gd name="T28" fmla="*/ 1 w 2038"/>
                <a:gd name="T29" fmla="*/ 0 h 2039"/>
                <a:gd name="T30" fmla="*/ 0 w 2038"/>
                <a:gd name="T31" fmla="*/ 0 h 2039"/>
                <a:gd name="T32" fmla="*/ 0 w 2038"/>
                <a:gd name="T33" fmla="*/ 1 h 2039"/>
                <a:gd name="T34" fmla="*/ 0 w 2038"/>
                <a:gd name="T35" fmla="*/ 1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39"/>
                <a:gd name="T56" fmla="*/ 2038 w 2038"/>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39">
                  <a:moveTo>
                    <a:pt x="0" y="2039"/>
                  </a:moveTo>
                  <a:lnTo>
                    <a:pt x="411" y="1997"/>
                  </a:lnTo>
                  <a:lnTo>
                    <a:pt x="793" y="1880"/>
                  </a:lnTo>
                  <a:lnTo>
                    <a:pt x="970" y="1792"/>
                  </a:lnTo>
                  <a:lnTo>
                    <a:pt x="1139" y="1691"/>
                  </a:lnTo>
                  <a:lnTo>
                    <a:pt x="1295" y="1574"/>
                  </a:lnTo>
                  <a:lnTo>
                    <a:pt x="1369" y="1509"/>
                  </a:lnTo>
                  <a:lnTo>
                    <a:pt x="1439" y="1442"/>
                  </a:lnTo>
                  <a:lnTo>
                    <a:pt x="1508" y="1370"/>
                  </a:lnTo>
                  <a:lnTo>
                    <a:pt x="1571" y="1296"/>
                  </a:lnTo>
                  <a:lnTo>
                    <a:pt x="1690" y="1140"/>
                  </a:lnTo>
                  <a:lnTo>
                    <a:pt x="1791" y="971"/>
                  </a:lnTo>
                  <a:lnTo>
                    <a:pt x="1877" y="792"/>
                  </a:lnTo>
                  <a:lnTo>
                    <a:pt x="1997" y="410"/>
                  </a:lnTo>
                  <a:lnTo>
                    <a:pt x="2038" y="0"/>
                  </a:lnTo>
                  <a:lnTo>
                    <a:pt x="0" y="0"/>
                  </a:lnTo>
                  <a:lnTo>
                    <a:pt x="0" y="2039"/>
                  </a:lnTo>
                  <a:close/>
                </a:path>
              </a:pathLst>
            </a:custGeom>
            <a:solidFill>
              <a:srgbClr val="FF9900">
                <a:alpha val="50195"/>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05" name="Freeform 38">
              <a:extLst>
                <a:ext uri="{FF2B5EF4-FFF2-40B4-BE49-F238E27FC236}">
                  <a16:creationId xmlns:a16="http://schemas.microsoft.com/office/drawing/2014/main" id="{A95FCFAA-7E90-3592-833D-A77C3A10A414}"/>
                </a:ext>
              </a:extLst>
            </p:cNvPr>
            <p:cNvSpPr>
              <a:spLocks noChangeAspect="1"/>
            </p:cNvSpPr>
            <p:nvPr/>
          </p:nvSpPr>
          <p:spPr bwMode="auto">
            <a:xfrm rot="5400000" flipV="1">
              <a:off x="613" y="1866"/>
              <a:ext cx="190" cy="183"/>
            </a:xfrm>
            <a:custGeom>
              <a:avLst/>
              <a:gdLst>
                <a:gd name="T0" fmla="*/ 0 w 2038"/>
                <a:gd name="T1" fmla="*/ 0 h 2039"/>
                <a:gd name="T2" fmla="*/ 0 w 2038"/>
                <a:gd name="T3" fmla="*/ 0 h 2039"/>
                <a:gd name="T4" fmla="*/ 0 w 2038"/>
                <a:gd name="T5" fmla="*/ 0 h 2039"/>
                <a:gd name="T6" fmla="*/ 0 w 2038"/>
                <a:gd name="T7" fmla="*/ 0 h 2039"/>
                <a:gd name="T8" fmla="*/ 0 w 2038"/>
                <a:gd name="T9" fmla="*/ 0 h 2039"/>
                <a:gd name="T10" fmla="*/ 0 w 2038"/>
                <a:gd name="T11" fmla="*/ 0 h 2039"/>
                <a:gd name="T12" fmla="*/ 0 w 2038"/>
                <a:gd name="T13" fmla="*/ 0 h 2039"/>
                <a:gd name="T14" fmla="*/ 0 w 2038"/>
                <a:gd name="T15" fmla="*/ 0 h 2039"/>
                <a:gd name="T16" fmla="*/ 0 w 2038"/>
                <a:gd name="T17" fmla="*/ 0 h 2039"/>
                <a:gd name="T18" fmla="*/ 0 w 2038"/>
                <a:gd name="T19" fmla="*/ 0 h 2039"/>
                <a:gd name="T20" fmla="*/ 0 w 2038"/>
                <a:gd name="T21" fmla="*/ 0 h 2039"/>
                <a:gd name="T22" fmla="*/ 0 w 2038"/>
                <a:gd name="T23" fmla="*/ 0 h 2039"/>
                <a:gd name="T24" fmla="*/ 0 w 2038"/>
                <a:gd name="T25" fmla="*/ 0 h 2039"/>
                <a:gd name="T26" fmla="*/ 0 w 2038"/>
                <a:gd name="T27" fmla="*/ 0 h 2039"/>
                <a:gd name="T28" fmla="*/ 0 w 2038"/>
                <a:gd name="T29" fmla="*/ 0 h 2039"/>
                <a:gd name="T30" fmla="*/ 0 w 2038"/>
                <a:gd name="T31" fmla="*/ 0 h 2039"/>
                <a:gd name="T32" fmla="*/ 0 w 2038"/>
                <a:gd name="T33" fmla="*/ 0 h 2039"/>
                <a:gd name="T34" fmla="*/ 0 w 2038"/>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8"/>
                <a:gd name="T55" fmla="*/ 0 h 2039"/>
                <a:gd name="T56" fmla="*/ 2038 w 2038"/>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8" h="2039">
                  <a:moveTo>
                    <a:pt x="0" y="2039"/>
                  </a:moveTo>
                  <a:lnTo>
                    <a:pt x="411" y="1997"/>
                  </a:lnTo>
                  <a:lnTo>
                    <a:pt x="793" y="1880"/>
                  </a:lnTo>
                  <a:lnTo>
                    <a:pt x="970" y="1792"/>
                  </a:lnTo>
                  <a:lnTo>
                    <a:pt x="1139" y="1691"/>
                  </a:lnTo>
                  <a:lnTo>
                    <a:pt x="1295" y="1574"/>
                  </a:lnTo>
                  <a:lnTo>
                    <a:pt x="1369" y="1509"/>
                  </a:lnTo>
                  <a:lnTo>
                    <a:pt x="1439" y="1442"/>
                  </a:lnTo>
                  <a:lnTo>
                    <a:pt x="1508" y="1370"/>
                  </a:lnTo>
                  <a:lnTo>
                    <a:pt x="1571" y="1296"/>
                  </a:lnTo>
                  <a:lnTo>
                    <a:pt x="1690" y="1140"/>
                  </a:lnTo>
                  <a:lnTo>
                    <a:pt x="1791" y="971"/>
                  </a:lnTo>
                  <a:lnTo>
                    <a:pt x="1877" y="792"/>
                  </a:lnTo>
                  <a:lnTo>
                    <a:pt x="1997" y="410"/>
                  </a:lnTo>
                  <a:lnTo>
                    <a:pt x="2038" y="0"/>
                  </a:lnTo>
                  <a:lnTo>
                    <a:pt x="0" y="0"/>
                  </a:lnTo>
                  <a:lnTo>
                    <a:pt x="0" y="2039"/>
                  </a:lnTo>
                  <a:close/>
                </a:path>
              </a:pathLst>
            </a:custGeom>
            <a:solidFill>
              <a:srgbClr val="FF99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grpSp>
      <p:grpSp>
        <p:nvGrpSpPr>
          <p:cNvPr id="106" name="Group 84">
            <a:extLst>
              <a:ext uri="{FF2B5EF4-FFF2-40B4-BE49-F238E27FC236}">
                <a16:creationId xmlns:a16="http://schemas.microsoft.com/office/drawing/2014/main" id="{4675C9E7-C438-7A6D-0A18-0301A2F60B36}"/>
              </a:ext>
            </a:extLst>
          </p:cNvPr>
          <p:cNvGrpSpPr>
            <a:grpSpLocks/>
          </p:cNvGrpSpPr>
          <p:nvPr/>
        </p:nvGrpSpPr>
        <p:grpSpPr bwMode="auto">
          <a:xfrm>
            <a:off x="1138605" y="4325316"/>
            <a:ext cx="917267" cy="722312"/>
            <a:chOff x="633" y="2751"/>
            <a:chExt cx="441" cy="455"/>
          </a:xfrm>
        </p:grpSpPr>
        <p:sp>
          <p:nvSpPr>
            <p:cNvPr id="107" name="Freeform 42">
              <a:extLst>
                <a:ext uri="{FF2B5EF4-FFF2-40B4-BE49-F238E27FC236}">
                  <a16:creationId xmlns:a16="http://schemas.microsoft.com/office/drawing/2014/main" id="{C6C99AF2-7BD6-2B1F-80BC-E95B2D7D41D6}"/>
                </a:ext>
              </a:extLst>
            </p:cNvPr>
            <p:cNvSpPr>
              <a:spLocks noChangeAspect="1"/>
            </p:cNvSpPr>
            <p:nvPr/>
          </p:nvSpPr>
          <p:spPr bwMode="auto">
            <a:xfrm>
              <a:off x="633" y="2751"/>
              <a:ext cx="438" cy="455"/>
            </a:xfrm>
            <a:custGeom>
              <a:avLst/>
              <a:gdLst>
                <a:gd name="T0" fmla="*/ 0 w 2037"/>
                <a:gd name="T1" fmla="*/ 0 h 2041"/>
                <a:gd name="T2" fmla="*/ 0 w 2037"/>
                <a:gd name="T3" fmla="*/ 1 h 2041"/>
                <a:gd name="T4" fmla="*/ 0 w 2037"/>
                <a:gd name="T5" fmla="*/ 2 h 2041"/>
                <a:gd name="T6" fmla="*/ 0 w 2037"/>
                <a:gd name="T7" fmla="*/ 2 h 2041"/>
                <a:gd name="T8" fmla="*/ 1 w 2037"/>
                <a:gd name="T9" fmla="*/ 3 h 2041"/>
                <a:gd name="T10" fmla="*/ 1 w 2037"/>
                <a:gd name="T11" fmla="*/ 3 h 2041"/>
                <a:gd name="T12" fmla="*/ 1 w 2037"/>
                <a:gd name="T13" fmla="*/ 3 h 2041"/>
                <a:gd name="T14" fmla="*/ 1 w 2037"/>
                <a:gd name="T15" fmla="*/ 4 h 2041"/>
                <a:gd name="T16" fmla="*/ 2 w 2037"/>
                <a:gd name="T17" fmla="*/ 4 h 2041"/>
                <a:gd name="T18" fmla="*/ 2 w 2037"/>
                <a:gd name="T19" fmla="*/ 4 h 2041"/>
                <a:gd name="T20" fmla="*/ 2 w 2037"/>
                <a:gd name="T21" fmla="*/ 4 h 2041"/>
                <a:gd name="T22" fmla="*/ 2 w 2037"/>
                <a:gd name="T23" fmla="*/ 4 h 2041"/>
                <a:gd name="T24" fmla="*/ 3 w 2037"/>
                <a:gd name="T25" fmla="*/ 5 h 2041"/>
                <a:gd name="T26" fmla="*/ 3 w 2037"/>
                <a:gd name="T27" fmla="*/ 5 h 2041"/>
                <a:gd name="T28" fmla="*/ 4 w 2037"/>
                <a:gd name="T29" fmla="*/ 5 h 2041"/>
                <a:gd name="T30" fmla="*/ 4 w 2037"/>
                <a:gd name="T31" fmla="*/ 0 h 2041"/>
                <a:gd name="T32" fmla="*/ 0 w 2037"/>
                <a:gd name="T33" fmla="*/ 0 h 2041"/>
                <a:gd name="T34" fmla="*/ 0 w 2037"/>
                <a:gd name="T35" fmla="*/ 0 h 20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7"/>
                <a:gd name="T55" fmla="*/ 0 h 2041"/>
                <a:gd name="T56" fmla="*/ 2037 w 2037"/>
                <a:gd name="T57" fmla="*/ 2041 h 20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7" h="2041">
                  <a:moveTo>
                    <a:pt x="0" y="0"/>
                  </a:moveTo>
                  <a:lnTo>
                    <a:pt x="40" y="412"/>
                  </a:lnTo>
                  <a:lnTo>
                    <a:pt x="160" y="794"/>
                  </a:lnTo>
                  <a:lnTo>
                    <a:pt x="246" y="971"/>
                  </a:lnTo>
                  <a:lnTo>
                    <a:pt x="348" y="1140"/>
                  </a:lnTo>
                  <a:lnTo>
                    <a:pt x="466" y="1298"/>
                  </a:lnTo>
                  <a:lnTo>
                    <a:pt x="529" y="1372"/>
                  </a:lnTo>
                  <a:lnTo>
                    <a:pt x="597" y="1442"/>
                  </a:lnTo>
                  <a:lnTo>
                    <a:pt x="668" y="1511"/>
                  </a:lnTo>
                  <a:lnTo>
                    <a:pt x="742" y="1574"/>
                  </a:lnTo>
                  <a:lnTo>
                    <a:pt x="898" y="1691"/>
                  </a:lnTo>
                  <a:lnTo>
                    <a:pt x="1067" y="1794"/>
                  </a:lnTo>
                  <a:lnTo>
                    <a:pt x="1244" y="1880"/>
                  </a:lnTo>
                  <a:lnTo>
                    <a:pt x="1626" y="1999"/>
                  </a:lnTo>
                  <a:lnTo>
                    <a:pt x="2037" y="2041"/>
                  </a:lnTo>
                  <a:lnTo>
                    <a:pt x="2037" y="0"/>
                  </a:lnTo>
                  <a:lnTo>
                    <a:pt x="0" y="0"/>
                  </a:lnTo>
                  <a:close/>
                </a:path>
              </a:pathLst>
            </a:custGeom>
            <a:solidFill>
              <a:srgbClr val="99CC00">
                <a:alpha val="39999"/>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08" name="Freeform 43">
              <a:extLst>
                <a:ext uri="{FF2B5EF4-FFF2-40B4-BE49-F238E27FC236}">
                  <a16:creationId xmlns:a16="http://schemas.microsoft.com/office/drawing/2014/main" id="{35694C09-2D84-2F13-818D-C5194CE0E49E}"/>
                </a:ext>
              </a:extLst>
            </p:cNvPr>
            <p:cNvSpPr>
              <a:spLocks noChangeAspect="1"/>
            </p:cNvSpPr>
            <p:nvPr/>
          </p:nvSpPr>
          <p:spPr bwMode="auto">
            <a:xfrm>
              <a:off x="760" y="2753"/>
              <a:ext cx="311" cy="323"/>
            </a:xfrm>
            <a:custGeom>
              <a:avLst/>
              <a:gdLst>
                <a:gd name="T0" fmla="*/ 0 w 2037"/>
                <a:gd name="T1" fmla="*/ 0 h 2041"/>
                <a:gd name="T2" fmla="*/ 0 w 2037"/>
                <a:gd name="T3" fmla="*/ 0 h 2041"/>
                <a:gd name="T4" fmla="*/ 0 w 2037"/>
                <a:gd name="T5" fmla="*/ 0 h 2041"/>
                <a:gd name="T6" fmla="*/ 0 w 2037"/>
                <a:gd name="T7" fmla="*/ 1 h 2041"/>
                <a:gd name="T8" fmla="*/ 0 w 2037"/>
                <a:gd name="T9" fmla="*/ 1 h 2041"/>
                <a:gd name="T10" fmla="*/ 0 w 2037"/>
                <a:gd name="T11" fmla="*/ 1 h 2041"/>
                <a:gd name="T12" fmla="*/ 0 w 2037"/>
                <a:gd name="T13" fmla="*/ 1 h 2041"/>
                <a:gd name="T14" fmla="*/ 0 w 2037"/>
                <a:gd name="T15" fmla="*/ 1 h 2041"/>
                <a:gd name="T16" fmla="*/ 0 w 2037"/>
                <a:gd name="T17" fmla="*/ 1 h 2041"/>
                <a:gd name="T18" fmla="*/ 0 w 2037"/>
                <a:gd name="T19" fmla="*/ 1 h 2041"/>
                <a:gd name="T20" fmla="*/ 0 w 2037"/>
                <a:gd name="T21" fmla="*/ 1 h 2041"/>
                <a:gd name="T22" fmla="*/ 1 w 2037"/>
                <a:gd name="T23" fmla="*/ 1 h 2041"/>
                <a:gd name="T24" fmla="*/ 1 w 2037"/>
                <a:gd name="T25" fmla="*/ 1 h 2041"/>
                <a:gd name="T26" fmla="*/ 1 w 2037"/>
                <a:gd name="T27" fmla="*/ 1 h 2041"/>
                <a:gd name="T28" fmla="*/ 1 w 2037"/>
                <a:gd name="T29" fmla="*/ 1 h 2041"/>
                <a:gd name="T30" fmla="*/ 1 w 2037"/>
                <a:gd name="T31" fmla="*/ 0 h 2041"/>
                <a:gd name="T32" fmla="*/ 0 w 2037"/>
                <a:gd name="T33" fmla="*/ 0 h 2041"/>
                <a:gd name="T34" fmla="*/ 0 w 2037"/>
                <a:gd name="T35" fmla="*/ 0 h 20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7"/>
                <a:gd name="T55" fmla="*/ 0 h 2041"/>
                <a:gd name="T56" fmla="*/ 2037 w 2037"/>
                <a:gd name="T57" fmla="*/ 2041 h 20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7" h="2041">
                  <a:moveTo>
                    <a:pt x="0" y="0"/>
                  </a:moveTo>
                  <a:lnTo>
                    <a:pt x="40" y="412"/>
                  </a:lnTo>
                  <a:lnTo>
                    <a:pt x="160" y="794"/>
                  </a:lnTo>
                  <a:lnTo>
                    <a:pt x="246" y="971"/>
                  </a:lnTo>
                  <a:lnTo>
                    <a:pt x="348" y="1140"/>
                  </a:lnTo>
                  <a:lnTo>
                    <a:pt x="466" y="1298"/>
                  </a:lnTo>
                  <a:lnTo>
                    <a:pt x="529" y="1372"/>
                  </a:lnTo>
                  <a:lnTo>
                    <a:pt x="597" y="1442"/>
                  </a:lnTo>
                  <a:lnTo>
                    <a:pt x="668" y="1511"/>
                  </a:lnTo>
                  <a:lnTo>
                    <a:pt x="742" y="1574"/>
                  </a:lnTo>
                  <a:lnTo>
                    <a:pt x="898" y="1691"/>
                  </a:lnTo>
                  <a:lnTo>
                    <a:pt x="1067" y="1794"/>
                  </a:lnTo>
                  <a:lnTo>
                    <a:pt x="1244" y="1880"/>
                  </a:lnTo>
                  <a:lnTo>
                    <a:pt x="1626" y="1999"/>
                  </a:lnTo>
                  <a:lnTo>
                    <a:pt x="2037" y="2041"/>
                  </a:lnTo>
                  <a:lnTo>
                    <a:pt x="2037" y="0"/>
                  </a:lnTo>
                  <a:lnTo>
                    <a:pt x="0" y="0"/>
                  </a:lnTo>
                  <a:close/>
                </a:path>
              </a:pathLst>
            </a:custGeom>
            <a:solidFill>
              <a:srgbClr val="99CC00">
                <a:alpha val="50195"/>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09" name="Freeform 44">
              <a:extLst>
                <a:ext uri="{FF2B5EF4-FFF2-40B4-BE49-F238E27FC236}">
                  <a16:creationId xmlns:a16="http://schemas.microsoft.com/office/drawing/2014/main" id="{293D2BAF-382B-5F28-212C-0B6DA7C7C958}"/>
                </a:ext>
              </a:extLst>
            </p:cNvPr>
            <p:cNvSpPr>
              <a:spLocks noChangeAspect="1"/>
            </p:cNvSpPr>
            <p:nvPr/>
          </p:nvSpPr>
          <p:spPr bwMode="auto">
            <a:xfrm>
              <a:off x="893" y="2754"/>
              <a:ext cx="181" cy="187"/>
            </a:xfrm>
            <a:custGeom>
              <a:avLst/>
              <a:gdLst>
                <a:gd name="T0" fmla="*/ 0 w 2037"/>
                <a:gd name="T1" fmla="*/ 0 h 2041"/>
                <a:gd name="T2" fmla="*/ 0 w 2037"/>
                <a:gd name="T3" fmla="*/ 0 h 2041"/>
                <a:gd name="T4" fmla="*/ 0 w 2037"/>
                <a:gd name="T5" fmla="*/ 0 h 2041"/>
                <a:gd name="T6" fmla="*/ 0 w 2037"/>
                <a:gd name="T7" fmla="*/ 0 h 2041"/>
                <a:gd name="T8" fmla="*/ 0 w 2037"/>
                <a:gd name="T9" fmla="*/ 0 h 2041"/>
                <a:gd name="T10" fmla="*/ 0 w 2037"/>
                <a:gd name="T11" fmla="*/ 0 h 2041"/>
                <a:gd name="T12" fmla="*/ 0 w 2037"/>
                <a:gd name="T13" fmla="*/ 0 h 2041"/>
                <a:gd name="T14" fmla="*/ 0 w 2037"/>
                <a:gd name="T15" fmla="*/ 0 h 2041"/>
                <a:gd name="T16" fmla="*/ 0 w 2037"/>
                <a:gd name="T17" fmla="*/ 0 h 2041"/>
                <a:gd name="T18" fmla="*/ 0 w 2037"/>
                <a:gd name="T19" fmla="*/ 0 h 2041"/>
                <a:gd name="T20" fmla="*/ 0 w 2037"/>
                <a:gd name="T21" fmla="*/ 0 h 2041"/>
                <a:gd name="T22" fmla="*/ 0 w 2037"/>
                <a:gd name="T23" fmla="*/ 0 h 2041"/>
                <a:gd name="T24" fmla="*/ 0 w 2037"/>
                <a:gd name="T25" fmla="*/ 0 h 2041"/>
                <a:gd name="T26" fmla="*/ 0 w 2037"/>
                <a:gd name="T27" fmla="*/ 0 h 2041"/>
                <a:gd name="T28" fmla="*/ 0 w 2037"/>
                <a:gd name="T29" fmla="*/ 0 h 2041"/>
                <a:gd name="T30" fmla="*/ 0 w 2037"/>
                <a:gd name="T31" fmla="*/ 0 h 2041"/>
                <a:gd name="T32" fmla="*/ 0 w 2037"/>
                <a:gd name="T33" fmla="*/ 0 h 2041"/>
                <a:gd name="T34" fmla="*/ 0 w 2037"/>
                <a:gd name="T35" fmla="*/ 0 h 20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7"/>
                <a:gd name="T55" fmla="*/ 0 h 2041"/>
                <a:gd name="T56" fmla="*/ 2037 w 2037"/>
                <a:gd name="T57" fmla="*/ 2041 h 20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7" h="2041">
                  <a:moveTo>
                    <a:pt x="0" y="0"/>
                  </a:moveTo>
                  <a:lnTo>
                    <a:pt x="40" y="412"/>
                  </a:lnTo>
                  <a:lnTo>
                    <a:pt x="160" y="794"/>
                  </a:lnTo>
                  <a:lnTo>
                    <a:pt x="246" y="971"/>
                  </a:lnTo>
                  <a:lnTo>
                    <a:pt x="348" y="1140"/>
                  </a:lnTo>
                  <a:lnTo>
                    <a:pt x="466" y="1298"/>
                  </a:lnTo>
                  <a:lnTo>
                    <a:pt x="529" y="1372"/>
                  </a:lnTo>
                  <a:lnTo>
                    <a:pt x="597" y="1442"/>
                  </a:lnTo>
                  <a:lnTo>
                    <a:pt x="668" y="1511"/>
                  </a:lnTo>
                  <a:lnTo>
                    <a:pt x="742" y="1574"/>
                  </a:lnTo>
                  <a:lnTo>
                    <a:pt x="898" y="1691"/>
                  </a:lnTo>
                  <a:lnTo>
                    <a:pt x="1067" y="1794"/>
                  </a:lnTo>
                  <a:lnTo>
                    <a:pt x="1244" y="1880"/>
                  </a:lnTo>
                  <a:lnTo>
                    <a:pt x="1626" y="1999"/>
                  </a:lnTo>
                  <a:lnTo>
                    <a:pt x="2037" y="2041"/>
                  </a:lnTo>
                  <a:lnTo>
                    <a:pt x="2037" y="0"/>
                  </a:lnTo>
                  <a:lnTo>
                    <a:pt x="0" y="0"/>
                  </a:lnTo>
                  <a:close/>
                </a:path>
              </a:pathLst>
            </a:custGeom>
            <a:solidFill>
              <a:srgbClr val="008000">
                <a:alpha val="79999"/>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grpSp>
      <p:grpSp>
        <p:nvGrpSpPr>
          <p:cNvPr id="110" name="Group 85">
            <a:extLst>
              <a:ext uri="{FF2B5EF4-FFF2-40B4-BE49-F238E27FC236}">
                <a16:creationId xmlns:a16="http://schemas.microsoft.com/office/drawing/2014/main" id="{939F69CF-F32F-55BB-F845-B484B90CA0D6}"/>
              </a:ext>
            </a:extLst>
          </p:cNvPr>
          <p:cNvGrpSpPr>
            <a:grpSpLocks/>
          </p:cNvGrpSpPr>
          <p:nvPr/>
        </p:nvGrpSpPr>
        <p:grpSpPr bwMode="auto">
          <a:xfrm>
            <a:off x="1140193" y="5620710"/>
            <a:ext cx="913105" cy="725486"/>
            <a:chOff x="628" y="3578"/>
            <a:chExt cx="439" cy="457"/>
          </a:xfrm>
        </p:grpSpPr>
        <p:sp>
          <p:nvSpPr>
            <p:cNvPr id="111" name="Freeform 48">
              <a:extLst>
                <a:ext uri="{FF2B5EF4-FFF2-40B4-BE49-F238E27FC236}">
                  <a16:creationId xmlns:a16="http://schemas.microsoft.com/office/drawing/2014/main" id="{EC849E52-2857-2586-4DA7-D9890C253609}"/>
                </a:ext>
              </a:extLst>
            </p:cNvPr>
            <p:cNvSpPr>
              <a:spLocks noChangeAspect="1"/>
            </p:cNvSpPr>
            <p:nvPr/>
          </p:nvSpPr>
          <p:spPr bwMode="auto">
            <a:xfrm>
              <a:off x="628" y="3578"/>
              <a:ext cx="436" cy="455"/>
            </a:xfrm>
            <a:custGeom>
              <a:avLst/>
              <a:gdLst>
                <a:gd name="T0" fmla="*/ 4 w 2036"/>
                <a:gd name="T1" fmla="*/ 0 h 2039"/>
                <a:gd name="T2" fmla="*/ 3 w 2036"/>
                <a:gd name="T3" fmla="*/ 0 h 2039"/>
                <a:gd name="T4" fmla="*/ 3 w 2036"/>
                <a:gd name="T5" fmla="*/ 0 h 2039"/>
                <a:gd name="T6" fmla="*/ 2 w 2036"/>
                <a:gd name="T7" fmla="*/ 1 h 2039"/>
                <a:gd name="T8" fmla="*/ 2 w 2036"/>
                <a:gd name="T9" fmla="*/ 1 h 2039"/>
                <a:gd name="T10" fmla="*/ 1 w 2036"/>
                <a:gd name="T11" fmla="*/ 1 h 2039"/>
                <a:gd name="T12" fmla="*/ 1 w 2036"/>
                <a:gd name="T13" fmla="*/ 1 h 2039"/>
                <a:gd name="T14" fmla="*/ 1 w 2036"/>
                <a:gd name="T15" fmla="*/ 2 h 2039"/>
                <a:gd name="T16" fmla="*/ 1 w 2036"/>
                <a:gd name="T17" fmla="*/ 2 h 2039"/>
                <a:gd name="T18" fmla="*/ 1 w 2036"/>
                <a:gd name="T19" fmla="*/ 2 h 2039"/>
                <a:gd name="T20" fmla="*/ 1 w 2036"/>
                <a:gd name="T21" fmla="*/ 2 h 2039"/>
                <a:gd name="T22" fmla="*/ 0 w 2036"/>
                <a:gd name="T23" fmla="*/ 3 h 2039"/>
                <a:gd name="T24" fmla="*/ 0 w 2036"/>
                <a:gd name="T25" fmla="*/ 3 h 2039"/>
                <a:gd name="T26" fmla="*/ 0 w 2036"/>
                <a:gd name="T27" fmla="*/ 4 h 2039"/>
                <a:gd name="T28" fmla="*/ 0 w 2036"/>
                <a:gd name="T29" fmla="*/ 5 h 2039"/>
                <a:gd name="T30" fmla="*/ 4 w 2036"/>
                <a:gd name="T31" fmla="*/ 5 h 2039"/>
                <a:gd name="T32" fmla="*/ 4 w 2036"/>
                <a:gd name="T33" fmla="*/ 0 h 2039"/>
                <a:gd name="T34" fmla="*/ 4 w 2036"/>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6"/>
                <a:gd name="T55" fmla="*/ 0 h 2039"/>
                <a:gd name="T56" fmla="*/ 2036 w 2036"/>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6" h="2039">
                  <a:moveTo>
                    <a:pt x="2036" y="0"/>
                  </a:moveTo>
                  <a:lnTo>
                    <a:pt x="1626" y="40"/>
                  </a:lnTo>
                  <a:lnTo>
                    <a:pt x="1242" y="159"/>
                  </a:lnTo>
                  <a:lnTo>
                    <a:pt x="1065" y="247"/>
                  </a:lnTo>
                  <a:lnTo>
                    <a:pt x="895" y="348"/>
                  </a:lnTo>
                  <a:lnTo>
                    <a:pt x="740" y="466"/>
                  </a:lnTo>
                  <a:lnTo>
                    <a:pt x="665" y="530"/>
                  </a:lnTo>
                  <a:lnTo>
                    <a:pt x="595" y="599"/>
                  </a:lnTo>
                  <a:lnTo>
                    <a:pt x="527" y="669"/>
                  </a:lnTo>
                  <a:lnTo>
                    <a:pt x="464" y="741"/>
                  </a:lnTo>
                  <a:lnTo>
                    <a:pt x="346" y="899"/>
                  </a:lnTo>
                  <a:lnTo>
                    <a:pt x="243" y="1068"/>
                  </a:lnTo>
                  <a:lnTo>
                    <a:pt x="158" y="1245"/>
                  </a:lnTo>
                  <a:lnTo>
                    <a:pt x="38" y="1629"/>
                  </a:lnTo>
                  <a:lnTo>
                    <a:pt x="0" y="2039"/>
                  </a:lnTo>
                  <a:lnTo>
                    <a:pt x="2036" y="2039"/>
                  </a:lnTo>
                  <a:lnTo>
                    <a:pt x="2036" y="0"/>
                  </a:lnTo>
                  <a:close/>
                </a:path>
              </a:pathLst>
            </a:custGeom>
            <a:solidFill>
              <a:srgbClr val="FF0000">
                <a:alpha val="39999"/>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12" name="Freeform 49">
              <a:extLst>
                <a:ext uri="{FF2B5EF4-FFF2-40B4-BE49-F238E27FC236}">
                  <a16:creationId xmlns:a16="http://schemas.microsoft.com/office/drawing/2014/main" id="{B222741F-043D-D061-2BAC-766137A918BA}"/>
                </a:ext>
              </a:extLst>
            </p:cNvPr>
            <p:cNvSpPr>
              <a:spLocks noChangeAspect="1"/>
            </p:cNvSpPr>
            <p:nvPr/>
          </p:nvSpPr>
          <p:spPr bwMode="auto">
            <a:xfrm>
              <a:off x="755" y="3711"/>
              <a:ext cx="309" cy="323"/>
            </a:xfrm>
            <a:custGeom>
              <a:avLst/>
              <a:gdLst>
                <a:gd name="T0" fmla="*/ 1 w 2036"/>
                <a:gd name="T1" fmla="*/ 0 h 2039"/>
                <a:gd name="T2" fmla="*/ 1 w 2036"/>
                <a:gd name="T3" fmla="*/ 0 h 2039"/>
                <a:gd name="T4" fmla="*/ 1 w 2036"/>
                <a:gd name="T5" fmla="*/ 0 h 2039"/>
                <a:gd name="T6" fmla="*/ 1 w 2036"/>
                <a:gd name="T7" fmla="*/ 0 h 2039"/>
                <a:gd name="T8" fmla="*/ 0 w 2036"/>
                <a:gd name="T9" fmla="*/ 0 h 2039"/>
                <a:gd name="T10" fmla="*/ 0 w 2036"/>
                <a:gd name="T11" fmla="*/ 0 h 2039"/>
                <a:gd name="T12" fmla="*/ 0 w 2036"/>
                <a:gd name="T13" fmla="*/ 0 h 2039"/>
                <a:gd name="T14" fmla="*/ 0 w 2036"/>
                <a:gd name="T15" fmla="*/ 0 h 2039"/>
                <a:gd name="T16" fmla="*/ 0 w 2036"/>
                <a:gd name="T17" fmla="*/ 0 h 2039"/>
                <a:gd name="T18" fmla="*/ 0 w 2036"/>
                <a:gd name="T19" fmla="*/ 0 h 2039"/>
                <a:gd name="T20" fmla="*/ 0 w 2036"/>
                <a:gd name="T21" fmla="*/ 0 h 2039"/>
                <a:gd name="T22" fmla="*/ 0 w 2036"/>
                <a:gd name="T23" fmla="*/ 1 h 2039"/>
                <a:gd name="T24" fmla="*/ 0 w 2036"/>
                <a:gd name="T25" fmla="*/ 1 h 2039"/>
                <a:gd name="T26" fmla="*/ 0 w 2036"/>
                <a:gd name="T27" fmla="*/ 1 h 2039"/>
                <a:gd name="T28" fmla="*/ 0 w 2036"/>
                <a:gd name="T29" fmla="*/ 1 h 2039"/>
                <a:gd name="T30" fmla="*/ 1 w 2036"/>
                <a:gd name="T31" fmla="*/ 1 h 2039"/>
                <a:gd name="T32" fmla="*/ 1 w 2036"/>
                <a:gd name="T33" fmla="*/ 0 h 2039"/>
                <a:gd name="T34" fmla="*/ 1 w 2036"/>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6"/>
                <a:gd name="T55" fmla="*/ 0 h 2039"/>
                <a:gd name="T56" fmla="*/ 2036 w 2036"/>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6" h="2039">
                  <a:moveTo>
                    <a:pt x="2036" y="0"/>
                  </a:moveTo>
                  <a:lnTo>
                    <a:pt x="1626" y="40"/>
                  </a:lnTo>
                  <a:lnTo>
                    <a:pt x="1242" y="159"/>
                  </a:lnTo>
                  <a:lnTo>
                    <a:pt x="1065" y="247"/>
                  </a:lnTo>
                  <a:lnTo>
                    <a:pt x="895" y="348"/>
                  </a:lnTo>
                  <a:lnTo>
                    <a:pt x="740" y="466"/>
                  </a:lnTo>
                  <a:lnTo>
                    <a:pt x="665" y="530"/>
                  </a:lnTo>
                  <a:lnTo>
                    <a:pt x="595" y="599"/>
                  </a:lnTo>
                  <a:lnTo>
                    <a:pt x="527" y="669"/>
                  </a:lnTo>
                  <a:lnTo>
                    <a:pt x="464" y="741"/>
                  </a:lnTo>
                  <a:lnTo>
                    <a:pt x="346" y="899"/>
                  </a:lnTo>
                  <a:lnTo>
                    <a:pt x="243" y="1068"/>
                  </a:lnTo>
                  <a:lnTo>
                    <a:pt x="158" y="1245"/>
                  </a:lnTo>
                  <a:lnTo>
                    <a:pt x="38" y="1629"/>
                  </a:lnTo>
                  <a:lnTo>
                    <a:pt x="0" y="2039"/>
                  </a:lnTo>
                  <a:lnTo>
                    <a:pt x="2036" y="2039"/>
                  </a:lnTo>
                  <a:lnTo>
                    <a:pt x="2036" y="0"/>
                  </a:lnTo>
                  <a:close/>
                </a:path>
              </a:pathLst>
            </a:custGeom>
            <a:solidFill>
              <a:srgbClr val="FF0000">
                <a:alpha val="50195"/>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sp>
          <p:nvSpPr>
            <p:cNvPr id="113" name="Freeform 50">
              <a:extLst>
                <a:ext uri="{FF2B5EF4-FFF2-40B4-BE49-F238E27FC236}">
                  <a16:creationId xmlns:a16="http://schemas.microsoft.com/office/drawing/2014/main" id="{F521F477-D0FD-014F-08E4-71936EB20BD2}"/>
                </a:ext>
              </a:extLst>
            </p:cNvPr>
            <p:cNvSpPr>
              <a:spLocks noChangeAspect="1"/>
            </p:cNvSpPr>
            <p:nvPr/>
          </p:nvSpPr>
          <p:spPr bwMode="auto">
            <a:xfrm>
              <a:off x="887" y="3848"/>
              <a:ext cx="180" cy="187"/>
            </a:xfrm>
            <a:custGeom>
              <a:avLst/>
              <a:gdLst>
                <a:gd name="T0" fmla="*/ 0 w 2036"/>
                <a:gd name="T1" fmla="*/ 0 h 2039"/>
                <a:gd name="T2" fmla="*/ 0 w 2036"/>
                <a:gd name="T3" fmla="*/ 0 h 2039"/>
                <a:gd name="T4" fmla="*/ 0 w 2036"/>
                <a:gd name="T5" fmla="*/ 0 h 2039"/>
                <a:gd name="T6" fmla="*/ 0 w 2036"/>
                <a:gd name="T7" fmla="*/ 0 h 2039"/>
                <a:gd name="T8" fmla="*/ 0 w 2036"/>
                <a:gd name="T9" fmla="*/ 0 h 2039"/>
                <a:gd name="T10" fmla="*/ 0 w 2036"/>
                <a:gd name="T11" fmla="*/ 0 h 2039"/>
                <a:gd name="T12" fmla="*/ 0 w 2036"/>
                <a:gd name="T13" fmla="*/ 0 h 2039"/>
                <a:gd name="T14" fmla="*/ 0 w 2036"/>
                <a:gd name="T15" fmla="*/ 0 h 2039"/>
                <a:gd name="T16" fmla="*/ 0 w 2036"/>
                <a:gd name="T17" fmla="*/ 0 h 2039"/>
                <a:gd name="T18" fmla="*/ 0 w 2036"/>
                <a:gd name="T19" fmla="*/ 0 h 2039"/>
                <a:gd name="T20" fmla="*/ 0 w 2036"/>
                <a:gd name="T21" fmla="*/ 0 h 2039"/>
                <a:gd name="T22" fmla="*/ 0 w 2036"/>
                <a:gd name="T23" fmla="*/ 0 h 2039"/>
                <a:gd name="T24" fmla="*/ 0 w 2036"/>
                <a:gd name="T25" fmla="*/ 0 h 2039"/>
                <a:gd name="T26" fmla="*/ 0 w 2036"/>
                <a:gd name="T27" fmla="*/ 0 h 2039"/>
                <a:gd name="T28" fmla="*/ 0 w 2036"/>
                <a:gd name="T29" fmla="*/ 0 h 2039"/>
                <a:gd name="T30" fmla="*/ 0 w 2036"/>
                <a:gd name="T31" fmla="*/ 0 h 2039"/>
                <a:gd name="T32" fmla="*/ 0 w 2036"/>
                <a:gd name="T33" fmla="*/ 0 h 2039"/>
                <a:gd name="T34" fmla="*/ 0 w 2036"/>
                <a:gd name="T35" fmla="*/ 0 h 20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6"/>
                <a:gd name="T55" fmla="*/ 0 h 2039"/>
                <a:gd name="T56" fmla="*/ 2036 w 2036"/>
                <a:gd name="T57" fmla="*/ 2039 h 20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6" h="2039">
                  <a:moveTo>
                    <a:pt x="2036" y="0"/>
                  </a:moveTo>
                  <a:lnTo>
                    <a:pt x="1626" y="40"/>
                  </a:lnTo>
                  <a:lnTo>
                    <a:pt x="1242" y="159"/>
                  </a:lnTo>
                  <a:lnTo>
                    <a:pt x="1065" y="247"/>
                  </a:lnTo>
                  <a:lnTo>
                    <a:pt x="895" y="348"/>
                  </a:lnTo>
                  <a:lnTo>
                    <a:pt x="740" y="466"/>
                  </a:lnTo>
                  <a:lnTo>
                    <a:pt x="665" y="530"/>
                  </a:lnTo>
                  <a:lnTo>
                    <a:pt x="595" y="599"/>
                  </a:lnTo>
                  <a:lnTo>
                    <a:pt x="527" y="669"/>
                  </a:lnTo>
                  <a:lnTo>
                    <a:pt x="464" y="741"/>
                  </a:lnTo>
                  <a:lnTo>
                    <a:pt x="346" y="899"/>
                  </a:lnTo>
                  <a:lnTo>
                    <a:pt x="243" y="1068"/>
                  </a:lnTo>
                  <a:lnTo>
                    <a:pt x="158" y="1245"/>
                  </a:lnTo>
                  <a:lnTo>
                    <a:pt x="38" y="1629"/>
                  </a:lnTo>
                  <a:lnTo>
                    <a:pt x="0" y="2039"/>
                  </a:lnTo>
                  <a:lnTo>
                    <a:pt x="2036" y="2039"/>
                  </a:lnTo>
                  <a:lnTo>
                    <a:pt x="2036" y="0"/>
                  </a:lnTo>
                  <a:close/>
                </a:path>
              </a:pathLst>
            </a:custGeom>
            <a:solidFill>
              <a:srgbClr val="990033">
                <a:alpha val="70195"/>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377" fontAlgn="base">
                <a:spcBef>
                  <a:spcPct val="0"/>
                </a:spcBef>
                <a:spcAft>
                  <a:spcPct val="0"/>
                </a:spcAft>
              </a:pPr>
              <a:endParaRPr lang="pt-BR" sz="2400">
                <a:solidFill>
                  <a:srgbClr val="002D62"/>
                </a:solidFill>
                <a:latin typeface="+mj-lt"/>
                <a:cs typeface="Arial" pitchFamily="34" charset="0"/>
              </a:endParaRPr>
            </a:p>
          </p:txBody>
        </p:sp>
      </p:grpSp>
    </p:spTree>
    <p:extLst>
      <p:ext uri="{BB962C8B-B14F-4D97-AF65-F5344CB8AC3E}">
        <p14:creationId xmlns:p14="http://schemas.microsoft.com/office/powerpoint/2010/main" val="43896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número de diapositiva"/>
          <p:cNvSpPr>
            <a:spLocks noGrp="1"/>
          </p:cNvSpPr>
          <p:nvPr>
            <p:ph type="sldNum" sz="quarter" idx="10"/>
          </p:nvPr>
        </p:nvSpPr>
        <p:spPr/>
        <p:txBody>
          <a:bodyPr/>
          <a:lstStyle/>
          <a:p>
            <a:pPr>
              <a:defRPr/>
            </a:pPr>
            <a:r>
              <a:rPr lang="en-US">
                <a:latin typeface="Arial"/>
                <a:cs typeface="Arial"/>
              </a:rPr>
              <a:t>| </a:t>
            </a:r>
            <a:fld id="{53B59444-FC77-47A1-8B7F-0B2E0246F334}" type="slidenum">
              <a:rPr lang="en-US">
                <a:solidFill>
                  <a:srgbClr val="B2B2B2"/>
                </a:solidFill>
                <a:latin typeface="Arial"/>
                <a:cs typeface="Arial"/>
              </a:rPr>
              <a:pPr>
                <a:defRPr/>
              </a:pPr>
              <a:t>25</a:t>
            </a:fld>
            <a:endParaRPr lang="en-US">
              <a:solidFill>
                <a:srgbClr val="B2B2B2"/>
              </a:solidFill>
              <a:latin typeface="Arial"/>
              <a:cs typeface="Arial"/>
            </a:endParaRPr>
          </a:p>
        </p:txBody>
      </p:sp>
      <p:sp>
        <p:nvSpPr>
          <p:cNvPr id="65539" name="Rectangle 2"/>
          <p:cNvSpPr>
            <a:spLocks noGrp="1" noChangeArrowheads="1"/>
          </p:cNvSpPr>
          <p:nvPr>
            <p:ph type="title"/>
          </p:nvPr>
        </p:nvSpPr>
        <p:spPr/>
        <p:txBody>
          <a:bodyPr/>
          <a:lstStyle/>
          <a:p>
            <a:r>
              <a:rPr lang="en-US" altLang="en-US"/>
              <a:t>different situations call for different approaches</a:t>
            </a:r>
          </a:p>
        </p:txBody>
      </p:sp>
      <p:graphicFrame>
        <p:nvGraphicFramePr>
          <p:cNvPr id="104596" name="Group 148"/>
          <p:cNvGraphicFramePr>
            <a:graphicFrameLocks noGrp="1"/>
          </p:cNvGraphicFramePr>
          <p:nvPr>
            <p:ph type="tbl" idx="1"/>
          </p:nvPr>
        </p:nvGraphicFramePr>
        <p:xfrm>
          <a:off x="1951039" y="974726"/>
          <a:ext cx="8466137" cy="5334001"/>
        </p:xfrm>
        <a:graphic>
          <a:graphicData uri="http://schemas.openxmlformats.org/drawingml/2006/table">
            <a:tbl>
              <a:tblPr/>
              <a:tblGrid>
                <a:gridCol w="1843087">
                  <a:extLst>
                    <a:ext uri="{9D8B030D-6E8A-4147-A177-3AD203B41FA5}">
                      <a16:colId xmlns:a16="http://schemas.microsoft.com/office/drawing/2014/main" val="20000"/>
                    </a:ext>
                  </a:extLst>
                </a:gridCol>
                <a:gridCol w="3381375">
                  <a:extLst>
                    <a:ext uri="{9D8B030D-6E8A-4147-A177-3AD203B41FA5}">
                      <a16:colId xmlns:a16="http://schemas.microsoft.com/office/drawing/2014/main" val="20001"/>
                    </a:ext>
                  </a:extLst>
                </a:gridCol>
                <a:gridCol w="3241675">
                  <a:extLst>
                    <a:ext uri="{9D8B030D-6E8A-4147-A177-3AD203B41FA5}">
                      <a16:colId xmlns:a16="http://schemas.microsoft.com/office/drawing/2014/main" val="20002"/>
                    </a:ext>
                  </a:extLst>
                </a:gridCol>
              </a:tblGrid>
              <a:tr h="384175">
                <a:tc>
                  <a:txBody>
                    <a:bodyPr/>
                    <a:lstStyle/>
                    <a:p>
                      <a:pPr marL="0" marR="0" lvl="0" indent="0" algn="l" defTabSz="966788" rtl="0" eaLnBrk="0" fontAlgn="base" latinLnBrk="0" hangingPunct="0">
                        <a:lnSpc>
                          <a:spcPct val="100000"/>
                        </a:lnSpc>
                        <a:spcBef>
                          <a:spcPct val="100000"/>
                        </a:spcBef>
                        <a:spcAft>
                          <a:spcPct val="0"/>
                        </a:spcAft>
                        <a:buClrTx/>
                        <a:buSzTx/>
                        <a:buFontTx/>
                        <a:buNone/>
                        <a:tabLst/>
                      </a:pPr>
                      <a:r>
                        <a:rPr kumimoji="0" lang="en-US" sz="1400" b="1" i="0" u="none" strike="noStrike" cap="none" normalizeH="0" baseline="0">
                          <a:ln>
                            <a:noFill/>
                          </a:ln>
                          <a:solidFill>
                            <a:srgbClr val="FFFFFF"/>
                          </a:solidFill>
                          <a:effectLst/>
                          <a:latin typeface="Arial" pitchFamily="34" charset="0"/>
                          <a:cs typeface="Arial" pitchFamily="34" charset="0"/>
                        </a:rPr>
                        <a:t>team situation</a:t>
                      </a:r>
                    </a:p>
                  </a:txBody>
                  <a:tcPr marL="80340" marR="80340" marT="39544" marB="39544" anchor="ctr" horzOverflow="overflow">
                    <a:lnL w="12700" cap="flat" cmpd="sng" algn="ctr">
                      <a:solidFill>
                        <a:schemeClr val="bg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3876"/>
                    </a:solidFill>
                  </a:tcPr>
                </a:tc>
                <a:tc>
                  <a:txBody>
                    <a:bodyPr/>
                    <a:lstStyle/>
                    <a:p>
                      <a:pPr marL="0" marR="0" lvl="0" indent="0" algn="l" defTabSz="966788" rtl="0" eaLnBrk="0" fontAlgn="base" latinLnBrk="0" hangingPunct="0">
                        <a:lnSpc>
                          <a:spcPct val="100000"/>
                        </a:lnSpc>
                        <a:spcBef>
                          <a:spcPct val="100000"/>
                        </a:spcBef>
                        <a:spcAft>
                          <a:spcPct val="0"/>
                        </a:spcAft>
                        <a:buClrTx/>
                        <a:buSzTx/>
                        <a:buFontTx/>
                        <a:buNone/>
                        <a:tabLst/>
                      </a:pPr>
                      <a:r>
                        <a:rPr kumimoji="0" lang="en-US" sz="1400" b="1" i="0" u="none" strike="noStrike" cap="none" normalizeH="0" baseline="0">
                          <a:ln>
                            <a:noFill/>
                          </a:ln>
                          <a:solidFill>
                            <a:srgbClr val="FFFFFF"/>
                          </a:solidFill>
                          <a:effectLst/>
                          <a:latin typeface="Arial" pitchFamily="34" charset="0"/>
                          <a:cs typeface="Arial" pitchFamily="34" charset="0"/>
                        </a:rPr>
                        <a:t>objectives - examples</a:t>
                      </a:r>
                    </a:p>
                  </a:txBody>
                  <a:tcPr marL="80340" marR="80340" marT="39544" marB="39544"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3876"/>
                    </a:solidFill>
                  </a:tcPr>
                </a:tc>
                <a:tc>
                  <a:txBody>
                    <a:bodyPr/>
                    <a:lstStyle/>
                    <a:p>
                      <a:pPr marL="0" marR="0" lvl="0" indent="0" algn="l" defTabSz="966788" rtl="0" eaLnBrk="0" fontAlgn="base" latinLnBrk="0" hangingPunct="0">
                        <a:lnSpc>
                          <a:spcPct val="100000"/>
                        </a:lnSpc>
                        <a:spcBef>
                          <a:spcPct val="100000"/>
                        </a:spcBef>
                        <a:spcAft>
                          <a:spcPct val="0"/>
                        </a:spcAft>
                        <a:buClrTx/>
                        <a:buSzTx/>
                        <a:buFontTx/>
                        <a:buNone/>
                        <a:tabLst/>
                      </a:pPr>
                      <a:r>
                        <a:rPr kumimoji="0" lang="en-US" sz="1400" b="1" i="0" u="none" strike="noStrike" cap="none" normalizeH="0" baseline="0">
                          <a:ln>
                            <a:noFill/>
                          </a:ln>
                          <a:solidFill>
                            <a:srgbClr val="FFFFFF"/>
                          </a:solidFill>
                          <a:effectLst/>
                          <a:latin typeface="Arial" pitchFamily="34" charset="0"/>
                          <a:cs typeface="Arial" pitchFamily="34" charset="0"/>
                        </a:rPr>
                        <a:t>recommended approaches</a:t>
                      </a:r>
                    </a:p>
                  </a:txBody>
                  <a:tcPr marL="80340" marR="80340" marT="39544" marB="39544" anchor="ctr" horzOverflow="overflow">
                    <a:lnL w="12700" cap="flat" cmpd="sng" algn="ctr">
                      <a:solidFill>
                        <a:srgbClr val="FFFFFF"/>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3876"/>
                    </a:solidFill>
                  </a:tcPr>
                </a:tc>
                <a:extLst>
                  <a:ext uri="{0D108BD9-81ED-4DB2-BD59-A6C34878D82A}">
                    <a16:rowId xmlns:a16="http://schemas.microsoft.com/office/drawing/2014/main" val="10000"/>
                  </a:ext>
                </a:extLst>
              </a:tr>
              <a:tr h="1349375">
                <a:tc>
                  <a:txBody>
                    <a:bodyPr/>
                    <a:lstStyle/>
                    <a:p>
                      <a:pPr marL="0" marR="0" lvl="0" indent="0" algn="l" defTabSz="966788" rtl="0" eaLnBrk="0" fontAlgn="base" latinLnBrk="0" hangingPunct="0">
                        <a:lnSpc>
                          <a:spcPct val="100000"/>
                        </a:lnSpc>
                        <a:spcBef>
                          <a:spcPct val="60000"/>
                        </a:spcBef>
                        <a:spcAft>
                          <a:spcPct val="0"/>
                        </a:spcAft>
                        <a:buClrTx/>
                        <a:buSzTx/>
                        <a:buFontTx/>
                        <a:buNone/>
                        <a:tabLst/>
                      </a:pPr>
                      <a:r>
                        <a:rPr kumimoji="0" lang="en-US" sz="1200" b="1" i="0" u="none" strike="noStrike" cap="none" normalizeH="0" baseline="0">
                          <a:ln>
                            <a:noFill/>
                          </a:ln>
                          <a:solidFill>
                            <a:srgbClr val="002D62"/>
                          </a:solidFill>
                          <a:effectLst/>
                          <a:latin typeface="Arial" pitchFamily="34" charset="0"/>
                          <a:cs typeface="Arial" pitchFamily="34" charset="0"/>
                        </a:rPr>
                        <a:t>New team, need to form quickly</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EAEAEA"/>
                    </a:solidFill>
                  </a:tcPr>
                </a:tc>
                <a:tc>
                  <a:txBody>
                    <a:bodyPr/>
                    <a:lstStyle/>
                    <a:p>
                      <a:pPr marL="168275" marR="0" lvl="0" indent="-168275"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Accelerate familiarity, e.g., with style preferences</a:t>
                      </a:r>
                    </a:p>
                    <a:p>
                      <a:pPr marL="168275" marR="0" lvl="0" indent="-168275"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Set shared norms and objectives right away</a:t>
                      </a:r>
                    </a:p>
                    <a:p>
                      <a:pPr marL="168275" marR="0" lvl="0" indent="-168275"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Agree charter and roles</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EAEAEA"/>
                    </a:solid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“Jump start” Offsite</a:t>
                      </a:r>
                    </a:p>
                    <a:p>
                      <a:pPr marL="393700" marR="0" lvl="1" indent="-158750" algn="l" defTabSz="966788" rtl="0" eaLnBrk="0" fontAlgn="base" latinLnBrk="0" hangingPunct="0">
                        <a:lnSpc>
                          <a:spcPct val="100000"/>
                        </a:lnSpc>
                        <a:spcBef>
                          <a:spcPct val="50000"/>
                        </a:spcBef>
                        <a:spcAft>
                          <a:spcPct val="0"/>
                        </a:spcAft>
                        <a:buClr>
                          <a:srgbClr val="A6A6A6"/>
                        </a:buClr>
                        <a:buSzTx/>
                        <a:buFont typeface="Verdana" pitchFamily="34" charset="0"/>
                        <a:buChar char="›"/>
                        <a:tabLst/>
                      </a:pPr>
                      <a:r>
                        <a:rPr kumimoji="0" lang="en-US" sz="1200" b="0" i="0" u="none" strike="noStrike" cap="none" normalizeH="0" baseline="0">
                          <a:ln>
                            <a:noFill/>
                          </a:ln>
                          <a:solidFill>
                            <a:srgbClr val="002D62"/>
                          </a:solidFill>
                          <a:effectLst/>
                          <a:latin typeface="Arial" pitchFamily="34" charset="0"/>
                          <a:cs typeface="Arial" pitchFamily="34" charset="0"/>
                        </a:rPr>
                        <a:t>Work with style inventory e.g. MBTI</a:t>
                      </a:r>
                    </a:p>
                    <a:p>
                      <a:pPr marL="393700" marR="0" lvl="1" indent="-158750" algn="l" defTabSz="966788" rtl="0" eaLnBrk="0" fontAlgn="base" latinLnBrk="0" hangingPunct="0">
                        <a:lnSpc>
                          <a:spcPct val="100000"/>
                        </a:lnSpc>
                        <a:spcBef>
                          <a:spcPct val="50000"/>
                        </a:spcBef>
                        <a:spcAft>
                          <a:spcPct val="0"/>
                        </a:spcAft>
                        <a:buClr>
                          <a:srgbClr val="A6A6A6"/>
                        </a:buClr>
                        <a:buSzTx/>
                        <a:buFont typeface="Verdana" pitchFamily="34" charset="0"/>
                        <a:buChar char="›"/>
                        <a:tabLst/>
                      </a:pPr>
                      <a:r>
                        <a:rPr kumimoji="0" lang="en-US" sz="1200" b="0" i="0" u="none" strike="noStrike" cap="none" normalizeH="0" baseline="0">
                          <a:ln>
                            <a:noFill/>
                          </a:ln>
                          <a:solidFill>
                            <a:srgbClr val="002D62"/>
                          </a:solidFill>
                          <a:effectLst/>
                          <a:latin typeface="Arial" pitchFamily="34" charset="0"/>
                          <a:cs typeface="Arial" pitchFamily="34" charset="0"/>
                        </a:rPr>
                        <a:t>Real work on objectives/charter with feedback based in style inventory</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Ongoing coaching as needed</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1"/>
                  </a:ext>
                </a:extLst>
              </a:tr>
              <a:tr h="1290638">
                <a:tc>
                  <a:txBody>
                    <a:bodyPr/>
                    <a:lstStyle/>
                    <a:p>
                      <a:pPr marL="0" marR="0" lvl="0" indent="0" algn="l" defTabSz="966788" rtl="0" eaLnBrk="0" fontAlgn="base" latinLnBrk="0" hangingPunct="0">
                        <a:lnSpc>
                          <a:spcPct val="100000"/>
                        </a:lnSpc>
                        <a:spcBef>
                          <a:spcPct val="60000"/>
                        </a:spcBef>
                        <a:spcAft>
                          <a:spcPct val="0"/>
                        </a:spcAft>
                        <a:buClrTx/>
                        <a:buSzTx/>
                        <a:buFontTx/>
                        <a:buNone/>
                        <a:tabLst/>
                      </a:pPr>
                      <a:r>
                        <a:rPr kumimoji="0" lang="en-US" sz="1200" b="1" i="0" u="none" strike="noStrike" cap="none" normalizeH="0" baseline="0">
                          <a:ln>
                            <a:noFill/>
                          </a:ln>
                          <a:solidFill>
                            <a:srgbClr val="002D62"/>
                          </a:solidFill>
                          <a:effectLst/>
                          <a:latin typeface="Arial" pitchFamily="34" charset="0"/>
                          <a:cs typeface="Arial" pitchFamily="34" charset="0"/>
                        </a:rPr>
                        <a:t>Existing team, performance challenges</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Review objectives and shortfalls</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Confirm need for and nature of collective performance</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Improve teaming disciplines e.g., results orientation, problem solving, accountability</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Team Assessment survey</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Workshops and “learning into action”</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Results measurement and feedback</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Ongoing coaching as needed</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01750">
                <a:tc>
                  <a:txBody>
                    <a:bodyPr/>
                    <a:lstStyle/>
                    <a:p>
                      <a:pPr marL="0" marR="0" lvl="0" indent="0" algn="l" defTabSz="966788" rtl="0" eaLnBrk="0" fontAlgn="base" latinLnBrk="0" hangingPunct="0">
                        <a:lnSpc>
                          <a:spcPct val="100000"/>
                        </a:lnSpc>
                        <a:spcBef>
                          <a:spcPct val="60000"/>
                        </a:spcBef>
                        <a:spcAft>
                          <a:spcPct val="0"/>
                        </a:spcAft>
                        <a:buClrTx/>
                        <a:buSzTx/>
                        <a:buFontTx/>
                        <a:buNone/>
                        <a:tabLst/>
                      </a:pPr>
                      <a:r>
                        <a:rPr kumimoji="0" lang="en-US" sz="1200" b="1" i="0" u="none" strike="noStrike" cap="none" normalizeH="0" baseline="0">
                          <a:ln>
                            <a:noFill/>
                          </a:ln>
                          <a:solidFill>
                            <a:srgbClr val="002D62"/>
                          </a:solidFill>
                          <a:effectLst/>
                          <a:latin typeface="Arial" pitchFamily="34" charset="0"/>
                          <a:cs typeface="Arial" pitchFamily="34" charset="0"/>
                        </a:rPr>
                        <a:t>Existing team, significant trust issues</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EAEAEA"/>
                    </a:solid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Diagnose problems – personal, structural, both? (If structural/discipline: as above)</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Improve teaming behaviors e.g., conflict resolution</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Restructure team as needed</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EAEAEA"/>
                    </a:solid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Team assessment survey and style inventory e.g. MBTI</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Diagnostic interviews</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Group and one on one interventions as indicated</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3"/>
                  </a:ext>
                </a:extLst>
              </a:tr>
              <a:tr h="1008063">
                <a:tc>
                  <a:txBody>
                    <a:bodyPr/>
                    <a:lstStyle/>
                    <a:p>
                      <a:pPr marL="0" marR="0" lvl="0" indent="0" algn="l" defTabSz="966788" rtl="0" eaLnBrk="0" fontAlgn="base" latinLnBrk="0" hangingPunct="0">
                        <a:lnSpc>
                          <a:spcPct val="100000"/>
                        </a:lnSpc>
                        <a:spcBef>
                          <a:spcPct val="60000"/>
                        </a:spcBef>
                        <a:spcAft>
                          <a:spcPct val="0"/>
                        </a:spcAft>
                        <a:buClrTx/>
                        <a:buSzTx/>
                        <a:buFontTx/>
                        <a:buNone/>
                        <a:tabLst/>
                      </a:pPr>
                      <a:r>
                        <a:rPr kumimoji="0" lang="en-US" sz="1200" b="1" i="0" u="none" strike="noStrike" cap="none" normalizeH="0" baseline="0">
                          <a:ln>
                            <a:noFill/>
                          </a:ln>
                          <a:solidFill>
                            <a:srgbClr val="002D62"/>
                          </a:solidFill>
                          <a:effectLst/>
                          <a:latin typeface="Arial" pitchFamily="34" charset="0"/>
                          <a:cs typeface="Arial" pitchFamily="34" charset="0"/>
                        </a:rPr>
                        <a:t>Dispersed global leadership group</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Ensure effectiveness of collaboration and interfacing even when not physically together</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Determine effective meeting/sub group structures</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Organizational network analysis</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“Leadership Journey” (several options)</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Virtual teaming best practices</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69722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3 Marcador de número de diapositiva"/>
          <p:cNvSpPr>
            <a:spLocks noGrp="1"/>
          </p:cNvSpPr>
          <p:nvPr>
            <p:ph type="sldNum" sz="quarter" idx="10"/>
          </p:nvPr>
        </p:nvSpPr>
        <p:spPr/>
        <p:txBody>
          <a:bodyPr/>
          <a:lstStyle/>
          <a:p>
            <a:pPr>
              <a:defRPr/>
            </a:pPr>
            <a:r>
              <a:rPr lang="en-US">
                <a:latin typeface="Arial"/>
                <a:cs typeface="Arial"/>
              </a:rPr>
              <a:t>| </a:t>
            </a:r>
            <a:fld id="{B40008DB-56EF-4681-99D3-725254D27F9F}" type="slidenum">
              <a:rPr lang="en-US">
                <a:solidFill>
                  <a:srgbClr val="B2B2B2"/>
                </a:solidFill>
                <a:latin typeface="Arial"/>
                <a:cs typeface="Arial"/>
              </a:rPr>
              <a:pPr>
                <a:defRPr/>
              </a:pPr>
              <a:t>26</a:t>
            </a:fld>
            <a:endParaRPr lang="en-US">
              <a:solidFill>
                <a:srgbClr val="B2B2B2"/>
              </a:solidFill>
              <a:latin typeface="Arial"/>
              <a:cs typeface="Arial"/>
            </a:endParaRPr>
          </a:p>
        </p:txBody>
      </p:sp>
      <p:sp>
        <p:nvSpPr>
          <p:cNvPr id="66563" name="Rectangle 2"/>
          <p:cNvSpPr>
            <a:spLocks noGrp="1" noChangeArrowheads="1"/>
          </p:cNvSpPr>
          <p:nvPr>
            <p:ph type="title"/>
          </p:nvPr>
        </p:nvSpPr>
        <p:spPr/>
        <p:txBody>
          <a:bodyPr/>
          <a:lstStyle/>
          <a:p>
            <a:r>
              <a:rPr lang="en-US" altLang="en-US"/>
              <a:t>different situations call for different approaches</a:t>
            </a:r>
          </a:p>
        </p:txBody>
      </p:sp>
      <p:graphicFrame>
        <p:nvGraphicFramePr>
          <p:cNvPr id="105560" name="Group 88"/>
          <p:cNvGraphicFramePr>
            <a:graphicFrameLocks noGrp="1"/>
          </p:cNvGraphicFramePr>
          <p:nvPr>
            <p:ph type="tbl" idx="1"/>
          </p:nvPr>
        </p:nvGraphicFramePr>
        <p:xfrm>
          <a:off x="1949451" y="960438"/>
          <a:ext cx="8467725" cy="3603626"/>
        </p:xfrm>
        <a:graphic>
          <a:graphicData uri="http://schemas.openxmlformats.org/drawingml/2006/table">
            <a:tbl>
              <a:tblPr/>
              <a:tblGrid>
                <a:gridCol w="2016125">
                  <a:extLst>
                    <a:ext uri="{9D8B030D-6E8A-4147-A177-3AD203B41FA5}">
                      <a16:colId xmlns:a16="http://schemas.microsoft.com/office/drawing/2014/main" val="20000"/>
                    </a:ext>
                  </a:extLst>
                </a:gridCol>
                <a:gridCol w="3232150">
                  <a:extLst>
                    <a:ext uri="{9D8B030D-6E8A-4147-A177-3AD203B41FA5}">
                      <a16:colId xmlns:a16="http://schemas.microsoft.com/office/drawing/2014/main" val="20001"/>
                    </a:ext>
                  </a:extLst>
                </a:gridCol>
                <a:gridCol w="3219450">
                  <a:extLst>
                    <a:ext uri="{9D8B030D-6E8A-4147-A177-3AD203B41FA5}">
                      <a16:colId xmlns:a16="http://schemas.microsoft.com/office/drawing/2014/main" val="20002"/>
                    </a:ext>
                  </a:extLst>
                </a:gridCol>
              </a:tblGrid>
              <a:tr h="384175">
                <a:tc>
                  <a:txBody>
                    <a:bodyPr/>
                    <a:lstStyle/>
                    <a:p>
                      <a:pPr marL="0" marR="0" lvl="0" indent="0" algn="l" defTabSz="966788" rtl="0" eaLnBrk="0" fontAlgn="base" latinLnBrk="0" hangingPunct="0">
                        <a:lnSpc>
                          <a:spcPct val="100000"/>
                        </a:lnSpc>
                        <a:spcBef>
                          <a:spcPct val="100000"/>
                        </a:spcBef>
                        <a:spcAft>
                          <a:spcPct val="0"/>
                        </a:spcAft>
                        <a:buClrTx/>
                        <a:buSzTx/>
                        <a:buFontTx/>
                        <a:buNone/>
                        <a:tabLst/>
                      </a:pPr>
                      <a:r>
                        <a:rPr kumimoji="0" lang="en-US" sz="1400" b="1" i="0" u="none" strike="noStrike" cap="none" normalizeH="0" baseline="0">
                          <a:ln>
                            <a:noFill/>
                          </a:ln>
                          <a:solidFill>
                            <a:srgbClr val="FFFFFF"/>
                          </a:solidFill>
                          <a:effectLst/>
                          <a:latin typeface="Arial" pitchFamily="34" charset="0"/>
                          <a:cs typeface="Arial" pitchFamily="34" charset="0"/>
                        </a:rPr>
                        <a:t>team situation</a:t>
                      </a:r>
                    </a:p>
                  </a:txBody>
                  <a:tcPr marL="80340" marR="80340" marT="39544" marB="39544" anchor="ctr" horzOverflow="overflow">
                    <a:lnL w="12700" cap="flat" cmpd="sng" algn="ctr">
                      <a:solidFill>
                        <a:schemeClr val="bg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3876"/>
                    </a:solidFill>
                  </a:tcPr>
                </a:tc>
                <a:tc>
                  <a:txBody>
                    <a:bodyPr/>
                    <a:lstStyle/>
                    <a:p>
                      <a:pPr marL="0" marR="0" lvl="0" indent="0" algn="l" defTabSz="966788" rtl="0" eaLnBrk="0" fontAlgn="base" latinLnBrk="0" hangingPunct="0">
                        <a:lnSpc>
                          <a:spcPct val="100000"/>
                        </a:lnSpc>
                        <a:spcBef>
                          <a:spcPct val="100000"/>
                        </a:spcBef>
                        <a:spcAft>
                          <a:spcPct val="0"/>
                        </a:spcAft>
                        <a:buClrTx/>
                        <a:buSzTx/>
                        <a:buFontTx/>
                        <a:buNone/>
                        <a:tabLst/>
                      </a:pPr>
                      <a:r>
                        <a:rPr kumimoji="0" lang="en-US" sz="1400" b="1" i="0" u="none" strike="noStrike" cap="none" normalizeH="0" baseline="0">
                          <a:ln>
                            <a:noFill/>
                          </a:ln>
                          <a:solidFill>
                            <a:srgbClr val="FFFFFF"/>
                          </a:solidFill>
                          <a:effectLst/>
                          <a:latin typeface="Arial" pitchFamily="34" charset="0"/>
                          <a:cs typeface="Arial" pitchFamily="34" charset="0"/>
                        </a:rPr>
                        <a:t>objectives - examples</a:t>
                      </a:r>
                    </a:p>
                  </a:txBody>
                  <a:tcPr marL="80340" marR="80340" marT="39544" marB="3954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3876"/>
                    </a:solidFill>
                  </a:tcPr>
                </a:tc>
                <a:tc>
                  <a:txBody>
                    <a:bodyPr/>
                    <a:lstStyle/>
                    <a:p>
                      <a:pPr marL="0" marR="0" lvl="0" indent="0" algn="l" defTabSz="966788" rtl="0" eaLnBrk="0" fontAlgn="base" latinLnBrk="0" hangingPunct="0">
                        <a:lnSpc>
                          <a:spcPct val="100000"/>
                        </a:lnSpc>
                        <a:spcBef>
                          <a:spcPct val="100000"/>
                        </a:spcBef>
                        <a:spcAft>
                          <a:spcPct val="0"/>
                        </a:spcAft>
                        <a:buClrTx/>
                        <a:buSzTx/>
                        <a:buFontTx/>
                        <a:buNone/>
                        <a:tabLst/>
                      </a:pPr>
                      <a:r>
                        <a:rPr kumimoji="0" lang="en-US" sz="1400" b="1" i="0" u="none" strike="noStrike" cap="none" normalizeH="0" baseline="0">
                          <a:ln>
                            <a:noFill/>
                          </a:ln>
                          <a:solidFill>
                            <a:srgbClr val="FFFFFF"/>
                          </a:solidFill>
                          <a:effectLst/>
                          <a:latin typeface="Arial" pitchFamily="34" charset="0"/>
                          <a:cs typeface="Arial" pitchFamily="34" charset="0"/>
                        </a:rPr>
                        <a:t>recommended approaches</a:t>
                      </a:r>
                    </a:p>
                  </a:txBody>
                  <a:tcPr marL="80340" marR="80340" marT="39544" marB="39544" anchor="ctr" horzOverflow="overflow">
                    <a:lnL w="12700" cap="flat" cmpd="sng" algn="ctr">
                      <a:solidFill>
                        <a:schemeClr val="bg1"/>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003876"/>
                    </a:solidFill>
                  </a:tcPr>
                </a:tc>
                <a:extLst>
                  <a:ext uri="{0D108BD9-81ED-4DB2-BD59-A6C34878D82A}">
                    <a16:rowId xmlns:a16="http://schemas.microsoft.com/office/drawing/2014/main" val="10000"/>
                  </a:ext>
                </a:extLst>
              </a:tr>
              <a:tr h="979488">
                <a:tc>
                  <a:txBody>
                    <a:bodyPr/>
                    <a:lstStyle/>
                    <a:p>
                      <a:pPr marL="0" marR="0" lvl="0" indent="0" algn="l" defTabSz="966788" rtl="0" eaLnBrk="0" fontAlgn="base" latinLnBrk="0" hangingPunct="0">
                        <a:lnSpc>
                          <a:spcPct val="100000"/>
                        </a:lnSpc>
                        <a:spcBef>
                          <a:spcPct val="60000"/>
                        </a:spcBef>
                        <a:spcAft>
                          <a:spcPct val="0"/>
                        </a:spcAft>
                        <a:buClrTx/>
                        <a:buSzTx/>
                        <a:buFontTx/>
                        <a:buNone/>
                        <a:tabLst/>
                      </a:pPr>
                      <a:r>
                        <a:rPr kumimoji="0" lang="en-US" sz="1200" b="1" i="0" u="none" strike="noStrike" cap="none" normalizeH="0" baseline="0">
                          <a:ln>
                            <a:noFill/>
                          </a:ln>
                          <a:solidFill>
                            <a:srgbClr val="002D62"/>
                          </a:solidFill>
                          <a:effectLst/>
                          <a:latin typeface="Arial" pitchFamily="34" charset="0"/>
                          <a:cs typeface="Arial" pitchFamily="34" charset="0"/>
                        </a:rPr>
                        <a:t>Temporary project team</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EAEAEA"/>
                    </a:solid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Complete a specific project outside normal business parameters</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Work effectively with others outside own function and/or business unit</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EAEAEA"/>
                    </a:solid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Change/transformation principles</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Project management tools</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Cross functional teaming disciplines</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1"/>
                  </a:ext>
                </a:extLst>
              </a:tr>
              <a:tr h="560388">
                <a:tc>
                  <a:txBody>
                    <a:bodyPr/>
                    <a:lstStyle/>
                    <a:p>
                      <a:pPr marL="0" marR="0" lvl="0" indent="0" algn="l" defTabSz="966788" rtl="0" eaLnBrk="0" fontAlgn="base" latinLnBrk="0" hangingPunct="0">
                        <a:lnSpc>
                          <a:spcPct val="100000"/>
                        </a:lnSpc>
                        <a:spcBef>
                          <a:spcPct val="60000"/>
                        </a:spcBef>
                        <a:spcAft>
                          <a:spcPct val="0"/>
                        </a:spcAft>
                        <a:buClrTx/>
                        <a:buSzTx/>
                        <a:buFontTx/>
                        <a:buNone/>
                        <a:tabLst/>
                      </a:pPr>
                      <a:r>
                        <a:rPr kumimoji="0" lang="en-US" sz="1200" b="1" i="0" u="none" strike="noStrike" cap="none" normalizeH="0" baseline="0">
                          <a:ln>
                            <a:noFill/>
                          </a:ln>
                          <a:solidFill>
                            <a:srgbClr val="002D62"/>
                          </a:solidFill>
                          <a:effectLst/>
                          <a:latin typeface="Arial" pitchFamily="34" charset="0"/>
                          <a:cs typeface="Arial" pitchFamily="34" charset="0"/>
                        </a:rPr>
                        <a:t>Junior level permanent team</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Collaborate effectively on an ongoing basis</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Simple one- to two-day workshops on teaming basics</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79575">
                <a:tc>
                  <a:txBody>
                    <a:bodyPr/>
                    <a:lstStyle/>
                    <a:p>
                      <a:pPr marL="0" marR="0" lvl="0" indent="0" algn="l" defTabSz="966788" rtl="0" eaLnBrk="0" fontAlgn="base" latinLnBrk="0" hangingPunct="0">
                        <a:lnSpc>
                          <a:spcPct val="100000"/>
                        </a:lnSpc>
                        <a:spcBef>
                          <a:spcPct val="60000"/>
                        </a:spcBef>
                        <a:spcAft>
                          <a:spcPct val="0"/>
                        </a:spcAft>
                        <a:buClrTx/>
                        <a:buSzTx/>
                        <a:buFontTx/>
                        <a:buNone/>
                        <a:tabLst/>
                      </a:pPr>
                      <a:r>
                        <a:rPr kumimoji="0" lang="en-US" sz="1200" b="1" i="0" u="none" strike="noStrike" cap="none" normalizeH="0" baseline="0">
                          <a:ln>
                            <a:noFill/>
                          </a:ln>
                          <a:solidFill>
                            <a:srgbClr val="002D62"/>
                          </a:solidFill>
                          <a:effectLst/>
                          <a:latin typeface="Arial" pitchFamily="34" charset="0"/>
                          <a:cs typeface="Arial" pitchFamily="34" charset="0"/>
                        </a:rPr>
                        <a:t>Senior level leadership team</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EAEAEA"/>
                    </a:solid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Learn to leverage time together – senior leadership teams seldom need to truly “team” and instead need to form different sub-groupings and influence other parts of the organization effectively</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Set the standard for the organization</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EAEAEA"/>
                    </a:solidFill>
                  </a:tcPr>
                </a:tc>
                <a:tc>
                  <a:txBody>
                    <a:bodyPr/>
                    <a:lstStyle/>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Higher investment, longer “journeys” heavily based in doing real work together</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Stakeholder involvement</a:t>
                      </a:r>
                    </a:p>
                    <a:p>
                      <a:pPr marL="120650" marR="0" lvl="0" indent="-120650" algn="l" defTabSz="966788" rtl="0" eaLnBrk="0" fontAlgn="base" latinLnBrk="0" hangingPunct="0">
                        <a:lnSpc>
                          <a:spcPct val="100000"/>
                        </a:lnSpc>
                        <a:spcBef>
                          <a:spcPct val="60000"/>
                        </a:spcBef>
                        <a:spcAft>
                          <a:spcPct val="0"/>
                        </a:spcAft>
                        <a:buClrTx/>
                        <a:buSzTx/>
                        <a:buFontTx/>
                        <a:buChar char="•"/>
                        <a:tabLst/>
                      </a:pPr>
                      <a:r>
                        <a:rPr kumimoji="0" lang="en-US" sz="1200" b="0" i="0" u="none" strike="noStrike" cap="none" normalizeH="0" baseline="0">
                          <a:ln>
                            <a:noFill/>
                          </a:ln>
                          <a:solidFill>
                            <a:srgbClr val="002D62"/>
                          </a:solidFill>
                          <a:effectLst/>
                          <a:latin typeface="Arial" pitchFamily="34" charset="0"/>
                          <a:cs typeface="Arial" pitchFamily="34" charset="0"/>
                        </a:rPr>
                        <a:t>Organizational network analysis to understand and leverage interfaces outside the team</a:t>
                      </a:r>
                    </a:p>
                  </a:txBody>
                  <a:tcPr marL="80340" marR="80340" marT="39544" marB="39544"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43882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AE290-E4D7-2D4B-8B10-F7A19B9A32C1}"/>
              </a:ext>
            </a:extLst>
          </p:cNvPr>
          <p:cNvSpPr>
            <a:spLocks noGrp="1"/>
          </p:cNvSpPr>
          <p:nvPr>
            <p:ph type="title"/>
          </p:nvPr>
        </p:nvSpPr>
        <p:spPr>
          <a:xfrm>
            <a:off x="812800" y="2410975"/>
            <a:ext cx="10566400" cy="1066959"/>
          </a:xfr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t>OUR APPROACH FOR INCREASED VALUE AND IMPACT</a:t>
            </a:r>
          </a:p>
        </p:txBody>
      </p:sp>
    </p:spTree>
    <p:extLst>
      <p:ext uri="{BB962C8B-B14F-4D97-AF65-F5344CB8AC3E}">
        <p14:creationId xmlns:p14="http://schemas.microsoft.com/office/powerpoint/2010/main" val="2129130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PRINT_v1.ai"/>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66537" y="1251568"/>
            <a:ext cx="6993648" cy="5530571"/>
          </a:xfrm>
          <a:prstGeom prst="rect">
            <a:avLst/>
          </a:prstGeom>
        </p:spPr>
      </p:pic>
      <p:sp>
        <p:nvSpPr>
          <p:cNvPr id="30" name="TextBox 29">
            <a:extLst>
              <a:ext uri="{FF2B5EF4-FFF2-40B4-BE49-F238E27FC236}">
                <a16:creationId xmlns:a16="http://schemas.microsoft.com/office/drawing/2014/main" id="{03717301-461C-F846-B122-22BA78057029}"/>
              </a:ext>
            </a:extLst>
          </p:cNvPr>
          <p:cNvSpPr txBox="1"/>
          <p:nvPr/>
        </p:nvSpPr>
        <p:spPr>
          <a:xfrm>
            <a:off x="4256206" y="1935207"/>
            <a:ext cx="3065573" cy="984885"/>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en-US" sz="1400" dirty="0">
                <a:solidFill>
                  <a:schemeClr val="bg1"/>
                </a:solidFill>
              </a:rPr>
              <a:t>Team assessment:</a:t>
            </a:r>
          </a:p>
          <a:p>
            <a:pPr algn="ctr"/>
            <a:r>
              <a:rPr lang="en-US" sz="1400" dirty="0">
                <a:solidFill>
                  <a:schemeClr val="bg1"/>
                </a:solidFill>
              </a:rPr>
              <a:t>Meeting observation, online survey &amp;</a:t>
            </a:r>
          </a:p>
          <a:p>
            <a:pPr algn="ctr"/>
            <a:r>
              <a:rPr lang="en-US" sz="1400" dirty="0">
                <a:solidFill>
                  <a:schemeClr val="bg1"/>
                </a:solidFill>
              </a:rPr>
              <a:t>Interviews</a:t>
            </a:r>
          </a:p>
        </p:txBody>
      </p:sp>
      <p:sp>
        <p:nvSpPr>
          <p:cNvPr id="31" name="TextBox 30">
            <a:extLst>
              <a:ext uri="{FF2B5EF4-FFF2-40B4-BE49-F238E27FC236}">
                <a16:creationId xmlns:a16="http://schemas.microsoft.com/office/drawing/2014/main" id="{767242DE-E852-E34C-AC51-F316B5BB2FDC}"/>
              </a:ext>
            </a:extLst>
          </p:cNvPr>
          <p:cNvSpPr txBox="1"/>
          <p:nvPr/>
        </p:nvSpPr>
        <p:spPr>
          <a:xfrm>
            <a:off x="6644124" y="3650787"/>
            <a:ext cx="1966200" cy="984885"/>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en-US" sz="1400" dirty="0">
                <a:solidFill>
                  <a:schemeClr val="bg1"/>
                </a:solidFill>
              </a:rPr>
              <a:t>Development of a plan and strategy for team development</a:t>
            </a:r>
          </a:p>
        </p:txBody>
      </p:sp>
      <p:sp>
        <p:nvSpPr>
          <p:cNvPr id="32" name="TextBox 31">
            <a:extLst>
              <a:ext uri="{FF2B5EF4-FFF2-40B4-BE49-F238E27FC236}">
                <a16:creationId xmlns:a16="http://schemas.microsoft.com/office/drawing/2014/main" id="{C3696501-E8DA-EB41-B6A5-5E965D71A32C}"/>
              </a:ext>
            </a:extLst>
          </p:cNvPr>
          <p:cNvSpPr txBox="1"/>
          <p:nvPr/>
        </p:nvSpPr>
        <p:spPr>
          <a:xfrm>
            <a:off x="4256206" y="5094544"/>
            <a:ext cx="2585644" cy="1384995"/>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en-US" sz="1400" dirty="0">
                <a:solidFill>
                  <a:schemeClr val="bg1"/>
                </a:solidFill>
              </a:rPr>
              <a:t>Business meeting facilitation</a:t>
            </a:r>
          </a:p>
          <a:p>
            <a:pPr algn="ctr"/>
            <a:r>
              <a:rPr lang="en-US" sz="1400" dirty="0">
                <a:solidFill>
                  <a:schemeClr val="bg1"/>
                </a:solidFill>
              </a:rPr>
              <a:t>Skill building</a:t>
            </a:r>
          </a:p>
          <a:p>
            <a:pPr algn="ctr"/>
            <a:r>
              <a:rPr lang="en-US" sz="1400" dirty="0">
                <a:solidFill>
                  <a:schemeClr val="bg1"/>
                </a:solidFill>
              </a:rPr>
              <a:t>Coaching </a:t>
            </a:r>
          </a:p>
          <a:p>
            <a:pPr algn="ctr"/>
            <a:r>
              <a:rPr lang="en-US" sz="1400" dirty="0">
                <a:solidFill>
                  <a:schemeClr val="bg1"/>
                </a:solidFill>
              </a:rPr>
              <a:t>Virtual and </a:t>
            </a:r>
          </a:p>
          <a:p>
            <a:pPr algn="ctr"/>
            <a:r>
              <a:rPr lang="en-US" sz="1400" dirty="0">
                <a:solidFill>
                  <a:schemeClr val="bg1"/>
                </a:solidFill>
              </a:rPr>
              <a:t>digital tools</a:t>
            </a:r>
          </a:p>
          <a:p>
            <a:pPr algn="ctr"/>
            <a:endParaRPr lang="en-US" sz="1400" dirty="0">
              <a:solidFill>
                <a:schemeClr val="bg1"/>
              </a:solidFill>
            </a:endParaRPr>
          </a:p>
        </p:txBody>
      </p:sp>
      <p:sp>
        <p:nvSpPr>
          <p:cNvPr id="33" name="TextBox 32">
            <a:extLst>
              <a:ext uri="{FF2B5EF4-FFF2-40B4-BE49-F238E27FC236}">
                <a16:creationId xmlns:a16="http://schemas.microsoft.com/office/drawing/2014/main" id="{BA45C7DE-1C25-8D46-8F74-0271AAD3C916}"/>
              </a:ext>
            </a:extLst>
          </p:cNvPr>
          <p:cNvSpPr txBox="1"/>
          <p:nvPr/>
        </p:nvSpPr>
        <p:spPr>
          <a:xfrm>
            <a:off x="2547992" y="3233840"/>
            <a:ext cx="2392833" cy="1200328"/>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en-US" sz="1400">
                <a:solidFill>
                  <a:schemeClr val="bg1"/>
                </a:solidFill>
              </a:rPr>
              <a:t>Assess and </a:t>
            </a:r>
          </a:p>
          <a:p>
            <a:pPr algn="ctr"/>
            <a:r>
              <a:rPr lang="en-US" sz="1400">
                <a:solidFill>
                  <a:schemeClr val="bg1"/>
                </a:solidFill>
              </a:rPr>
              <a:t>measure progress, debrief &amp; recommendations</a:t>
            </a:r>
          </a:p>
          <a:p>
            <a:pPr algn="ctr"/>
            <a:endParaRPr lang="en-US" sz="1400">
              <a:solidFill>
                <a:schemeClr val="bg1"/>
              </a:solidFill>
            </a:endParaRPr>
          </a:p>
        </p:txBody>
      </p:sp>
      <p:sp>
        <p:nvSpPr>
          <p:cNvPr id="8" name="Title 1">
            <a:extLst>
              <a:ext uri="{FF2B5EF4-FFF2-40B4-BE49-F238E27FC236}">
                <a16:creationId xmlns:a16="http://schemas.microsoft.com/office/drawing/2014/main" id="{F674D0BC-4F77-4585-9805-C4B09E135EDF}"/>
              </a:ext>
            </a:extLst>
          </p:cNvPr>
          <p:cNvSpPr>
            <a:spLocks noGrp="1"/>
          </p:cNvSpPr>
          <p:nvPr>
            <p:ph type="title"/>
          </p:nvPr>
        </p:nvSpPr>
        <p:spPr>
          <a:xfrm>
            <a:off x="640171" y="193563"/>
            <a:ext cx="10566400" cy="1066959"/>
          </a:xfr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t>TEAM APPROACH / SOLUTION OVERVIEW</a:t>
            </a:r>
          </a:p>
        </p:txBody>
      </p:sp>
      <p:sp>
        <p:nvSpPr>
          <p:cNvPr id="4" name="Rectángulo 3">
            <a:extLst>
              <a:ext uri="{FF2B5EF4-FFF2-40B4-BE49-F238E27FC236}">
                <a16:creationId xmlns:a16="http://schemas.microsoft.com/office/drawing/2014/main" id="{1AF0F730-F6AB-496B-84FA-EAE463F22A65}"/>
              </a:ext>
            </a:extLst>
          </p:cNvPr>
          <p:cNvSpPr/>
          <p:nvPr/>
        </p:nvSpPr>
        <p:spPr>
          <a:xfrm>
            <a:off x="5362323" y="3650787"/>
            <a:ext cx="731940" cy="63259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endParaRPr lang="en-US" sz="1067"/>
          </a:p>
        </p:txBody>
      </p:sp>
      <p:sp>
        <p:nvSpPr>
          <p:cNvPr id="5" name="CuadroTexto 4">
            <a:extLst>
              <a:ext uri="{FF2B5EF4-FFF2-40B4-BE49-F238E27FC236}">
                <a16:creationId xmlns:a16="http://schemas.microsoft.com/office/drawing/2014/main" id="{42DF6007-D5AB-483C-A884-3EAD61640201}"/>
              </a:ext>
            </a:extLst>
          </p:cNvPr>
          <p:cNvSpPr txBox="1"/>
          <p:nvPr/>
        </p:nvSpPr>
        <p:spPr>
          <a:xfrm>
            <a:off x="4898201" y="3628686"/>
            <a:ext cx="1638604" cy="461665"/>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en-US" sz="1200" dirty="0">
                <a:solidFill>
                  <a:schemeClr val="bg1"/>
                </a:solidFill>
              </a:rPr>
              <a:t>HIGH PERFORMING TEAM</a:t>
            </a:r>
          </a:p>
        </p:txBody>
      </p:sp>
    </p:spTree>
    <p:extLst>
      <p:ext uri="{BB962C8B-B14F-4D97-AF65-F5344CB8AC3E}">
        <p14:creationId xmlns:p14="http://schemas.microsoft.com/office/powerpoint/2010/main" val="240805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en-GB" altLang="pt-BR" sz="3467" b="0" dirty="0">
                <a:solidFill>
                  <a:srgbClr val="000710"/>
                </a:solidFill>
                <a:latin typeface="Century Gothic" panose="020B0502020202020204" pitchFamily="34" charset="0"/>
              </a:rPr>
              <a:t>SOLUTION DETAIL</a:t>
            </a:r>
          </a:p>
        </p:txBody>
      </p:sp>
      <p:sp>
        <p:nvSpPr>
          <p:cNvPr id="2" name="Rectángulo: esquinas redondeadas 1">
            <a:extLst>
              <a:ext uri="{FF2B5EF4-FFF2-40B4-BE49-F238E27FC236}">
                <a16:creationId xmlns:a16="http://schemas.microsoft.com/office/drawing/2014/main" id="{F4DA7AB0-174A-4640-9637-D18178AEE3AF}"/>
              </a:ext>
            </a:extLst>
          </p:cNvPr>
          <p:cNvSpPr/>
          <p:nvPr/>
        </p:nvSpPr>
        <p:spPr bwMode="auto">
          <a:xfrm>
            <a:off x="280525" y="1154466"/>
            <a:ext cx="2459977" cy="579437"/>
          </a:xfrm>
          <a:prstGeom prst="roundRect">
            <a:avLst/>
          </a:prstGeom>
          <a:solidFill>
            <a:schemeClr val="accent3"/>
          </a:solidFill>
          <a:ln w="9525" cap="flat" cmpd="sng" algn="ctr">
            <a:no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indent="0" algn="ctr" defTabSz="1219170" rtl="0" eaLnBrk="0" fontAlgn="base" latinLnBrk="0" hangingPunct="0">
              <a:lnSpc>
                <a:spcPct val="100000"/>
              </a:lnSpc>
              <a:spcBef>
                <a:spcPct val="50000"/>
              </a:spcBef>
              <a:spcAft>
                <a:spcPct val="0"/>
              </a:spcAft>
              <a:buClrTx/>
              <a:buSzTx/>
              <a:buFontTx/>
              <a:buNone/>
              <a:tabLst/>
            </a:pPr>
            <a:r>
              <a:rPr kumimoji="0" lang="en-US" sz="1867" b="0" i="0" u="none" strike="noStrike" cap="none" normalizeH="0" baseline="0">
                <a:ln>
                  <a:noFill/>
                </a:ln>
                <a:solidFill>
                  <a:schemeClr val="bg1"/>
                </a:solidFill>
                <a:effectLst/>
                <a:latin typeface="Century Gothic" panose="020B0502020202020204" pitchFamily="34" charset="0"/>
                <a:cs typeface="Arial" charset="0"/>
              </a:rPr>
              <a:t>Diagnose &amp; Plan</a:t>
            </a:r>
          </a:p>
        </p:txBody>
      </p:sp>
      <p:sp>
        <p:nvSpPr>
          <p:cNvPr id="23" name="Rectángulo: esquinas redondeadas 22">
            <a:extLst>
              <a:ext uri="{FF2B5EF4-FFF2-40B4-BE49-F238E27FC236}">
                <a16:creationId xmlns:a16="http://schemas.microsoft.com/office/drawing/2014/main" id="{FECFB33B-FD4E-4FBE-BA07-308DC6D5F84D}"/>
              </a:ext>
            </a:extLst>
          </p:cNvPr>
          <p:cNvSpPr/>
          <p:nvPr/>
        </p:nvSpPr>
        <p:spPr bwMode="auto">
          <a:xfrm>
            <a:off x="2869975" y="1141879"/>
            <a:ext cx="5642847" cy="579437"/>
          </a:xfrm>
          <a:prstGeom prst="roundRect">
            <a:avLst/>
          </a:prstGeom>
          <a:solidFill>
            <a:srgbClr val="0070C0"/>
          </a:solidFill>
          <a:ln w="9525" cap="flat" cmpd="sng" algn="ctr">
            <a:no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indent="0" algn="ctr" defTabSz="1219170" rtl="0" eaLnBrk="0" fontAlgn="base" latinLnBrk="0" hangingPunct="0">
              <a:lnSpc>
                <a:spcPct val="100000"/>
              </a:lnSpc>
              <a:spcBef>
                <a:spcPct val="50000"/>
              </a:spcBef>
              <a:spcAft>
                <a:spcPct val="0"/>
              </a:spcAft>
              <a:buClrTx/>
              <a:buSzTx/>
              <a:buFontTx/>
              <a:buNone/>
              <a:tabLst/>
            </a:pPr>
            <a:r>
              <a:rPr lang="en-US" sz="1867">
                <a:solidFill>
                  <a:schemeClr val="bg1"/>
                </a:solidFill>
                <a:latin typeface="Century Gothic" panose="020B0502020202020204" pitchFamily="34" charset="0"/>
                <a:cs typeface="Arial" charset="0"/>
              </a:rPr>
              <a:t>Execute</a:t>
            </a:r>
            <a:endParaRPr kumimoji="0" lang="en-US" sz="1867" b="0" i="0" u="none" strike="noStrike" cap="none" normalizeH="0" baseline="0">
              <a:ln>
                <a:noFill/>
              </a:ln>
              <a:solidFill>
                <a:schemeClr val="bg1"/>
              </a:solidFill>
              <a:effectLst/>
              <a:latin typeface="Century Gothic" panose="020B0502020202020204" pitchFamily="34" charset="0"/>
              <a:cs typeface="Arial" charset="0"/>
            </a:endParaRPr>
          </a:p>
        </p:txBody>
      </p:sp>
      <p:sp>
        <p:nvSpPr>
          <p:cNvPr id="24" name="Rectángulo: esquinas redondeadas 23">
            <a:extLst>
              <a:ext uri="{FF2B5EF4-FFF2-40B4-BE49-F238E27FC236}">
                <a16:creationId xmlns:a16="http://schemas.microsoft.com/office/drawing/2014/main" id="{C5B418CD-4C5C-4138-A895-6329474E76BA}"/>
              </a:ext>
            </a:extLst>
          </p:cNvPr>
          <p:cNvSpPr/>
          <p:nvPr/>
        </p:nvSpPr>
        <p:spPr bwMode="auto">
          <a:xfrm>
            <a:off x="8780723" y="1141879"/>
            <a:ext cx="2073395" cy="579437"/>
          </a:xfrm>
          <a:prstGeom prst="roundRect">
            <a:avLst/>
          </a:prstGeom>
          <a:solidFill>
            <a:schemeClr val="accent2"/>
          </a:solidFill>
          <a:ln w="9525" cap="flat" cmpd="sng" algn="ctr">
            <a:no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indent="0" algn="ctr" defTabSz="1219170" rtl="0" eaLnBrk="0" fontAlgn="base" latinLnBrk="0" hangingPunct="0">
              <a:lnSpc>
                <a:spcPct val="100000"/>
              </a:lnSpc>
              <a:spcBef>
                <a:spcPct val="50000"/>
              </a:spcBef>
              <a:spcAft>
                <a:spcPct val="0"/>
              </a:spcAft>
              <a:buClrTx/>
              <a:buSzTx/>
              <a:buFontTx/>
              <a:buNone/>
              <a:tabLst/>
            </a:pPr>
            <a:r>
              <a:rPr kumimoji="0" lang="en-US" sz="1867" b="0" i="0" u="none" strike="noStrike" cap="none" normalizeH="0" baseline="0">
                <a:ln>
                  <a:noFill/>
                </a:ln>
                <a:solidFill>
                  <a:schemeClr val="bg1"/>
                </a:solidFill>
                <a:effectLst/>
                <a:latin typeface="Century Gothic" panose="020B0502020202020204" pitchFamily="34" charset="0"/>
                <a:cs typeface="Arial" charset="0"/>
              </a:rPr>
              <a:t>Review Progress</a:t>
            </a:r>
          </a:p>
        </p:txBody>
      </p:sp>
      <p:sp>
        <p:nvSpPr>
          <p:cNvPr id="3" name="CuadroTexto 2">
            <a:extLst>
              <a:ext uri="{FF2B5EF4-FFF2-40B4-BE49-F238E27FC236}">
                <a16:creationId xmlns:a16="http://schemas.microsoft.com/office/drawing/2014/main" id="{2C5C66F7-439C-419B-ACDB-3830944102A9}"/>
              </a:ext>
            </a:extLst>
          </p:cNvPr>
          <p:cNvSpPr txBox="1"/>
          <p:nvPr/>
        </p:nvSpPr>
        <p:spPr>
          <a:xfrm>
            <a:off x="151051" y="1860719"/>
            <a:ext cx="2589452" cy="502573"/>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en-US" sz="1333">
                <a:solidFill>
                  <a:schemeClr val="tx1">
                    <a:lumMod val="75000"/>
                    <a:lumOff val="25000"/>
                  </a:schemeClr>
                </a:solidFill>
                <a:latin typeface="Century Gothic" panose="020B0502020202020204" pitchFamily="34" charset="0"/>
              </a:rPr>
              <a:t>Alignment around individual &amp; collective shifts</a:t>
            </a:r>
          </a:p>
        </p:txBody>
      </p:sp>
      <p:sp>
        <p:nvSpPr>
          <p:cNvPr id="25" name="CuadroTexto 24">
            <a:extLst>
              <a:ext uri="{FF2B5EF4-FFF2-40B4-BE49-F238E27FC236}">
                <a16:creationId xmlns:a16="http://schemas.microsoft.com/office/drawing/2014/main" id="{16623944-B12C-4170-A6EE-57D828CD0B26}"/>
              </a:ext>
            </a:extLst>
          </p:cNvPr>
          <p:cNvSpPr txBox="1"/>
          <p:nvPr/>
        </p:nvSpPr>
        <p:spPr>
          <a:xfrm>
            <a:off x="2869975" y="1858921"/>
            <a:ext cx="2509069" cy="502573"/>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en-US" sz="1333">
                <a:solidFill>
                  <a:schemeClr val="tx1">
                    <a:lumMod val="75000"/>
                    <a:lumOff val="25000"/>
                  </a:schemeClr>
                </a:solidFill>
                <a:latin typeface="Century Gothic" panose="020B0502020202020204" pitchFamily="34" charset="0"/>
              </a:rPr>
              <a:t>Individual development &amp; practice</a:t>
            </a:r>
          </a:p>
        </p:txBody>
      </p:sp>
      <p:sp>
        <p:nvSpPr>
          <p:cNvPr id="26" name="CuadroTexto 25">
            <a:extLst>
              <a:ext uri="{FF2B5EF4-FFF2-40B4-BE49-F238E27FC236}">
                <a16:creationId xmlns:a16="http://schemas.microsoft.com/office/drawing/2014/main" id="{6C5DAEA1-28D5-4E3D-804E-C29ABB349F2B}"/>
              </a:ext>
            </a:extLst>
          </p:cNvPr>
          <p:cNvSpPr txBox="1"/>
          <p:nvPr/>
        </p:nvSpPr>
        <p:spPr>
          <a:xfrm>
            <a:off x="6124750" y="1857124"/>
            <a:ext cx="2388071" cy="502573"/>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en-US" sz="1333">
                <a:solidFill>
                  <a:schemeClr val="tx1">
                    <a:lumMod val="75000"/>
                    <a:lumOff val="25000"/>
                  </a:schemeClr>
                </a:solidFill>
                <a:latin typeface="Century Gothic" panose="020B0502020202020204" pitchFamily="34" charset="0"/>
              </a:rPr>
              <a:t>Collective development &amp; practice</a:t>
            </a:r>
          </a:p>
        </p:txBody>
      </p:sp>
      <p:pic>
        <p:nvPicPr>
          <p:cNvPr id="27" name="Picture 27" descr="arrows.png">
            <a:extLst>
              <a:ext uri="{FF2B5EF4-FFF2-40B4-BE49-F238E27FC236}">
                <a16:creationId xmlns:a16="http://schemas.microsoft.com/office/drawing/2014/main" id="{16111FC1-AE78-49B4-A4AC-15E19FE32C8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95921" y="1931984"/>
            <a:ext cx="619016" cy="51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ángulo 3">
            <a:extLst>
              <a:ext uri="{FF2B5EF4-FFF2-40B4-BE49-F238E27FC236}">
                <a16:creationId xmlns:a16="http://schemas.microsoft.com/office/drawing/2014/main" id="{02A10555-0192-4915-ADE3-6BB84232BD2F}"/>
              </a:ext>
            </a:extLst>
          </p:cNvPr>
          <p:cNvSpPr/>
          <p:nvPr/>
        </p:nvSpPr>
        <p:spPr>
          <a:xfrm>
            <a:off x="425108" y="2624648"/>
            <a:ext cx="2444867" cy="2492990"/>
          </a:xfrm>
          <a:prstGeom prst="rect">
            <a:avLst/>
          </a:prstGeom>
        </p:spPr>
        <p:txBody>
          <a:bodyPr wrap="square">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sz="1200">
                <a:solidFill>
                  <a:srgbClr val="000710"/>
                </a:solidFill>
                <a:latin typeface="Century Gothic" panose="020B0502020202020204" pitchFamily="34" charset="0"/>
              </a:rPr>
              <a:t>Develop an accurate team diagnosis, easy to understand model, and strategic plan for change   </a:t>
            </a:r>
          </a:p>
          <a:p>
            <a:pPr marL="228594" indent="-228594">
              <a:buFont typeface="Arial" panose="020B0604020202020204" pitchFamily="34" charset="0"/>
              <a:buChar char="•"/>
            </a:pPr>
            <a:endParaRPr lang="en-US" sz="1200">
              <a:solidFill>
                <a:srgbClr val="000710"/>
              </a:solidFill>
              <a:latin typeface="Century Gothic" panose="020B0502020202020204" pitchFamily="34" charset="0"/>
            </a:endParaRPr>
          </a:p>
          <a:p>
            <a:pPr marL="228594" indent="-228594">
              <a:buFont typeface="Arial" panose="020B0604020202020204" pitchFamily="34" charset="0"/>
              <a:buChar char="•"/>
            </a:pPr>
            <a:r>
              <a:rPr lang="en-US" sz="1200">
                <a:solidFill>
                  <a:srgbClr val="000710"/>
                </a:solidFill>
                <a:latin typeface="Century Gothic" panose="020B0502020202020204" pitchFamily="34" charset="0"/>
              </a:rPr>
              <a:t>Interviews (team members)</a:t>
            </a:r>
          </a:p>
          <a:p>
            <a:pPr marL="228594" indent="-228594">
              <a:buFont typeface="Arial" panose="020B0604020202020204" pitchFamily="34" charset="0"/>
              <a:buChar char="•"/>
            </a:pPr>
            <a:r>
              <a:rPr lang="en-US" sz="1200">
                <a:solidFill>
                  <a:srgbClr val="000710"/>
                </a:solidFill>
                <a:latin typeface="Century Gothic" panose="020B0502020202020204" pitchFamily="34" charset="0"/>
              </a:rPr>
              <a:t>Latest Pulse Insights</a:t>
            </a:r>
          </a:p>
          <a:p>
            <a:pPr marL="228594" indent="-228594">
              <a:buFont typeface="Arial" panose="020B0604020202020204" pitchFamily="34" charset="0"/>
              <a:buChar char="•"/>
            </a:pPr>
            <a:r>
              <a:rPr lang="en-US" sz="1200">
                <a:solidFill>
                  <a:srgbClr val="000710"/>
                </a:solidFill>
                <a:latin typeface="Century Gothic" panose="020B0502020202020204" pitchFamily="34" charset="0"/>
              </a:rPr>
              <a:t>High Performing team assessment</a:t>
            </a:r>
          </a:p>
          <a:p>
            <a:endParaRPr lang="en-US" sz="1200">
              <a:solidFill>
                <a:srgbClr val="000710"/>
              </a:solidFill>
              <a:latin typeface="Century Gothic" panose="020B0502020202020204" pitchFamily="34" charset="0"/>
            </a:endParaRPr>
          </a:p>
          <a:p>
            <a:r>
              <a:rPr lang="en-US" sz="1200">
                <a:solidFill>
                  <a:srgbClr val="000710"/>
                </a:solidFill>
                <a:latin typeface="Century Gothic" panose="020B0502020202020204" pitchFamily="34" charset="0"/>
              </a:rPr>
              <a:t>Co-design a journey for team leaders to help them “Lead by Example”.</a:t>
            </a:r>
          </a:p>
        </p:txBody>
      </p:sp>
      <p:sp>
        <p:nvSpPr>
          <p:cNvPr id="5" name="Rectángulo 4">
            <a:extLst>
              <a:ext uri="{FF2B5EF4-FFF2-40B4-BE49-F238E27FC236}">
                <a16:creationId xmlns:a16="http://schemas.microsoft.com/office/drawing/2014/main" id="{27FDB2DE-2E11-48CA-A869-87623F728AD5}"/>
              </a:ext>
            </a:extLst>
          </p:cNvPr>
          <p:cNvSpPr/>
          <p:nvPr/>
        </p:nvSpPr>
        <p:spPr>
          <a:xfrm>
            <a:off x="2869975" y="2599383"/>
            <a:ext cx="5642847" cy="4001095"/>
          </a:xfrm>
          <a:prstGeom prst="rect">
            <a:avLst/>
          </a:prstGeom>
        </p:spPr>
        <p:txBody>
          <a:bodyPr wrap="square">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sz="1200">
                <a:solidFill>
                  <a:srgbClr val="000710"/>
                </a:solidFill>
                <a:latin typeface="Century Gothic" panose="020B0502020202020204" pitchFamily="34" charset="0"/>
              </a:rPr>
              <a:t>High impact skill building and deployment of new mindsets and behaviors with LT. </a:t>
            </a:r>
          </a:p>
          <a:p>
            <a:pPr marL="228594" indent="-228594">
              <a:buFont typeface="Arial" panose="020B0604020202020204" pitchFamily="34" charset="0"/>
              <a:buChar char="•"/>
            </a:pPr>
            <a:r>
              <a:rPr lang="en-US" sz="1200" b="1">
                <a:solidFill>
                  <a:srgbClr val="000710"/>
                </a:solidFill>
                <a:latin typeface="Century Gothic" panose="020B0502020202020204" pitchFamily="34" charset="0"/>
              </a:rPr>
              <a:t>Leadership Team sessions to:</a:t>
            </a:r>
            <a:r>
              <a:rPr lang="en-US" sz="1200">
                <a:solidFill>
                  <a:srgbClr val="000710"/>
                </a:solidFill>
                <a:latin typeface="Century Gothic" panose="020B0502020202020204" pitchFamily="34" charset="0"/>
              </a:rPr>
              <a:t> </a:t>
            </a:r>
          </a:p>
          <a:p>
            <a:pPr marL="685783" lvl="1" indent="-228594">
              <a:buFont typeface="Wingdings" panose="05000000000000000000" pitchFamily="2" charset="2"/>
              <a:buChar char="ü"/>
            </a:pPr>
            <a:r>
              <a:rPr lang="en-US" sz="1200">
                <a:solidFill>
                  <a:srgbClr val="000710"/>
                </a:solidFill>
                <a:latin typeface="Century Gothic" panose="020B0502020202020204" pitchFamily="34" charset="0"/>
              </a:rPr>
              <a:t>Realign shared values and desired leadership behaviors</a:t>
            </a:r>
          </a:p>
          <a:p>
            <a:pPr marL="685783" lvl="1" indent="-228594">
              <a:buFont typeface="Wingdings" panose="05000000000000000000" pitchFamily="2" charset="2"/>
              <a:buChar char="ü"/>
            </a:pPr>
            <a:r>
              <a:rPr lang="en-US" sz="1200">
                <a:solidFill>
                  <a:srgbClr val="000710"/>
                </a:solidFill>
                <a:latin typeface="Century Gothic" panose="020B0502020202020204" pitchFamily="34" charset="0"/>
              </a:rPr>
              <a:t>Develop new Protagonist/Player + Learner mindsets &amp; skills for increased effectiveness</a:t>
            </a:r>
          </a:p>
          <a:p>
            <a:pPr marL="228594" indent="-228594">
              <a:buFont typeface="Arial" panose="020B0604020202020204" pitchFamily="34" charset="0"/>
              <a:buChar char="•"/>
            </a:pPr>
            <a:r>
              <a:rPr lang="en-US" sz="1200" b="1">
                <a:solidFill>
                  <a:srgbClr val="000710"/>
                </a:solidFill>
                <a:latin typeface="Century Gothic" panose="020B0502020202020204" pitchFamily="34" charset="0"/>
              </a:rPr>
              <a:t>360° individual assessment (LSI® I &amp; II):</a:t>
            </a:r>
          </a:p>
          <a:p>
            <a:pPr marL="685783" lvl="1" indent="-228594">
              <a:buFont typeface="Wingdings" panose="05000000000000000000" pitchFamily="2" charset="2"/>
              <a:buChar char="ü"/>
            </a:pPr>
            <a:r>
              <a:rPr lang="en-US" sz="1200">
                <a:solidFill>
                  <a:srgbClr val="000710"/>
                </a:solidFill>
                <a:latin typeface="Century Gothic" panose="020B0502020202020204" pitchFamily="34" charset="0"/>
              </a:rPr>
              <a:t>Individual LSI (life styles inventory) &amp; comprehensive debrief sessions to see leadership impact on others and on the business</a:t>
            </a:r>
          </a:p>
          <a:p>
            <a:pPr marL="228594" indent="-228594">
              <a:buFont typeface="Arial" panose="020B0604020202020204" pitchFamily="34" charset="0"/>
              <a:buChar char="•"/>
            </a:pPr>
            <a:r>
              <a:rPr lang="en-US" sz="1200" b="1">
                <a:solidFill>
                  <a:srgbClr val="000710"/>
                </a:solidFill>
                <a:latin typeface="Century Gothic" panose="020B0502020202020204" pitchFamily="34" charset="0"/>
              </a:rPr>
              <a:t>Individual application coaching sessions  to:</a:t>
            </a:r>
          </a:p>
          <a:p>
            <a:pPr marL="685783" lvl="1" indent="-228594">
              <a:buFont typeface="Wingdings" panose="05000000000000000000" pitchFamily="2" charset="2"/>
              <a:buChar char="ü"/>
            </a:pPr>
            <a:r>
              <a:rPr lang="en-US" sz="1200">
                <a:solidFill>
                  <a:srgbClr val="000710"/>
                </a:solidFill>
                <a:latin typeface="Century Gothic" panose="020B0502020202020204" pitchFamily="34" charset="0"/>
              </a:rPr>
              <a:t> Learn and practice new skills and behaviors in a ‘safe’ environment</a:t>
            </a:r>
          </a:p>
          <a:p>
            <a:pPr marL="685783" lvl="1" indent="-228594">
              <a:buFont typeface="Wingdings" panose="05000000000000000000" pitchFamily="2" charset="2"/>
              <a:buChar char="ü"/>
            </a:pPr>
            <a:r>
              <a:rPr lang="en-US" sz="1200">
                <a:solidFill>
                  <a:srgbClr val="000710"/>
                </a:solidFill>
                <a:latin typeface="Century Gothic" panose="020B0502020202020204" pitchFamily="34" charset="0"/>
              </a:rPr>
              <a:t>Challenge oneself to adopt new mindsets, beliefs &amp; mental models</a:t>
            </a:r>
          </a:p>
          <a:p>
            <a:pPr marL="685783" lvl="1" indent="-228594">
              <a:buFont typeface="Wingdings" panose="05000000000000000000" pitchFamily="2" charset="2"/>
              <a:buChar char="ü"/>
            </a:pPr>
            <a:r>
              <a:rPr lang="en-US" sz="1200">
                <a:solidFill>
                  <a:srgbClr val="000710"/>
                </a:solidFill>
                <a:latin typeface="Century Gothic" panose="020B0502020202020204" pitchFamily="34" charset="0"/>
              </a:rPr>
              <a:t>Provide deeper awareness of own development opportunities and way forward</a:t>
            </a:r>
          </a:p>
          <a:p>
            <a:pPr marL="228594" indent="-228594">
              <a:buFont typeface="Arial" panose="020B0604020202020204" pitchFamily="34" charset="0"/>
              <a:buChar char="•"/>
            </a:pPr>
            <a:r>
              <a:rPr lang="en-US" sz="1200" b="1">
                <a:solidFill>
                  <a:srgbClr val="000710"/>
                </a:solidFill>
                <a:latin typeface="Century Gothic" panose="020B0502020202020204" pitchFamily="34" charset="0"/>
              </a:rPr>
              <a:t>Facilitated business meetings to: </a:t>
            </a:r>
          </a:p>
          <a:p>
            <a:pPr marL="685783" lvl="1" indent="-228594">
              <a:buFont typeface="Wingdings" panose="05000000000000000000" pitchFamily="2" charset="2"/>
              <a:buChar char="ü"/>
            </a:pPr>
            <a:r>
              <a:rPr lang="en-US" sz="1200">
                <a:solidFill>
                  <a:srgbClr val="000710"/>
                </a:solidFill>
                <a:latin typeface="Century Gothic" panose="020B0502020202020204" pitchFamily="34" charset="0"/>
              </a:rPr>
              <a:t> Help leaders internalize and implement(real-time) new interaction practices in their regular meetings and team activities, grounded in new culture and leadership model standards</a:t>
            </a:r>
          </a:p>
        </p:txBody>
      </p:sp>
      <p:sp>
        <p:nvSpPr>
          <p:cNvPr id="31" name="CuadroTexto 30">
            <a:extLst>
              <a:ext uri="{FF2B5EF4-FFF2-40B4-BE49-F238E27FC236}">
                <a16:creationId xmlns:a16="http://schemas.microsoft.com/office/drawing/2014/main" id="{E5B76CD0-A2F5-4B2E-87B8-A10714B2C8FF}"/>
              </a:ext>
            </a:extLst>
          </p:cNvPr>
          <p:cNvSpPr txBox="1"/>
          <p:nvPr/>
        </p:nvSpPr>
        <p:spPr>
          <a:xfrm>
            <a:off x="8626078" y="1844538"/>
            <a:ext cx="2388071" cy="297454"/>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en-US" sz="1333">
                <a:solidFill>
                  <a:schemeClr val="tx1">
                    <a:lumMod val="75000"/>
                    <a:lumOff val="25000"/>
                  </a:schemeClr>
                </a:solidFill>
                <a:latin typeface="Century Gothic" panose="020B0502020202020204" pitchFamily="34" charset="0"/>
              </a:rPr>
              <a:t>Learn, capture &amp; adjust</a:t>
            </a:r>
          </a:p>
        </p:txBody>
      </p:sp>
      <p:sp>
        <p:nvSpPr>
          <p:cNvPr id="6" name="Rectángulo 5">
            <a:extLst>
              <a:ext uri="{FF2B5EF4-FFF2-40B4-BE49-F238E27FC236}">
                <a16:creationId xmlns:a16="http://schemas.microsoft.com/office/drawing/2014/main" id="{934EFAD8-18AA-4662-94FC-41CB41F0283A}"/>
              </a:ext>
            </a:extLst>
          </p:cNvPr>
          <p:cNvSpPr/>
          <p:nvPr/>
        </p:nvSpPr>
        <p:spPr>
          <a:xfrm>
            <a:off x="8626077" y="2599383"/>
            <a:ext cx="2228040" cy="3416320"/>
          </a:xfrm>
          <a:prstGeom prst="rect">
            <a:avLst/>
          </a:prstGeom>
        </p:spPr>
        <p:txBody>
          <a:bodyPr wrap="square">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sz="1200">
                <a:solidFill>
                  <a:srgbClr val="000710"/>
                </a:solidFill>
                <a:latin typeface="Century Gothic" panose="020B0502020202020204" pitchFamily="34" charset="0"/>
              </a:rPr>
              <a:t>Measure impact and progress.</a:t>
            </a:r>
          </a:p>
          <a:p>
            <a:pPr marL="228594" indent="-228594">
              <a:buFont typeface="Arial" panose="020B0604020202020204" pitchFamily="34" charset="0"/>
              <a:buChar char="•"/>
            </a:pPr>
            <a:r>
              <a:rPr lang="en-US" sz="1200">
                <a:solidFill>
                  <a:srgbClr val="000710"/>
                </a:solidFill>
                <a:latin typeface="Century Gothic" panose="020B0502020202020204" pitchFamily="34" charset="0"/>
              </a:rPr>
              <a:t>Consultant feedback on team meeting dynamic after each facilitation</a:t>
            </a:r>
          </a:p>
          <a:p>
            <a:pPr marL="228594" indent="-228594">
              <a:buFont typeface="Arial" panose="020B0604020202020204" pitchFamily="34" charset="0"/>
              <a:buChar char="•"/>
            </a:pPr>
            <a:r>
              <a:rPr lang="en-US" sz="1200">
                <a:solidFill>
                  <a:srgbClr val="000710"/>
                </a:solidFill>
                <a:latin typeface="Century Gothic" panose="020B0502020202020204" pitchFamily="34" charset="0"/>
              </a:rPr>
              <a:t> Impact analysis meeting</a:t>
            </a:r>
          </a:p>
          <a:p>
            <a:pPr marL="228594" indent="-228594">
              <a:buFont typeface="Arial" panose="020B0604020202020204" pitchFamily="34" charset="0"/>
              <a:buChar char="•"/>
            </a:pPr>
            <a:r>
              <a:rPr lang="en-US" sz="1200">
                <a:solidFill>
                  <a:srgbClr val="000710"/>
                </a:solidFill>
                <a:latin typeface="Century Gothic" panose="020B0502020202020204" pitchFamily="34" charset="0"/>
              </a:rPr>
              <a:t> Individual follow up to gauge progress against personal improvement plans</a:t>
            </a:r>
          </a:p>
          <a:p>
            <a:pPr marL="228594" indent="-228594">
              <a:buFont typeface="Arial" panose="020B0604020202020204" pitchFamily="34" charset="0"/>
              <a:buChar char="•"/>
            </a:pPr>
            <a:r>
              <a:rPr lang="en-US" sz="1200">
                <a:solidFill>
                  <a:srgbClr val="000710"/>
                </a:solidFill>
                <a:latin typeface="Century Gothic" panose="020B0502020202020204" pitchFamily="34" charset="0"/>
              </a:rPr>
              <a:t>Pulse results progress</a:t>
            </a:r>
          </a:p>
          <a:p>
            <a:endParaRPr lang="en-US" sz="1200">
              <a:solidFill>
                <a:srgbClr val="000710"/>
              </a:solidFill>
              <a:latin typeface="Century Gothic" panose="020B0502020202020204" pitchFamily="34" charset="0"/>
            </a:endParaRPr>
          </a:p>
          <a:p>
            <a:r>
              <a:rPr lang="en-US" sz="1200">
                <a:solidFill>
                  <a:srgbClr val="000710"/>
                </a:solidFill>
                <a:latin typeface="Century Gothic" panose="020B0502020202020204" pitchFamily="34" charset="0"/>
              </a:rPr>
              <a:t>Learn to continuously hold selves accountable and support/invite others to lead according to the new standards.</a:t>
            </a:r>
          </a:p>
        </p:txBody>
      </p:sp>
    </p:spTree>
    <p:extLst>
      <p:ext uri="{BB962C8B-B14F-4D97-AF65-F5344CB8AC3E}">
        <p14:creationId xmlns:p14="http://schemas.microsoft.com/office/powerpoint/2010/main" val="16828257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463297"/>
            <a:ext cx="10566400" cy="1066959"/>
          </a:xfr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ltLang="es-AR"/>
              <a:t>workshop interventions - examples</a:t>
            </a:r>
            <a:endParaRPr lang="en-US"/>
          </a:p>
        </p:txBody>
      </p:sp>
      <p:sp>
        <p:nvSpPr>
          <p:cNvPr id="13" name="Rectangle 6"/>
          <p:cNvSpPr>
            <a:spLocks noChangeArrowheads="1"/>
          </p:cNvSpPr>
          <p:nvPr/>
        </p:nvSpPr>
        <p:spPr bwMode="auto">
          <a:xfrm>
            <a:off x="635001" y="2278701"/>
            <a:ext cx="2495551" cy="673100"/>
          </a:xfrm>
          <a:prstGeom prst="rect">
            <a:avLst/>
          </a:prstGeom>
          <a:solidFill>
            <a:schemeClr val="tx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0" fontAlgn="base" latinLnBrk="0" hangingPunct="0">
              <a:lnSpc>
                <a:spcPct val="100000"/>
              </a:lnSpc>
              <a:spcBef>
                <a:spcPct val="50000"/>
              </a:spcBef>
              <a:spcAft>
                <a:spcPct val="0"/>
              </a:spcAft>
              <a:buClrTx/>
              <a:buSzTx/>
              <a:buFontTx/>
              <a:buNone/>
              <a:tabLst/>
              <a:defRPr/>
            </a:pPr>
            <a:r>
              <a:rPr kumimoji="0" lang="en-US" altLang="es-AR" sz="1467" b="1" i="0" u="none" strike="noStrike" kern="1200" cap="none" spc="0" normalizeH="0" baseline="0" noProof="0" dirty="0">
                <a:ln>
                  <a:noFill/>
                </a:ln>
                <a:solidFill>
                  <a:srgbClr val="FFFFFF"/>
                </a:solidFill>
                <a:effectLst/>
                <a:uLnTx/>
                <a:uFillTx/>
                <a:latin typeface="Century Gothic"/>
                <a:ea typeface="+mn-ea"/>
                <a:cs typeface="Arial" pitchFamily="34" charset="0"/>
              </a:rPr>
              <a:t>Team Charter / Stakeholder Analysis</a:t>
            </a:r>
          </a:p>
        </p:txBody>
      </p:sp>
      <p:sp>
        <p:nvSpPr>
          <p:cNvPr id="14" name="Rectangle 7"/>
          <p:cNvSpPr>
            <a:spLocks noChangeArrowheads="1"/>
          </p:cNvSpPr>
          <p:nvPr/>
        </p:nvSpPr>
        <p:spPr bwMode="auto">
          <a:xfrm>
            <a:off x="635001" y="3087267"/>
            <a:ext cx="2495551" cy="673100"/>
          </a:xfrm>
          <a:prstGeom prst="rect">
            <a:avLst/>
          </a:prstGeom>
          <a:solidFill>
            <a:srgbClr val="CC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0" fontAlgn="base" latinLnBrk="0" hangingPunct="0">
              <a:lnSpc>
                <a:spcPct val="100000"/>
              </a:lnSpc>
              <a:spcBef>
                <a:spcPct val="50000"/>
              </a:spcBef>
              <a:spcAft>
                <a:spcPct val="0"/>
              </a:spcAft>
              <a:buClrTx/>
              <a:buSzTx/>
              <a:buFontTx/>
              <a:buNone/>
              <a:tabLst/>
              <a:defRPr/>
            </a:pPr>
            <a:r>
              <a:rPr kumimoji="0" lang="en-US" altLang="es-AR" sz="1467" b="1" i="0" u="none" strike="noStrike" kern="1200" cap="none" spc="0" normalizeH="0" baseline="0" noProof="0" dirty="0">
                <a:ln>
                  <a:noFill/>
                </a:ln>
                <a:solidFill>
                  <a:srgbClr val="000000"/>
                </a:solidFill>
                <a:effectLst/>
                <a:uLnTx/>
                <a:uFillTx/>
                <a:latin typeface="Century Gothic"/>
                <a:ea typeface="+mn-ea"/>
                <a:cs typeface="Arial" pitchFamily="34" charset="0"/>
              </a:rPr>
              <a:t>Goal Alignment</a:t>
            </a:r>
          </a:p>
        </p:txBody>
      </p:sp>
      <p:sp>
        <p:nvSpPr>
          <p:cNvPr id="15" name="Rectangle 8"/>
          <p:cNvSpPr>
            <a:spLocks noChangeArrowheads="1"/>
          </p:cNvSpPr>
          <p:nvPr/>
        </p:nvSpPr>
        <p:spPr bwMode="auto">
          <a:xfrm>
            <a:off x="635001" y="3908534"/>
            <a:ext cx="2495551" cy="673100"/>
          </a:xfrm>
          <a:prstGeom prst="rect">
            <a:avLst/>
          </a:prstGeom>
          <a:solidFill>
            <a:schemeClr val="tx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0" fontAlgn="base" latinLnBrk="0" hangingPunct="0">
              <a:lnSpc>
                <a:spcPct val="100000"/>
              </a:lnSpc>
              <a:spcBef>
                <a:spcPct val="50000"/>
              </a:spcBef>
              <a:spcAft>
                <a:spcPct val="0"/>
              </a:spcAft>
              <a:buClrTx/>
              <a:buSzTx/>
              <a:buFontTx/>
              <a:buNone/>
              <a:tabLst/>
              <a:defRPr/>
            </a:pPr>
            <a:r>
              <a:rPr kumimoji="0" lang="en-US" altLang="es-AR" sz="1467" b="1" i="0" u="none" strike="noStrike" kern="1200" cap="none" spc="0" normalizeH="0" baseline="0" noProof="0">
                <a:ln>
                  <a:noFill/>
                </a:ln>
                <a:solidFill>
                  <a:srgbClr val="FFFFFF"/>
                </a:solidFill>
                <a:effectLst/>
                <a:uLnTx/>
                <a:uFillTx/>
                <a:latin typeface="Century Gothic"/>
                <a:ea typeface="+mn-ea"/>
                <a:cs typeface="Arial" pitchFamily="34" charset="0"/>
              </a:rPr>
              <a:t>Team Structure </a:t>
            </a:r>
          </a:p>
        </p:txBody>
      </p:sp>
      <p:sp>
        <p:nvSpPr>
          <p:cNvPr id="16" name="Rectangle 9"/>
          <p:cNvSpPr>
            <a:spLocks noChangeArrowheads="1"/>
          </p:cNvSpPr>
          <p:nvPr/>
        </p:nvSpPr>
        <p:spPr bwMode="auto">
          <a:xfrm>
            <a:off x="635001" y="4704401"/>
            <a:ext cx="2495551" cy="673100"/>
          </a:xfrm>
          <a:prstGeom prst="rect">
            <a:avLst/>
          </a:prstGeom>
          <a:solidFill>
            <a:srgbClr val="CC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0" fontAlgn="base" latinLnBrk="0" hangingPunct="0">
              <a:lnSpc>
                <a:spcPct val="100000"/>
              </a:lnSpc>
              <a:spcBef>
                <a:spcPct val="50000"/>
              </a:spcBef>
              <a:spcAft>
                <a:spcPct val="0"/>
              </a:spcAft>
              <a:buClrTx/>
              <a:buSzTx/>
              <a:buFontTx/>
              <a:buNone/>
              <a:tabLst/>
              <a:defRPr/>
            </a:pPr>
            <a:r>
              <a:rPr kumimoji="0" lang="en-US" altLang="es-AR" sz="1467" b="1" i="0" u="none" strike="noStrike" kern="1200" cap="none" spc="0" normalizeH="0" baseline="0" noProof="0" dirty="0">
                <a:ln>
                  <a:noFill/>
                </a:ln>
                <a:solidFill>
                  <a:srgbClr val="000000"/>
                </a:solidFill>
                <a:effectLst/>
                <a:uLnTx/>
                <a:uFillTx/>
                <a:latin typeface="Century Gothic"/>
                <a:ea typeface="+mn-ea"/>
                <a:cs typeface="Arial" pitchFamily="34" charset="0"/>
              </a:rPr>
              <a:t>“Undiscussables” conversation </a:t>
            </a:r>
          </a:p>
        </p:txBody>
      </p:sp>
      <p:sp>
        <p:nvSpPr>
          <p:cNvPr id="19" name="Rectangle 12"/>
          <p:cNvSpPr>
            <a:spLocks noChangeArrowheads="1"/>
          </p:cNvSpPr>
          <p:nvPr/>
        </p:nvSpPr>
        <p:spPr bwMode="auto">
          <a:xfrm>
            <a:off x="635001" y="5517218"/>
            <a:ext cx="2495551" cy="673100"/>
          </a:xfrm>
          <a:prstGeom prst="rect">
            <a:avLst/>
          </a:prstGeom>
          <a:solidFill>
            <a:schemeClr val="tx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0" fontAlgn="base" latinLnBrk="0" hangingPunct="0">
              <a:lnSpc>
                <a:spcPct val="100000"/>
              </a:lnSpc>
              <a:spcBef>
                <a:spcPct val="50000"/>
              </a:spcBef>
              <a:spcAft>
                <a:spcPct val="0"/>
              </a:spcAft>
              <a:buClrTx/>
              <a:buSzTx/>
              <a:buFontTx/>
              <a:buNone/>
              <a:tabLst/>
              <a:defRPr/>
            </a:pPr>
            <a:r>
              <a:rPr kumimoji="0" lang="en-US" altLang="es-AR" sz="1467" b="1" i="0" u="none" strike="noStrike" kern="1200" cap="none" spc="0" normalizeH="0" baseline="0" noProof="0">
                <a:ln>
                  <a:noFill/>
                </a:ln>
                <a:solidFill>
                  <a:srgbClr val="FFFFFF"/>
                </a:solidFill>
                <a:effectLst/>
                <a:uLnTx/>
                <a:uFillTx/>
                <a:latin typeface="Century Gothic"/>
                <a:ea typeface="+mn-ea"/>
                <a:cs typeface="Arial" pitchFamily="34" charset="0"/>
              </a:rPr>
              <a:t>New Leader Assimilation </a:t>
            </a:r>
          </a:p>
        </p:txBody>
      </p:sp>
      <p:sp>
        <p:nvSpPr>
          <p:cNvPr id="20" name="Rectangle 13"/>
          <p:cNvSpPr>
            <a:spLocks noChangeArrowheads="1"/>
          </p:cNvSpPr>
          <p:nvPr/>
        </p:nvSpPr>
        <p:spPr bwMode="auto">
          <a:xfrm>
            <a:off x="635001" y="6279234"/>
            <a:ext cx="2495551" cy="673100"/>
          </a:xfrm>
          <a:prstGeom prst="rect">
            <a:avLst/>
          </a:prstGeom>
          <a:solidFill>
            <a:srgbClr val="CC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0" fontAlgn="base" latinLnBrk="0" hangingPunct="0">
              <a:lnSpc>
                <a:spcPct val="100000"/>
              </a:lnSpc>
              <a:spcBef>
                <a:spcPct val="50000"/>
              </a:spcBef>
              <a:spcAft>
                <a:spcPct val="0"/>
              </a:spcAft>
              <a:buClrTx/>
              <a:buSzTx/>
              <a:buFontTx/>
              <a:buNone/>
              <a:tabLst/>
              <a:defRPr/>
            </a:pPr>
            <a:r>
              <a:rPr kumimoji="0" lang="en-US" altLang="es-AR" sz="1733" b="1" i="0" u="none" strike="noStrike" kern="1200" cap="none" spc="0" normalizeH="0" baseline="0" noProof="0" dirty="0">
                <a:ln>
                  <a:noFill/>
                </a:ln>
                <a:solidFill>
                  <a:srgbClr val="000000"/>
                </a:solidFill>
                <a:effectLst/>
                <a:uLnTx/>
                <a:uFillTx/>
                <a:latin typeface="Arial" pitchFamily="34" charset="0"/>
                <a:ea typeface="+mn-ea"/>
                <a:cs typeface="Arial" pitchFamily="34" charset="0"/>
              </a:rPr>
              <a:t>Innovative Problem Solving </a:t>
            </a:r>
          </a:p>
        </p:txBody>
      </p:sp>
      <p:sp>
        <p:nvSpPr>
          <p:cNvPr id="21" name="Rectangle 15"/>
          <p:cNvSpPr>
            <a:spLocks noChangeArrowheads="1"/>
          </p:cNvSpPr>
          <p:nvPr/>
        </p:nvSpPr>
        <p:spPr bwMode="auto">
          <a:xfrm>
            <a:off x="440267" y="1709500"/>
            <a:ext cx="10858500" cy="31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914377" rtl="0" eaLnBrk="0" fontAlgn="base" latinLnBrk="0" hangingPunct="0">
              <a:lnSpc>
                <a:spcPct val="100000"/>
              </a:lnSpc>
              <a:spcBef>
                <a:spcPct val="60000"/>
              </a:spcBef>
              <a:spcAft>
                <a:spcPct val="0"/>
              </a:spcAft>
              <a:buClr>
                <a:srgbClr val="8C42BD"/>
              </a:buClr>
              <a:buSzTx/>
              <a:buFontTx/>
              <a:buNone/>
              <a:tabLst/>
              <a:defRPr/>
            </a:pPr>
            <a:r>
              <a:rPr kumimoji="0" lang="en-US" altLang="es-AR" sz="1467" b="1" i="0" u="none" strike="noStrike" kern="1200" cap="none" spc="0" normalizeH="0" baseline="0" noProof="0">
                <a:ln>
                  <a:noFill/>
                </a:ln>
                <a:solidFill>
                  <a:srgbClr val="000000"/>
                </a:solidFill>
                <a:effectLst/>
                <a:uLnTx/>
                <a:uFillTx/>
                <a:latin typeface="Century Gothic"/>
                <a:ea typeface="+mn-ea"/>
                <a:cs typeface="Arial" pitchFamily="34" charset="0"/>
              </a:rPr>
              <a:t>We can provide a wide variety of team interventions depending on the diagnosis. Common interventions include:</a:t>
            </a:r>
          </a:p>
        </p:txBody>
      </p:sp>
      <p:sp>
        <p:nvSpPr>
          <p:cNvPr id="22" name="Rectangle 16"/>
          <p:cNvSpPr>
            <a:spLocks noChangeArrowheads="1"/>
          </p:cNvSpPr>
          <p:nvPr/>
        </p:nvSpPr>
        <p:spPr bwMode="auto">
          <a:xfrm>
            <a:off x="3515784" y="2422634"/>
            <a:ext cx="8235949" cy="387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914377" rtl="0" eaLnBrk="0" fontAlgn="base" latinLnBrk="0" hangingPunct="0">
              <a:lnSpc>
                <a:spcPct val="100000"/>
              </a:lnSpc>
              <a:spcBef>
                <a:spcPct val="60000"/>
              </a:spcBef>
              <a:spcAft>
                <a:spcPct val="0"/>
              </a:spcAft>
              <a:buClr>
                <a:srgbClr val="8C42BD"/>
              </a:buClr>
              <a:buSzTx/>
              <a:buFontTx/>
              <a:buNone/>
              <a:tabLst/>
              <a:defRPr/>
            </a:pPr>
            <a:r>
              <a:rPr kumimoji="0" lang="en-US" altLang="es-AR" sz="1467" b="0" i="0" u="none" strike="noStrike" kern="1200" cap="none" spc="0" normalizeH="0" baseline="0" noProof="0">
                <a:ln>
                  <a:noFill/>
                </a:ln>
                <a:solidFill>
                  <a:srgbClr val="000000"/>
                </a:solidFill>
                <a:effectLst/>
                <a:uLnTx/>
                <a:uFillTx/>
                <a:latin typeface="Century Gothic"/>
                <a:ea typeface="+mn-ea"/>
                <a:cs typeface="Arial" pitchFamily="34" charset="0"/>
              </a:rPr>
              <a:t>Creating a vision/mission appropriate to business conditions</a:t>
            </a:r>
          </a:p>
        </p:txBody>
      </p:sp>
      <p:sp>
        <p:nvSpPr>
          <p:cNvPr id="23" name="Rectangle 17"/>
          <p:cNvSpPr>
            <a:spLocks noChangeArrowheads="1"/>
          </p:cNvSpPr>
          <p:nvPr/>
        </p:nvSpPr>
        <p:spPr bwMode="auto">
          <a:xfrm>
            <a:off x="3515784" y="3097851"/>
            <a:ext cx="8235949" cy="651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914377" rtl="0" eaLnBrk="0" fontAlgn="base" latinLnBrk="0" hangingPunct="0">
              <a:lnSpc>
                <a:spcPct val="100000"/>
              </a:lnSpc>
              <a:spcBef>
                <a:spcPct val="60000"/>
              </a:spcBef>
              <a:spcAft>
                <a:spcPct val="0"/>
              </a:spcAft>
              <a:buClr>
                <a:srgbClr val="8C42BD"/>
              </a:buClr>
              <a:buSzTx/>
              <a:buFontTx/>
              <a:buNone/>
              <a:tabLst/>
              <a:defRPr/>
            </a:pPr>
            <a:r>
              <a:rPr kumimoji="0" lang="en-US" altLang="es-AR" sz="1467" b="0" i="0" u="none" strike="noStrike" kern="1200" cap="none" spc="0" normalizeH="0" baseline="0" noProof="0">
                <a:ln>
                  <a:noFill/>
                </a:ln>
                <a:solidFill>
                  <a:srgbClr val="000000"/>
                </a:solidFill>
                <a:effectLst/>
                <a:uLnTx/>
                <a:uFillTx/>
                <a:latin typeface="Century Gothic"/>
                <a:ea typeface="+mn-ea"/>
                <a:cs typeface="Arial" pitchFamily="34" charset="0"/>
              </a:rPr>
              <a:t>Aligning the goals of sub-teams and individuals to the overarching mission and cross linking them to each other</a:t>
            </a:r>
          </a:p>
        </p:txBody>
      </p:sp>
      <p:sp>
        <p:nvSpPr>
          <p:cNvPr id="24" name="Rectangle 18"/>
          <p:cNvSpPr>
            <a:spLocks noChangeArrowheads="1"/>
          </p:cNvSpPr>
          <p:nvPr/>
        </p:nvSpPr>
        <p:spPr bwMode="auto">
          <a:xfrm>
            <a:off x="3515784" y="3919116"/>
            <a:ext cx="8235949" cy="651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914377" rtl="0" eaLnBrk="0" fontAlgn="base" latinLnBrk="0" hangingPunct="0">
              <a:lnSpc>
                <a:spcPct val="100000"/>
              </a:lnSpc>
              <a:spcBef>
                <a:spcPct val="60000"/>
              </a:spcBef>
              <a:spcAft>
                <a:spcPct val="0"/>
              </a:spcAft>
              <a:buClr>
                <a:srgbClr val="8C42BD"/>
              </a:buClr>
              <a:buSzTx/>
              <a:buFontTx/>
              <a:buNone/>
              <a:tabLst/>
              <a:defRPr/>
            </a:pPr>
            <a:r>
              <a:rPr kumimoji="0" lang="en-US" altLang="es-AR" sz="1467" b="0" i="0" u="none" strike="noStrike" kern="1200" cap="none" spc="0" normalizeH="0" baseline="0" noProof="0">
                <a:ln>
                  <a:noFill/>
                </a:ln>
                <a:solidFill>
                  <a:srgbClr val="000000"/>
                </a:solidFill>
                <a:effectLst/>
                <a:uLnTx/>
                <a:uFillTx/>
                <a:latin typeface="Century Gothic"/>
                <a:ea typeface="+mn-ea"/>
                <a:cs typeface="Arial" pitchFamily="34" charset="0"/>
              </a:rPr>
              <a:t>Deciding the best way to collaborate depending on the objective the team is working on (Efficient vs. Effective)</a:t>
            </a:r>
          </a:p>
        </p:txBody>
      </p:sp>
      <p:sp>
        <p:nvSpPr>
          <p:cNvPr id="25" name="Rectangle 19"/>
          <p:cNvSpPr>
            <a:spLocks noChangeArrowheads="1"/>
          </p:cNvSpPr>
          <p:nvPr/>
        </p:nvSpPr>
        <p:spPr bwMode="auto">
          <a:xfrm>
            <a:off x="3515784" y="4847275"/>
            <a:ext cx="8235949" cy="387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914377" rtl="0" eaLnBrk="0" fontAlgn="base" latinLnBrk="0" hangingPunct="0">
              <a:lnSpc>
                <a:spcPct val="100000"/>
              </a:lnSpc>
              <a:spcBef>
                <a:spcPct val="60000"/>
              </a:spcBef>
              <a:spcAft>
                <a:spcPct val="0"/>
              </a:spcAft>
              <a:buClr>
                <a:srgbClr val="8C42BD"/>
              </a:buClr>
              <a:buSzTx/>
              <a:buFontTx/>
              <a:buNone/>
              <a:tabLst/>
              <a:defRPr/>
            </a:pPr>
            <a:r>
              <a:rPr kumimoji="0" lang="en-US" altLang="es-AR" sz="1467" b="0" i="0" u="none" strike="noStrike" kern="1200" cap="none" spc="0" normalizeH="0" baseline="0" noProof="0">
                <a:ln>
                  <a:noFill/>
                </a:ln>
                <a:solidFill>
                  <a:srgbClr val="000000"/>
                </a:solidFill>
                <a:effectLst/>
                <a:uLnTx/>
                <a:uFillTx/>
                <a:latin typeface="Century Gothic"/>
                <a:ea typeface="+mn-ea"/>
                <a:cs typeface="Arial" pitchFamily="34" charset="0"/>
              </a:rPr>
              <a:t>Raising issues that everyone knows, but no one is publicly saying</a:t>
            </a:r>
          </a:p>
        </p:txBody>
      </p:sp>
      <p:sp>
        <p:nvSpPr>
          <p:cNvPr id="28" name="Rectangle 22"/>
          <p:cNvSpPr>
            <a:spLocks noChangeArrowheads="1"/>
          </p:cNvSpPr>
          <p:nvPr/>
        </p:nvSpPr>
        <p:spPr bwMode="auto">
          <a:xfrm>
            <a:off x="3515784" y="5660092"/>
            <a:ext cx="8235949" cy="387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914377" rtl="0" eaLnBrk="0" fontAlgn="base" latinLnBrk="0" hangingPunct="0">
              <a:lnSpc>
                <a:spcPct val="100000"/>
              </a:lnSpc>
              <a:spcBef>
                <a:spcPct val="60000"/>
              </a:spcBef>
              <a:spcAft>
                <a:spcPct val="0"/>
              </a:spcAft>
              <a:buClr>
                <a:srgbClr val="8C42BD"/>
              </a:buClr>
              <a:buSzTx/>
              <a:buFontTx/>
              <a:buNone/>
              <a:tabLst/>
              <a:defRPr/>
            </a:pPr>
            <a:r>
              <a:rPr kumimoji="0" lang="en-US" altLang="es-AR" sz="1467" b="0" i="0" u="none" strike="noStrike" kern="1200" cap="none" spc="0" normalizeH="0" baseline="0" noProof="0">
                <a:ln>
                  <a:noFill/>
                </a:ln>
                <a:solidFill>
                  <a:srgbClr val="000000"/>
                </a:solidFill>
                <a:effectLst/>
                <a:uLnTx/>
                <a:uFillTx/>
                <a:latin typeface="Century Gothic"/>
                <a:ea typeface="+mn-ea"/>
                <a:cs typeface="Arial" pitchFamily="34" charset="0"/>
              </a:rPr>
              <a:t>Helping a new team leader quickly integrate with the team</a:t>
            </a:r>
          </a:p>
        </p:txBody>
      </p:sp>
      <p:sp>
        <p:nvSpPr>
          <p:cNvPr id="29" name="Rectangle 23"/>
          <p:cNvSpPr>
            <a:spLocks noChangeArrowheads="1"/>
          </p:cNvSpPr>
          <p:nvPr/>
        </p:nvSpPr>
        <p:spPr bwMode="auto">
          <a:xfrm>
            <a:off x="3515784" y="6423167"/>
            <a:ext cx="8235949" cy="387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914377" rtl="0" eaLnBrk="0" fontAlgn="base" latinLnBrk="0" hangingPunct="0">
              <a:lnSpc>
                <a:spcPct val="100000"/>
              </a:lnSpc>
              <a:spcBef>
                <a:spcPct val="60000"/>
              </a:spcBef>
              <a:spcAft>
                <a:spcPct val="0"/>
              </a:spcAft>
              <a:buClr>
                <a:srgbClr val="8C42BD"/>
              </a:buClr>
              <a:buSzTx/>
              <a:buFontTx/>
              <a:buNone/>
              <a:tabLst/>
              <a:defRPr/>
            </a:pPr>
            <a:r>
              <a:rPr kumimoji="0" lang="en-US" altLang="es-AR" sz="1733" b="1" i="0" u="none" strike="noStrike" kern="1200" cap="none" spc="0" normalizeH="0" baseline="0" noProof="0" dirty="0">
                <a:ln>
                  <a:noFill/>
                </a:ln>
                <a:solidFill>
                  <a:srgbClr val="002D62"/>
                </a:solidFill>
                <a:effectLst/>
                <a:uLnTx/>
                <a:uFillTx/>
                <a:latin typeface="Arial" pitchFamily="34" charset="0"/>
                <a:ea typeface="+mn-ea"/>
                <a:cs typeface="Arial" pitchFamily="34" charset="0"/>
              </a:rPr>
              <a:t>Coming up with “out of the box” solutions through a structured process</a:t>
            </a:r>
          </a:p>
        </p:txBody>
      </p:sp>
    </p:spTree>
    <p:extLst>
      <p:ext uri="{BB962C8B-B14F-4D97-AF65-F5344CB8AC3E}">
        <p14:creationId xmlns:p14="http://schemas.microsoft.com/office/powerpoint/2010/main" val="3643020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p:txBody>
          <a:bodyPr>
            <a:norm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latin typeface="+mj-lt"/>
              </a:rPr>
              <a:t>collective development</a:t>
            </a:r>
          </a:p>
        </p:txBody>
      </p:sp>
      <p:sp>
        <p:nvSpPr>
          <p:cNvPr id="17" name="Rectangle 14337">
            <a:extLst>
              <a:ext uri="{FF2B5EF4-FFF2-40B4-BE49-F238E27FC236}">
                <a16:creationId xmlns:a16="http://schemas.microsoft.com/office/drawing/2014/main" id="{FA7784CA-31F1-4C58-BDB6-75B01C05A718}"/>
              </a:ext>
            </a:extLst>
          </p:cNvPr>
          <p:cNvSpPr>
            <a:spLocks noChangeArrowheads="1"/>
          </p:cNvSpPr>
          <p:nvPr/>
        </p:nvSpPr>
        <p:spPr bwMode="auto">
          <a:xfrm>
            <a:off x="8880353" y="2668761"/>
            <a:ext cx="2480465" cy="26263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37061" marR="0" lvl="0" indent="-237061" algn="l" defTabSz="895328" rtl="0" eaLnBrk="0" fontAlgn="base" latinLnBrk="0" hangingPunct="0">
              <a:lnSpc>
                <a:spcPct val="100000"/>
              </a:lnSpc>
              <a:spcBef>
                <a:spcPts val="1600"/>
              </a:spcBef>
              <a:spcAft>
                <a:spcPts val="0"/>
              </a:spcAft>
              <a:buClrTx/>
              <a:buSzPct val="50000"/>
              <a:buFontTx/>
              <a:buChar char="•"/>
              <a:tabLst/>
              <a:defRPr/>
            </a:pPr>
            <a:r>
              <a:rPr kumimoji="0" lang="en-US" altLang="en-US" sz="1600" b="0" i="0" u="none" strike="noStrike" kern="1200" cap="none" spc="0" normalizeH="0" baseline="0" noProof="0">
                <a:ln>
                  <a:noFill/>
                </a:ln>
                <a:solidFill>
                  <a:srgbClr val="000000"/>
                </a:solidFill>
                <a:effectLst/>
                <a:uLnTx/>
                <a:uFillTx/>
                <a:latin typeface="Century Gothic"/>
                <a:ea typeface="+mn-ea"/>
                <a:cs typeface="Arial" panose="020B0604020202020204" pitchFamily="34" charset="0"/>
              </a:rPr>
              <a:t>Observation and facilitation of a few monthly meetings.</a:t>
            </a:r>
          </a:p>
          <a:p>
            <a:pPr marL="237061" marR="0" lvl="0" indent="-237061" algn="l" defTabSz="895328" rtl="0" eaLnBrk="0" fontAlgn="base" latinLnBrk="0" hangingPunct="0">
              <a:lnSpc>
                <a:spcPct val="100000"/>
              </a:lnSpc>
              <a:spcBef>
                <a:spcPts val="1600"/>
              </a:spcBef>
              <a:spcAft>
                <a:spcPts val="0"/>
              </a:spcAft>
              <a:buClrTx/>
              <a:buSzPct val="50000"/>
              <a:buFontTx/>
              <a:buChar char="•"/>
              <a:tabLst/>
              <a:defRPr/>
            </a:pPr>
            <a:r>
              <a:rPr kumimoji="0" lang="en-US" altLang="en-US" sz="1600" b="0" i="0" u="none" strike="noStrike" kern="1200" cap="none" spc="0" normalizeH="0" baseline="0" noProof="0">
                <a:ln>
                  <a:noFill/>
                </a:ln>
                <a:solidFill>
                  <a:srgbClr val="000000"/>
                </a:solidFill>
                <a:effectLst/>
                <a:uLnTx/>
                <a:uFillTx/>
                <a:latin typeface="Century Gothic"/>
                <a:ea typeface="+mn-ea"/>
                <a:cs typeface="Arial" panose="020B0604020202020204" pitchFamily="34" charset="0"/>
              </a:rPr>
              <a:t>Suggestions for improvement by the Axialent facilitator.</a:t>
            </a:r>
          </a:p>
          <a:p>
            <a:pPr marL="237061" marR="0" lvl="0" indent="-237061" algn="l" defTabSz="895328" rtl="0" eaLnBrk="0" fontAlgn="base" latinLnBrk="0" hangingPunct="0">
              <a:lnSpc>
                <a:spcPct val="100000"/>
              </a:lnSpc>
              <a:spcBef>
                <a:spcPts val="1600"/>
              </a:spcBef>
              <a:spcAft>
                <a:spcPts val="0"/>
              </a:spcAft>
              <a:buClrTx/>
              <a:buSzPct val="50000"/>
              <a:buFontTx/>
              <a:buChar char="•"/>
              <a:tabLst/>
              <a:defRPr/>
            </a:pPr>
            <a:r>
              <a:rPr kumimoji="0" lang="en-US" altLang="en-US" sz="1600" b="0" i="0" u="none" strike="noStrike" kern="1200" cap="none" spc="0" normalizeH="0" baseline="0" noProof="0">
                <a:ln>
                  <a:noFill/>
                </a:ln>
                <a:solidFill>
                  <a:srgbClr val="000000"/>
                </a:solidFill>
                <a:effectLst/>
                <a:uLnTx/>
                <a:uFillTx/>
                <a:latin typeface="Century Gothic"/>
                <a:ea typeface="+mn-ea"/>
                <a:cs typeface="Arial" panose="020B0604020202020204" pitchFamily="34" charset="0"/>
              </a:rPr>
              <a:t>In person if possible or by Zoom or other digital platform.</a:t>
            </a:r>
          </a:p>
        </p:txBody>
      </p:sp>
      <p:sp>
        <p:nvSpPr>
          <p:cNvPr id="30" name="Rectangle 14338">
            <a:extLst>
              <a:ext uri="{FF2B5EF4-FFF2-40B4-BE49-F238E27FC236}">
                <a16:creationId xmlns:a16="http://schemas.microsoft.com/office/drawing/2014/main" id="{C0229AA0-8B0E-4684-BE99-F1001E4AFB8C}"/>
              </a:ext>
            </a:extLst>
          </p:cNvPr>
          <p:cNvSpPr>
            <a:spLocks noChangeArrowheads="1"/>
          </p:cNvSpPr>
          <p:nvPr/>
        </p:nvSpPr>
        <p:spPr bwMode="auto">
          <a:xfrm>
            <a:off x="1041619" y="2091471"/>
            <a:ext cx="1381125" cy="3282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895328" rtl="0" eaLnBrk="0" fontAlgn="base" latinLnBrk="0" hangingPunct="0">
              <a:lnSpc>
                <a:spcPct val="100000"/>
              </a:lnSpc>
              <a:spcBef>
                <a:spcPct val="50000"/>
              </a:spcBef>
              <a:spcAft>
                <a:spcPct val="0"/>
              </a:spcAft>
              <a:buClrTx/>
              <a:buSzTx/>
              <a:buFontTx/>
              <a:buNone/>
              <a:tabLst/>
              <a:defRPr/>
            </a:pPr>
            <a:r>
              <a:rPr kumimoji="0" lang="en-US" altLang="en-US" sz="2133" b="1" i="0" u="none" strike="noStrike" kern="1200" cap="none" spc="0" normalizeH="0" baseline="0" noProof="0">
                <a:ln>
                  <a:noFill/>
                </a:ln>
                <a:solidFill>
                  <a:srgbClr val="000000"/>
                </a:solidFill>
                <a:effectLst/>
                <a:uLnTx/>
                <a:uFillTx/>
                <a:latin typeface="Century Gothic"/>
                <a:ea typeface="+mn-ea"/>
                <a:cs typeface="Arial" panose="020B0604020202020204" pitchFamily="34" charset="0"/>
              </a:rPr>
              <a:t>objectives</a:t>
            </a:r>
          </a:p>
        </p:txBody>
      </p:sp>
      <p:sp>
        <p:nvSpPr>
          <p:cNvPr id="31" name="Rectangle 14339">
            <a:extLst>
              <a:ext uri="{FF2B5EF4-FFF2-40B4-BE49-F238E27FC236}">
                <a16:creationId xmlns:a16="http://schemas.microsoft.com/office/drawing/2014/main" id="{D578F732-52D1-46B2-9571-0B4B726E090D}"/>
              </a:ext>
            </a:extLst>
          </p:cNvPr>
          <p:cNvSpPr>
            <a:spLocks noChangeArrowheads="1"/>
          </p:cNvSpPr>
          <p:nvPr/>
        </p:nvSpPr>
        <p:spPr bwMode="auto">
          <a:xfrm>
            <a:off x="4846576" y="2091423"/>
            <a:ext cx="3100387" cy="3282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895328" rtl="0" eaLnBrk="0" fontAlgn="base" latinLnBrk="0" hangingPunct="0">
              <a:lnSpc>
                <a:spcPct val="100000"/>
              </a:lnSpc>
              <a:spcBef>
                <a:spcPct val="50000"/>
              </a:spcBef>
              <a:spcAft>
                <a:spcPct val="0"/>
              </a:spcAft>
              <a:buClrTx/>
              <a:buSzTx/>
              <a:buFontTx/>
              <a:buNone/>
              <a:tabLst/>
              <a:defRPr/>
            </a:pPr>
            <a:r>
              <a:rPr kumimoji="0" lang="en-US" altLang="en-US" sz="2133" b="1" i="0" u="none" strike="noStrike" kern="1200" cap="none" spc="0" normalizeH="0" baseline="0" noProof="0">
                <a:ln>
                  <a:noFill/>
                </a:ln>
                <a:solidFill>
                  <a:srgbClr val="000000"/>
                </a:solidFill>
                <a:effectLst/>
                <a:uLnTx/>
                <a:uFillTx/>
                <a:latin typeface="Century Gothic"/>
                <a:ea typeface="+mn-ea"/>
                <a:cs typeface="Arial" panose="020B0604020202020204" pitchFamily="34" charset="0"/>
              </a:rPr>
              <a:t>content and dynamic</a:t>
            </a:r>
          </a:p>
        </p:txBody>
      </p:sp>
      <p:sp>
        <p:nvSpPr>
          <p:cNvPr id="32" name="Rectangle 14340">
            <a:extLst>
              <a:ext uri="{FF2B5EF4-FFF2-40B4-BE49-F238E27FC236}">
                <a16:creationId xmlns:a16="http://schemas.microsoft.com/office/drawing/2014/main" id="{AB10864F-F359-4F1C-9A38-12C0D63F5E2C}"/>
              </a:ext>
            </a:extLst>
          </p:cNvPr>
          <p:cNvSpPr>
            <a:spLocks noChangeArrowheads="1"/>
          </p:cNvSpPr>
          <p:nvPr/>
        </p:nvSpPr>
        <p:spPr bwMode="auto">
          <a:xfrm>
            <a:off x="9570915" y="2092835"/>
            <a:ext cx="1381125" cy="3282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895328" rtl="0" eaLnBrk="0" fontAlgn="base" latinLnBrk="0" hangingPunct="0">
              <a:lnSpc>
                <a:spcPct val="100000"/>
              </a:lnSpc>
              <a:spcBef>
                <a:spcPct val="50000"/>
              </a:spcBef>
              <a:spcAft>
                <a:spcPct val="0"/>
              </a:spcAft>
              <a:buClrTx/>
              <a:buSzTx/>
              <a:buFontTx/>
              <a:buNone/>
              <a:tabLst/>
              <a:defRPr/>
            </a:pPr>
            <a:r>
              <a:rPr kumimoji="0" lang="en-US" altLang="en-US" sz="2133" b="1" i="0" u="none" strike="noStrike" kern="1200" cap="none" spc="0" normalizeH="0" baseline="0" noProof="0">
                <a:ln>
                  <a:noFill/>
                </a:ln>
                <a:solidFill>
                  <a:srgbClr val="000000"/>
                </a:solidFill>
                <a:effectLst/>
                <a:uLnTx/>
                <a:uFillTx/>
                <a:latin typeface="Century Gothic"/>
                <a:ea typeface="+mn-ea"/>
                <a:cs typeface="Arial" panose="020B0604020202020204" pitchFamily="34" charset="0"/>
              </a:rPr>
              <a:t>format</a:t>
            </a:r>
          </a:p>
        </p:txBody>
      </p:sp>
      <p:sp>
        <p:nvSpPr>
          <p:cNvPr id="33" name="Straight Connector 14341">
            <a:extLst>
              <a:ext uri="{FF2B5EF4-FFF2-40B4-BE49-F238E27FC236}">
                <a16:creationId xmlns:a16="http://schemas.microsoft.com/office/drawing/2014/main" id="{AEBD5426-E89A-4E32-94C3-D4FE6DAA5475}"/>
              </a:ext>
            </a:extLst>
          </p:cNvPr>
          <p:cNvSpPr>
            <a:spLocks noChangeShapeType="1"/>
          </p:cNvSpPr>
          <p:nvPr/>
        </p:nvSpPr>
        <p:spPr bwMode="auto">
          <a:xfrm>
            <a:off x="404358" y="2572311"/>
            <a:ext cx="11364905" cy="6127"/>
          </a:xfrm>
          <a:prstGeom prst="line">
            <a:avLst/>
          </a:prstGeom>
          <a:noFill/>
          <a:ln w="15875" algn="ctr">
            <a:solidFill>
              <a:srgbClr val="A0ACA2"/>
            </a:solidFill>
            <a:round/>
            <a:headEnd/>
            <a:tailEnd/>
          </a:ln>
          <a:extLst>
            <a:ext uri="{909E8E84-426E-40dd-AFC4-6F175D3DCCD1}">
              <a14:hiddenFill xmlns="" xmlns:a14="http://schemas.microsoft.com/office/drawing/2010/main">
                <a:noFill/>
              </a14:hiddenFill>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914377" rtl="0" eaLnBrk="0" fontAlgn="base" latinLnBrk="0" hangingPunct="0">
              <a:lnSpc>
                <a:spcPct val="100000"/>
              </a:lnSpc>
              <a:spcBef>
                <a:spcPct val="50000"/>
              </a:spcBef>
              <a:spcAft>
                <a:spcPct val="0"/>
              </a:spcAft>
              <a:buClrTx/>
              <a:buSzTx/>
              <a:buFontTx/>
              <a:buNone/>
              <a:tabLst/>
              <a:defRPr/>
            </a:pPr>
            <a:endParaRPr kumimoji="0" lang="pt-BR" sz="1800" b="1" i="0" u="none" strike="noStrike" kern="1200" cap="none" spc="0" normalizeH="0" baseline="0" noProof="0">
              <a:ln>
                <a:noFill/>
              </a:ln>
              <a:solidFill>
                <a:srgbClr val="000000"/>
              </a:solidFill>
              <a:effectLst/>
              <a:uLnTx/>
              <a:uFillTx/>
              <a:latin typeface="Century Gothic"/>
              <a:ea typeface="+mn-ea"/>
              <a:cs typeface="Arial" panose="020B0604020202020204" pitchFamily="34" charset="0"/>
            </a:endParaRPr>
          </a:p>
        </p:txBody>
      </p:sp>
      <p:sp>
        <p:nvSpPr>
          <p:cNvPr id="34" name="Rectangle 14342">
            <a:extLst>
              <a:ext uri="{FF2B5EF4-FFF2-40B4-BE49-F238E27FC236}">
                <a16:creationId xmlns:a16="http://schemas.microsoft.com/office/drawing/2014/main" id="{84516E41-640A-4104-80E9-CD7AEFEB948A}"/>
              </a:ext>
            </a:extLst>
          </p:cNvPr>
          <p:cNvSpPr>
            <a:spLocks noChangeArrowheads="1"/>
          </p:cNvSpPr>
          <p:nvPr/>
        </p:nvSpPr>
        <p:spPr bwMode="auto">
          <a:xfrm>
            <a:off x="812801" y="2668762"/>
            <a:ext cx="2480465" cy="22159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37061" marR="0" lvl="0" indent="-237061" algn="l" defTabSz="895328" rtl="0" eaLnBrk="0" fontAlgn="base" latinLnBrk="0" hangingPunct="0">
              <a:lnSpc>
                <a:spcPct val="100000"/>
              </a:lnSpc>
              <a:spcBef>
                <a:spcPts val="1600"/>
              </a:spcBef>
              <a:spcAft>
                <a:spcPts val="0"/>
              </a:spcAft>
              <a:buClrTx/>
              <a:buSzPct val="50000"/>
              <a:buFontTx/>
              <a:buChar char="•"/>
              <a:tabLst/>
              <a:defRPr/>
            </a:pPr>
            <a:r>
              <a:rPr kumimoji="0" lang="en-US" altLang="en-US" sz="1600" b="0" i="0" u="none" strike="noStrike" kern="1200" cap="none" spc="0" normalizeH="0" baseline="0" noProof="0">
                <a:ln>
                  <a:noFill/>
                </a:ln>
                <a:solidFill>
                  <a:srgbClr val="000000"/>
                </a:solidFill>
                <a:effectLst/>
                <a:uLnTx/>
                <a:uFillTx/>
                <a:latin typeface="Century Gothic"/>
                <a:ea typeface="+mn-ea"/>
                <a:cs typeface="Arial" panose="020B0604020202020204" pitchFamily="34" charset="0"/>
              </a:rPr>
              <a:t>Help leaders internalize and implement new interaction practices in their regular meetings and team activities, grounded in a new leadership model.</a:t>
            </a:r>
          </a:p>
        </p:txBody>
      </p:sp>
      <p:sp>
        <p:nvSpPr>
          <p:cNvPr id="35" name="Rectangle 14343">
            <a:extLst>
              <a:ext uri="{FF2B5EF4-FFF2-40B4-BE49-F238E27FC236}">
                <a16:creationId xmlns:a16="http://schemas.microsoft.com/office/drawing/2014/main" id="{FA29A69D-F05E-44AC-AC9E-C05189FE23F2}"/>
              </a:ext>
            </a:extLst>
          </p:cNvPr>
          <p:cNvSpPr>
            <a:spLocks noChangeArrowheads="1"/>
          </p:cNvSpPr>
          <p:nvPr/>
        </p:nvSpPr>
        <p:spPr bwMode="auto">
          <a:xfrm>
            <a:off x="4846577" y="2668761"/>
            <a:ext cx="2480465" cy="315984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37061" indent="-237061" defTabSz="895328" eaLnBrk="0" fontAlgn="base" hangingPunct="0">
              <a:spcBef>
                <a:spcPts val="1600"/>
              </a:spcBef>
              <a:buSzPct val="50000"/>
              <a:buFontTx/>
              <a:buChar char="•"/>
            </a:pPr>
            <a:r>
              <a:rPr lang="en-US" altLang="en-US" sz="1600" b="0" dirty="0">
                <a:solidFill>
                  <a:srgbClr val="000000"/>
                </a:solidFill>
                <a:latin typeface="Century Gothic"/>
              </a:rPr>
              <a:t>Improvement of structure and behavior of typical team meetings.</a:t>
            </a:r>
          </a:p>
          <a:p>
            <a:pPr marL="237061" marR="0" lvl="0" indent="-237061" algn="l" defTabSz="895328" rtl="0" eaLnBrk="0" fontAlgn="base" latinLnBrk="0" hangingPunct="0">
              <a:lnSpc>
                <a:spcPct val="100000"/>
              </a:lnSpc>
              <a:spcBef>
                <a:spcPts val="1600"/>
              </a:spcBef>
              <a:spcAft>
                <a:spcPts val="0"/>
              </a:spcAft>
              <a:buClrTx/>
              <a:buSzPct val="50000"/>
              <a:buFontTx/>
              <a:buChar char="•"/>
              <a:tabLst/>
              <a:defRPr/>
            </a:pPr>
            <a:r>
              <a:rPr kumimoji="0" lang="en-US" altLang="en-US" sz="1600" b="0" i="0" u="none" strike="noStrike" kern="1200" cap="none" spc="0" normalizeH="0" baseline="0" noProof="0" dirty="0">
                <a:ln>
                  <a:noFill/>
                </a:ln>
                <a:solidFill>
                  <a:srgbClr val="000000"/>
                </a:solidFill>
                <a:effectLst/>
                <a:uLnTx/>
                <a:uFillTx/>
                <a:latin typeface="Century Gothic"/>
                <a:ea typeface="+mn-ea"/>
                <a:cs typeface="Arial" panose="020B0604020202020204" pitchFamily="34" charset="0"/>
              </a:rPr>
              <a:t>Development of enhanced conversational and team interaction practices, including commitment, listening, negotiation and conflict resolution.</a:t>
            </a:r>
          </a:p>
        </p:txBody>
      </p:sp>
      <p:sp>
        <p:nvSpPr>
          <p:cNvPr id="36" name="Rectangle 13">
            <a:extLst>
              <a:ext uri="{FF2B5EF4-FFF2-40B4-BE49-F238E27FC236}">
                <a16:creationId xmlns:a16="http://schemas.microsoft.com/office/drawing/2014/main" id="{14DAFDE8-99A7-4DD1-A276-B031BC8AD79B}"/>
              </a:ext>
            </a:extLst>
          </p:cNvPr>
          <p:cNvSpPr>
            <a:spLocks noChangeArrowheads="1"/>
          </p:cNvSpPr>
          <p:nvPr/>
        </p:nvSpPr>
        <p:spPr bwMode="auto">
          <a:xfrm>
            <a:off x="3329433" y="1309511"/>
            <a:ext cx="5514759" cy="5027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altLang="en-US" sz="2667" b="0" i="0" u="none" strike="noStrike" kern="1200" cap="none" spc="0" normalizeH="0" baseline="0" noProof="0">
                <a:ln>
                  <a:noFill/>
                </a:ln>
                <a:solidFill>
                  <a:srgbClr val="C00000"/>
                </a:solidFill>
                <a:effectLst/>
                <a:uLnTx/>
                <a:uFillTx/>
                <a:latin typeface="Century Gothic"/>
                <a:ea typeface="+mn-ea"/>
                <a:cs typeface="Arial" panose="020B0604020202020204" pitchFamily="34" charset="0"/>
              </a:rPr>
              <a:t>BUSINESS MEETING FACILITATION</a:t>
            </a:r>
          </a:p>
        </p:txBody>
      </p:sp>
    </p:spTree>
    <p:extLst>
      <p:ext uri="{BB962C8B-B14F-4D97-AF65-F5344CB8AC3E}">
        <p14:creationId xmlns:p14="http://schemas.microsoft.com/office/powerpoint/2010/main" val="1468954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a:xfrm>
            <a:off x="-2112" y="613776"/>
            <a:ext cx="5283199" cy="671067"/>
          </a:xfr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s-ES_tradnl" err="1"/>
              <a:t>Conscious</a:t>
            </a:r>
            <a:r>
              <a:rPr lang="es-ES_tradnl"/>
              <a:t> meeting </a:t>
            </a:r>
            <a:r>
              <a:rPr lang="es-ES_tradnl" err="1"/>
              <a:t>facilitation</a:t>
            </a:r>
            <a:endParaRPr lang="es-ES_tradnl"/>
          </a:p>
        </p:txBody>
      </p:sp>
      <p:sp>
        <p:nvSpPr>
          <p:cNvPr id="6" name="Shape 178"/>
          <p:cNvSpPr txBox="1">
            <a:spLocks/>
          </p:cNvSpPr>
          <p:nvPr/>
        </p:nvSpPr>
        <p:spPr>
          <a:xfrm>
            <a:off x="5281087" y="800210"/>
            <a:ext cx="6734941" cy="5640759"/>
          </a:xfrm>
          <a:prstGeom prst="rect">
            <a:avLst/>
          </a:prstGeom>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304792" lvl="1" algn="just">
              <a:spcBef>
                <a:spcPts val="1333"/>
              </a:spcBef>
              <a:buClr>
                <a:schemeClr val="tx1"/>
              </a:buClr>
            </a:pPr>
            <a:endParaRPr lang="es-ES" sz="1867">
              <a:ea typeface="Arial" charset="0"/>
              <a:cs typeface="Arial" panose="020B0604020202020204" pitchFamily="34" charset="0"/>
            </a:endParaRPr>
          </a:p>
          <a:p>
            <a:pPr marL="0" lvl="1" indent="0">
              <a:lnSpc>
                <a:spcPct val="100000"/>
              </a:lnSpc>
              <a:buNone/>
            </a:pPr>
            <a:r>
              <a:rPr lang="en-US" sz="1867" b="1"/>
              <a:t>Conscious meeting facilitation </a:t>
            </a:r>
            <a:r>
              <a:rPr lang="en-US" sz="1867"/>
              <a:t>transforms the meeting experience into one of </a:t>
            </a:r>
            <a:r>
              <a:rPr lang="en-US" sz="1867" b="1"/>
              <a:t>achievement and motivation</a:t>
            </a:r>
            <a:r>
              <a:rPr lang="en-US" sz="1867"/>
              <a:t>.</a:t>
            </a:r>
          </a:p>
          <a:p>
            <a:pPr marL="0" lvl="1" indent="0">
              <a:lnSpc>
                <a:spcPct val="100000"/>
              </a:lnSpc>
              <a:buNone/>
            </a:pPr>
            <a:r>
              <a:rPr lang="en-US" sz="1867"/>
              <a:t>It means operating with a </a:t>
            </a:r>
            <a:r>
              <a:rPr lang="en-US" sz="1867" b="1"/>
              <a:t>heightened awareness for mindsets and behaviors that impact a meeting’s outcomes</a:t>
            </a:r>
            <a:r>
              <a:rPr lang="en-US" sz="1867"/>
              <a:t>. In fact, conscious meeting facilitation </a:t>
            </a:r>
            <a:r>
              <a:rPr lang="en-US" sz="1867" b="1"/>
              <a:t>begins by establishing the right mindsets </a:t>
            </a:r>
            <a:r>
              <a:rPr lang="en-US" sz="1867"/>
              <a:t>which in turn inform behaviors that result in more effective meetings. </a:t>
            </a:r>
          </a:p>
          <a:p>
            <a:pPr marL="0" lvl="1" indent="0">
              <a:lnSpc>
                <a:spcPct val="100000"/>
              </a:lnSpc>
              <a:buNone/>
            </a:pPr>
            <a:r>
              <a:rPr lang="en-US" sz="1867"/>
              <a:t>Conscious meeting facilitation </a:t>
            </a:r>
            <a:r>
              <a:rPr lang="en-US" sz="1867" b="1"/>
              <a:t>helps people remain aware of their choices to adhere to these mindsets and behaviors.</a:t>
            </a:r>
          </a:p>
          <a:p>
            <a:pPr marL="0" lvl="1" indent="0">
              <a:lnSpc>
                <a:spcPct val="100000"/>
              </a:lnSpc>
              <a:buNone/>
            </a:pPr>
            <a:r>
              <a:rPr lang="en-US" sz="1867"/>
              <a:t>Conscious meeting facilitation means that every aspect of the meeting’s design and preparation, as well as its facilitation, is conducted from a place of awareness of </a:t>
            </a:r>
            <a:r>
              <a:rPr lang="en-US" sz="1867" b="1"/>
              <a:t>multiple dimensions from the physical to the cognitive to the emotional</a:t>
            </a:r>
            <a:r>
              <a:rPr lang="en-US" sz="1867"/>
              <a:t>, all to produce a specific desired business outcome. Let’s take a look at each of these dimensions.</a:t>
            </a:r>
          </a:p>
        </p:txBody>
      </p:sp>
      <p:pic>
        <p:nvPicPr>
          <p:cNvPr id="8" name="Imagen 7"/>
          <p:cNvPicPr/>
          <p:nvPr/>
        </p:nvPicPr>
        <p:blipFill>
          <a:blip r:embed="rId2">
            <a:extLst>
              <a:ext uri="{28A0092B-C50C-407E-A947-70E740481C1C}">
                <a14:useLocalDpi xmlns:a14="http://schemas.microsoft.com/office/drawing/2010/main" val="0"/>
              </a:ext>
            </a:extLst>
          </a:blip>
          <a:srcRect/>
          <a:stretch>
            <a:fillRect/>
          </a:stretch>
        </p:blipFill>
        <p:spPr bwMode="auto">
          <a:xfrm>
            <a:off x="525098" y="2855203"/>
            <a:ext cx="4020820" cy="1530773"/>
          </a:xfrm>
          <a:prstGeom prst="rect">
            <a:avLst/>
          </a:prstGeom>
          <a:noFill/>
          <a:ln>
            <a:noFill/>
          </a:ln>
        </p:spPr>
      </p:pic>
      <p:sp>
        <p:nvSpPr>
          <p:cNvPr id="3" name="Rectángulo 2"/>
          <p:cNvSpPr/>
          <p:nvPr/>
        </p:nvSpPr>
        <p:spPr>
          <a:xfrm>
            <a:off x="545470" y="1895821"/>
            <a:ext cx="4188033" cy="666977"/>
          </a:xfrm>
          <a:prstGeom prst="rect">
            <a:avLst/>
          </a:prstGeom>
        </p:spPr>
        <p:txBody>
          <a:bodyPr wrap="square">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spcAft>
                <a:spcPts val="0"/>
              </a:spcAft>
            </a:pPr>
            <a:r>
              <a:rPr lang="en-US" sz="1867" b="1" spc="-20">
                <a:solidFill>
                  <a:srgbClr val="111111"/>
                </a:solidFill>
                <a:latin typeface="Helvetica" charset="0"/>
                <a:ea typeface="Calibri" charset="0"/>
                <a:cs typeface="Times New Roman" charset="0"/>
              </a:rPr>
              <a:t>Establishing Clear Mindsets, and Behavioral Expectations</a:t>
            </a:r>
            <a:endParaRPr lang="es-ES_tradnl" sz="1867">
              <a:effectLst/>
              <a:latin typeface="Calibri" charset="0"/>
              <a:ea typeface="Calibri" charset="0"/>
              <a:cs typeface="Times New Roman" charset="0"/>
            </a:endParaRPr>
          </a:p>
        </p:txBody>
      </p:sp>
    </p:spTree>
    <p:extLst>
      <p:ext uri="{BB962C8B-B14F-4D97-AF65-F5344CB8AC3E}">
        <p14:creationId xmlns:p14="http://schemas.microsoft.com/office/powerpoint/2010/main" val="10063827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p:txBody>
          <a:bodyPr>
            <a:norm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latin typeface="+mj-lt"/>
              </a:rPr>
              <a:t>Individual development</a:t>
            </a:r>
          </a:p>
        </p:txBody>
      </p:sp>
      <p:sp>
        <p:nvSpPr>
          <p:cNvPr id="17" name="Rectangle 14337">
            <a:extLst>
              <a:ext uri="{FF2B5EF4-FFF2-40B4-BE49-F238E27FC236}">
                <a16:creationId xmlns:a16="http://schemas.microsoft.com/office/drawing/2014/main" id="{FA7784CA-31F1-4C58-BDB6-75B01C05A718}"/>
              </a:ext>
            </a:extLst>
          </p:cNvPr>
          <p:cNvSpPr>
            <a:spLocks noChangeArrowheads="1"/>
          </p:cNvSpPr>
          <p:nvPr/>
        </p:nvSpPr>
        <p:spPr bwMode="auto">
          <a:xfrm>
            <a:off x="9137678" y="2612804"/>
            <a:ext cx="2431452" cy="1436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37061" indent="-237061" defTabSz="895328" eaLnBrk="0" fontAlgn="base" hangingPunct="0">
              <a:spcBef>
                <a:spcPts val="1600"/>
              </a:spcBef>
              <a:buSzPct val="50000"/>
              <a:buFontTx/>
              <a:buChar char="•"/>
            </a:pPr>
            <a:r>
              <a:rPr lang="en-US" altLang="en-US" sz="1600" b="0">
                <a:solidFill>
                  <a:srgbClr val="000000"/>
                </a:solidFill>
                <a:latin typeface="Century Gothic"/>
              </a:rPr>
              <a:t>One-hour sessions with a dedicated Axialent consultant.</a:t>
            </a:r>
          </a:p>
          <a:p>
            <a:pPr marL="237061" indent="-237061" defTabSz="895328" eaLnBrk="0" fontAlgn="base" hangingPunct="0">
              <a:spcBef>
                <a:spcPts val="1600"/>
              </a:spcBef>
              <a:buSzPct val="50000"/>
              <a:buFontTx/>
              <a:buChar char="•"/>
            </a:pPr>
            <a:r>
              <a:rPr lang="en-US" altLang="en-US" sz="1600" b="0">
                <a:solidFill>
                  <a:srgbClr val="000000"/>
                </a:solidFill>
                <a:latin typeface="Century Gothic"/>
              </a:rPr>
              <a:t>By Zoom or Skype, or other digital platform.</a:t>
            </a:r>
          </a:p>
        </p:txBody>
      </p:sp>
      <p:sp>
        <p:nvSpPr>
          <p:cNvPr id="30" name="Rectangle 14338">
            <a:extLst>
              <a:ext uri="{FF2B5EF4-FFF2-40B4-BE49-F238E27FC236}">
                <a16:creationId xmlns:a16="http://schemas.microsoft.com/office/drawing/2014/main" id="{C0229AA0-8B0E-4684-BE99-F1001E4AFB8C}"/>
              </a:ext>
            </a:extLst>
          </p:cNvPr>
          <p:cNvSpPr>
            <a:spLocks noChangeArrowheads="1"/>
          </p:cNvSpPr>
          <p:nvPr/>
        </p:nvSpPr>
        <p:spPr bwMode="auto">
          <a:xfrm>
            <a:off x="1383838" y="2011847"/>
            <a:ext cx="1381125" cy="3282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895328" rtl="0" eaLnBrk="0" fontAlgn="base" latinLnBrk="0" hangingPunct="0">
              <a:lnSpc>
                <a:spcPct val="100000"/>
              </a:lnSpc>
              <a:spcBef>
                <a:spcPct val="50000"/>
              </a:spcBef>
              <a:spcAft>
                <a:spcPct val="0"/>
              </a:spcAft>
              <a:buClrTx/>
              <a:buSzTx/>
              <a:buFontTx/>
              <a:buNone/>
              <a:tabLst/>
              <a:defRPr/>
            </a:pPr>
            <a:r>
              <a:rPr kumimoji="0" lang="en-US" altLang="en-US" sz="2133" b="1" i="0" u="none" strike="noStrike" kern="1200" cap="none" spc="0" normalizeH="0" baseline="0" noProof="0">
                <a:ln>
                  <a:noFill/>
                </a:ln>
                <a:solidFill>
                  <a:srgbClr val="000000"/>
                </a:solidFill>
                <a:effectLst/>
                <a:uLnTx/>
                <a:uFillTx/>
                <a:latin typeface="Century Gothic"/>
                <a:ea typeface="+mn-ea"/>
                <a:cs typeface="Arial" panose="020B0604020202020204" pitchFamily="34" charset="0"/>
              </a:rPr>
              <a:t>objectives</a:t>
            </a:r>
          </a:p>
        </p:txBody>
      </p:sp>
      <p:sp>
        <p:nvSpPr>
          <p:cNvPr id="31" name="Rectangle 14339">
            <a:extLst>
              <a:ext uri="{FF2B5EF4-FFF2-40B4-BE49-F238E27FC236}">
                <a16:creationId xmlns:a16="http://schemas.microsoft.com/office/drawing/2014/main" id="{D578F732-52D1-46B2-9571-0B4B726E090D}"/>
              </a:ext>
            </a:extLst>
          </p:cNvPr>
          <p:cNvSpPr>
            <a:spLocks noChangeArrowheads="1"/>
          </p:cNvSpPr>
          <p:nvPr/>
        </p:nvSpPr>
        <p:spPr bwMode="auto">
          <a:xfrm>
            <a:off x="4781609" y="2009573"/>
            <a:ext cx="3100387" cy="3282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895328" rtl="0" eaLnBrk="0" fontAlgn="base" latinLnBrk="0" hangingPunct="0">
              <a:lnSpc>
                <a:spcPct val="100000"/>
              </a:lnSpc>
              <a:spcBef>
                <a:spcPct val="50000"/>
              </a:spcBef>
              <a:spcAft>
                <a:spcPct val="0"/>
              </a:spcAft>
              <a:buClrTx/>
              <a:buSzTx/>
              <a:buFontTx/>
              <a:buNone/>
              <a:tabLst/>
              <a:defRPr/>
            </a:pPr>
            <a:r>
              <a:rPr kumimoji="0" lang="en-US" altLang="en-US" sz="2133" b="1" i="0" u="none" strike="noStrike" kern="1200" cap="none" spc="0" normalizeH="0" baseline="0" noProof="0">
                <a:ln>
                  <a:noFill/>
                </a:ln>
                <a:solidFill>
                  <a:srgbClr val="000000"/>
                </a:solidFill>
                <a:effectLst/>
                <a:uLnTx/>
                <a:uFillTx/>
                <a:latin typeface="Century Gothic"/>
                <a:ea typeface="+mn-ea"/>
                <a:cs typeface="Arial" panose="020B0604020202020204" pitchFamily="34" charset="0"/>
              </a:rPr>
              <a:t>content and dynamic</a:t>
            </a:r>
          </a:p>
        </p:txBody>
      </p:sp>
      <p:sp>
        <p:nvSpPr>
          <p:cNvPr id="32" name="Rectangle 14340">
            <a:extLst>
              <a:ext uri="{FF2B5EF4-FFF2-40B4-BE49-F238E27FC236}">
                <a16:creationId xmlns:a16="http://schemas.microsoft.com/office/drawing/2014/main" id="{AB10864F-F359-4F1C-9A38-12C0D63F5E2C}"/>
              </a:ext>
            </a:extLst>
          </p:cNvPr>
          <p:cNvSpPr>
            <a:spLocks noChangeArrowheads="1"/>
          </p:cNvSpPr>
          <p:nvPr/>
        </p:nvSpPr>
        <p:spPr bwMode="auto">
          <a:xfrm>
            <a:off x="9898643" y="2011847"/>
            <a:ext cx="1381125" cy="3282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895328" rtl="0" eaLnBrk="0" fontAlgn="base" latinLnBrk="0" hangingPunct="0">
              <a:lnSpc>
                <a:spcPct val="100000"/>
              </a:lnSpc>
              <a:spcBef>
                <a:spcPct val="50000"/>
              </a:spcBef>
              <a:spcAft>
                <a:spcPct val="0"/>
              </a:spcAft>
              <a:buClrTx/>
              <a:buSzTx/>
              <a:buFontTx/>
              <a:buNone/>
              <a:tabLst/>
              <a:defRPr/>
            </a:pPr>
            <a:r>
              <a:rPr kumimoji="0" lang="en-US" altLang="en-US" sz="2133" b="1" i="0" u="none" strike="noStrike" kern="1200" cap="none" spc="0" normalizeH="0" baseline="0" noProof="0">
                <a:ln>
                  <a:noFill/>
                </a:ln>
                <a:solidFill>
                  <a:srgbClr val="000000"/>
                </a:solidFill>
                <a:effectLst/>
                <a:uLnTx/>
                <a:uFillTx/>
                <a:latin typeface="Century Gothic"/>
                <a:ea typeface="+mn-ea"/>
                <a:cs typeface="Arial" panose="020B0604020202020204" pitchFamily="34" charset="0"/>
              </a:rPr>
              <a:t>format</a:t>
            </a:r>
          </a:p>
        </p:txBody>
      </p:sp>
      <p:sp>
        <p:nvSpPr>
          <p:cNvPr id="33" name="Straight Connector 14341">
            <a:extLst>
              <a:ext uri="{FF2B5EF4-FFF2-40B4-BE49-F238E27FC236}">
                <a16:creationId xmlns:a16="http://schemas.microsoft.com/office/drawing/2014/main" id="{AEBD5426-E89A-4E32-94C3-D4FE6DAA5475}"/>
              </a:ext>
            </a:extLst>
          </p:cNvPr>
          <p:cNvSpPr>
            <a:spLocks noChangeShapeType="1"/>
          </p:cNvSpPr>
          <p:nvPr/>
        </p:nvSpPr>
        <p:spPr bwMode="auto">
          <a:xfrm>
            <a:off x="404358" y="2499741"/>
            <a:ext cx="11364905" cy="6127"/>
          </a:xfrm>
          <a:prstGeom prst="line">
            <a:avLst/>
          </a:prstGeom>
          <a:noFill/>
          <a:ln w="15875" algn="ctr">
            <a:solidFill>
              <a:srgbClr val="A0ACA2"/>
            </a:solidFill>
            <a:round/>
            <a:headEnd/>
            <a:tailEnd/>
          </a:ln>
          <a:extLst>
            <a:ext uri="{909E8E84-426E-40dd-AFC4-6F175D3DCCD1}">
              <a14:hiddenFill xmlns="" xmlns:a14="http://schemas.microsoft.com/office/drawing/2010/main">
                <a:noFill/>
              </a14:hiddenFill>
            </a:ext>
          </a:extLst>
        </p:spPr>
        <p:txBody>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914377" rtl="0" eaLnBrk="0" fontAlgn="base" latinLnBrk="0" hangingPunct="0">
              <a:lnSpc>
                <a:spcPct val="100000"/>
              </a:lnSpc>
              <a:spcBef>
                <a:spcPct val="50000"/>
              </a:spcBef>
              <a:spcAft>
                <a:spcPct val="0"/>
              </a:spcAft>
              <a:buClrTx/>
              <a:buSzTx/>
              <a:buFontTx/>
              <a:buNone/>
              <a:tabLst/>
              <a:defRPr/>
            </a:pPr>
            <a:endParaRPr kumimoji="0" lang="pt-BR" sz="1800" b="1" i="0" u="none" strike="noStrike" kern="1200" cap="none" spc="0" normalizeH="0" baseline="0" noProof="0">
              <a:ln>
                <a:noFill/>
              </a:ln>
              <a:solidFill>
                <a:srgbClr val="000000"/>
              </a:solidFill>
              <a:effectLst/>
              <a:uLnTx/>
              <a:uFillTx/>
              <a:latin typeface="Century Gothic"/>
              <a:ea typeface="+mn-ea"/>
              <a:cs typeface="Arial" panose="020B0604020202020204" pitchFamily="34" charset="0"/>
            </a:endParaRPr>
          </a:p>
        </p:txBody>
      </p:sp>
      <p:sp>
        <p:nvSpPr>
          <p:cNvPr id="34" name="Rectangle 14342">
            <a:extLst>
              <a:ext uri="{FF2B5EF4-FFF2-40B4-BE49-F238E27FC236}">
                <a16:creationId xmlns:a16="http://schemas.microsoft.com/office/drawing/2014/main" id="{84516E41-640A-4104-80E9-CD7AEFEB948A}"/>
              </a:ext>
            </a:extLst>
          </p:cNvPr>
          <p:cNvSpPr>
            <a:spLocks noChangeArrowheads="1"/>
          </p:cNvSpPr>
          <p:nvPr/>
        </p:nvSpPr>
        <p:spPr bwMode="auto">
          <a:xfrm>
            <a:off x="622871" y="2612804"/>
            <a:ext cx="2903059" cy="3118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37061" indent="-237061" defTabSz="895328" eaLnBrk="0" fontAlgn="base" hangingPunct="0">
              <a:spcBef>
                <a:spcPts val="1600"/>
              </a:spcBef>
              <a:buSzPct val="50000"/>
              <a:buFontTx/>
              <a:buChar char="•"/>
            </a:pPr>
            <a:r>
              <a:rPr lang="en-US" altLang="en-US" sz="1600" b="0">
                <a:solidFill>
                  <a:srgbClr val="000000"/>
                </a:solidFill>
                <a:latin typeface="Century Gothic"/>
              </a:rPr>
              <a:t>Provide deeper awareness of own development opportunities, impact on the team and a way forward.</a:t>
            </a:r>
          </a:p>
          <a:p>
            <a:pPr marL="237061" indent="-237061" defTabSz="895328" eaLnBrk="0" fontAlgn="base" hangingPunct="0">
              <a:spcBef>
                <a:spcPts val="1600"/>
              </a:spcBef>
              <a:buSzPct val="50000"/>
              <a:buFontTx/>
              <a:buChar char="•"/>
            </a:pPr>
            <a:r>
              <a:rPr lang="en-US" altLang="en-US" sz="1600" b="0">
                <a:solidFill>
                  <a:srgbClr val="000000"/>
                </a:solidFill>
                <a:latin typeface="Century Gothic"/>
              </a:rPr>
              <a:t>Enable individuals to focus on effectiveness within the team setting.</a:t>
            </a:r>
          </a:p>
          <a:p>
            <a:pPr marL="237061" indent="-237061" defTabSz="895328" eaLnBrk="0" fontAlgn="base" hangingPunct="0">
              <a:spcBef>
                <a:spcPts val="1600"/>
              </a:spcBef>
              <a:buSzPct val="50000"/>
              <a:buFontTx/>
              <a:buChar char="•"/>
            </a:pPr>
            <a:r>
              <a:rPr lang="en-US" altLang="en-US" sz="1600" b="0">
                <a:solidFill>
                  <a:srgbClr val="000000"/>
                </a:solidFill>
                <a:latin typeface="Century Gothic"/>
              </a:rPr>
              <a:t>Applications of new leadership skills and behaviors to daily business.</a:t>
            </a:r>
          </a:p>
        </p:txBody>
      </p:sp>
      <p:sp>
        <p:nvSpPr>
          <p:cNvPr id="35" name="Rectangle 14343">
            <a:extLst>
              <a:ext uri="{FF2B5EF4-FFF2-40B4-BE49-F238E27FC236}">
                <a16:creationId xmlns:a16="http://schemas.microsoft.com/office/drawing/2014/main" id="{FA29A69D-F05E-44AC-AC9E-C05189FE23F2}"/>
              </a:ext>
            </a:extLst>
          </p:cNvPr>
          <p:cNvSpPr>
            <a:spLocks noChangeArrowheads="1"/>
          </p:cNvSpPr>
          <p:nvPr/>
        </p:nvSpPr>
        <p:spPr bwMode="auto">
          <a:xfrm>
            <a:off x="4556977" y="2612804"/>
            <a:ext cx="3549651" cy="3118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37061" indent="-237061" defTabSz="895328" eaLnBrk="0" fontAlgn="base" hangingPunct="0">
              <a:spcBef>
                <a:spcPts val="1600"/>
              </a:spcBef>
              <a:buSzPct val="50000"/>
              <a:buFontTx/>
              <a:buChar char="•"/>
            </a:pPr>
            <a:r>
              <a:rPr lang="en-US" altLang="en-US" sz="1600" b="0">
                <a:solidFill>
                  <a:srgbClr val="000000"/>
                </a:solidFill>
                <a:latin typeface="Century Gothic"/>
              </a:rPr>
              <a:t>Connection of operational issues with individual’s objectives and values — a critical step to ensure real change.</a:t>
            </a:r>
          </a:p>
          <a:p>
            <a:pPr marL="237061" indent="-237061" defTabSz="895328" eaLnBrk="0" fontAlgn="base" hangingPunct="0">
              <a:spcBef>
                <a:spcPts val="1600"/>
              </a:spcBef>
              <a:buSzPct val="50000"/>
              <a:buFontTx/>
              <a:buChar char="•"/>
            </a:pPr>
            <a:r>
              <a:rPr lang="en-US" altLang="en-US" sz="1600" b="0">
                <a:solidFill>
                  <a:srgbClr val="000000"/>
                </a:solidFill>
                <a:latin typeface="Century Gothic"/>
              </a:rPr>
              <a:t>Tailored dialogues and role-plays to experience new — and difficult — behaviors in a safe environment.</a:t>
            </a:r>
          </a:p>
          <a:p>
            <a:pPr marL="237061" indent="-237061" defTabSz="895328" eaLnBrk="0" fontAlgn="base" hangingPunct="0">
              <a:spcBef>
                <a:spcPts val="1600"/>
              </a:spcBef>
              <a:buSzPct val="50000"/>
              <a:buFontTx/>
              <a:buChar char="•"/>
            </a:pPr>
            <a:r>
              <a:rPr lang="en-US" altLang="en-US" sz="1600" b="0">
                <a:solidFill>
                  <a:srgbClr val="000000"/>
                </a:solidFill>
                <a:latin typeface="Century Gothic"/>
              </a:rPr>
              <a:t>Establishment of operational “contracts” to ensure immediate real-life application.</a:t>
            </a:r>
          </a:p>
        </p:txBody>
      </p:sp>
      <p:sp>
        <p:nvSpPr>
          <p:cNvPr id="36" name="Rectangle 13">
            <a:extLst>
              <a:ext uri="{FF2B5EF4-FFF2-40B4-BE49-F238E27FC236}">
                <a16:creationId xmlns:a16="http://schemas.microsoft.com/office/drawing/2014/main" id="{14DAFDE8-99A7-4DD1-A276-B031BC8AD79B}"/>
              </a:ext>
            </a:extLst>
          </p:cNvPr>
          <p:cNvSpPr>
            <a:spLocks noChangeArrowheads="1"/>
          </p:cNvSpPr>
          <p:nvPr/>
        </p:nvSpPr>
        <p:spPr bwMode="auto">
          <a:xfrm>
            <a:off x="3475416" y="1228663"/>
            <a:ext cx="5241177" cy="5027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altLang="en-US" sz="2667" b="0" i="0" u="none" strike="noStrike" kern="1200" cap="none" spc="0" normalizeH="0" baseline="0" noProof="0">
                <a:ln>
                  <a:noFill/>
                </a:ln>
                <a:solidFill>
                  <a:srgbClr val="C00000"/>
                </a:solidFill>
                <a:effectLst/>
                <a:uLnTx/>
                <a:uFillTx/>
                <a:latin typeface="Century Gothic"/>
                <a:ea typeface="+mn-ea"/>
                <a:cs typeface="Arial" panose="020B0604020202020204" pitchFamily="34" charset="0"/>
              </a:rPr>
              <a:t>1:1 </a:t>
            </a:r>
            <a:r>
              <a:rPr lang="en-US" altLang="en-US" sz="2667" b="0">
                <a:solidFill>
                  <a:srgbClr val="C00000"/>
                </a:solidFill>
                <a:latin typeface="Century Gothic"/>
              </a:rPr>
              <a:t>APPLICATION </a:t>
            </a:r>
            <a:r>
              <a:rPr kumimoji="0" lang="en-US" altLang="en-US" sz="2667" b="0" i="0" u="none" strike="noStrike" kern="1200" cap="none" spc="0" normalizeH="0" baseline="0" noProof="0">
                <a:ln>
                  <a:noFill/>
                </a:ln>
                <a:solidFill>
                  <a:srgbClr val="C00000"/>
                </a:solidFill>
                <a:effectLst/>
                <a:uLnTx/>
                <a:uFillTx/>
                <a:latin typeface="Century Gothic"/>
                <a:ea typeface="+mn-ea"/>
                <a:cs typeface="Arial" panose="020B0604020202020204" pitchFamily="34" charset="0"/>
              </a:rPr>
              <a:t>COACHING</a:t>
            </a:r>
          </a:p>
        </p:txBody>
      </p:sp>
    </p:spTree>
    <p:extLst>
      <p:ext uri="{BB962C8B-B14F-4D97-AF65-F5344CB8AC3E}">
        <p14:creationId xmlns:p14="http://schemas.microsoft.com/office/powerpoint/2010/main" val="233838385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Axialent 16.9 Template 1_3_18">
  <a:themeElements>
    <a:clrScheme name="Axialent PPT Template Colors">
      <a:dk1>
        <a:srgbClr val="000000"/>
      </a:dk1>
      <a:lt1>
        <a:srgbClr val="FFFFFF"/>
      </a:lt1>
      <a:dk2>
        <a:srgbClr val="005BB3"/>
      </a:dk2>
      <a:lt2>
        <a:srgbClr val="FFFFFF"/>
      </a:lt2>
      <a:accent1>
        <a:srgbClr val="005BB3"/>
      </a:accent1>
      <a:accent2>
        <a:srgbClr val="8C42BD"/>
      </a:accent2>
      <a:accent3>
        <a:srgbClr val="FBB03F"/>
      </a:accent3>
      <a:accent4>
        <a:srgbClr val="C00000"/>
      </a:accent4>
      <a:accent5>
        <a:srgbClr val="32A063"/>
      </a:accent5>
      <a:accent6>
        <a:srgbClr val="7F7F7F"/>
      </a:accent6>
      <a:hlink>
        <a:srgbClr val="005BB3"/>
      </a:hlink>
      <a:folHlink>
        <a:srgbClr val="005BFF"/>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Template ppt 2010 - simple cover 1.0">
  <a:themeElements>
    <a:clrScheme name="1_Template ppt 2010 - simple cover 1.0 1">
      <a:dk1>
        <a:srgbClr val="002D62"/>
      </a:dk1>
      <a:lt1>
        <a:srgbClr val="FFFFFF"/>
      </a:lt1>
      <a:dk2>
        <a:srgbClr val="60007A"/>
      </a:dk2>
      <a:lt2>
        <a:srgbClr val="A6A6A6"/>
      </a:lt2>
      <a:accent1>
        <a:srgbClr val="FFFFFF"/>
      </a:accent1>
      <a:accent2>
        <a:srgbClr val="FBB03F"/>
      </a:accent2>
      <a:accent3>
        <a:srgbClr val="FFFFFF"/>
      </a:accent3>
      <a:accent4>
        <a:srgbClr val="002553"/>
      </a:accent4>
      <a:accent5>
        <a:srgbClr val="FFFFFF"/>
      </a:accent5>
      <a:accent6>
        <a:srgbClr val="E39F38"/>
      </a:accent6>
      <a:hlink>
        <a:srgbClr val="32A063"/>
      </a:hlink>
      <a:folHlink>
        <a:srgbClr val="C00000"/>
      </a:folHlink>
    </a:clrScheme>
    <a:fontScheme name="1_Template ppt 2010 - simple cover 1.0">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s-ES" sz="1800" b="1" i="0" u="none" strike="noStrike" cap="none" normalizeH="0" baseline="0" smtClean="0">
            <a:ln>
              <a:noFill/>
            </a:ln>
            <a:solidFill>
              <a:schemeClr val="tx1"/>
            </a:solidFill>
            <a:effectLst/>
            <a:latin typeface="Arial" pitchFamily="34" charset="0"/>
            <a:cs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s-ES" sz="1800" b="1" i="0" u="none" strike="noStrike" cap="none" normalizeH="0" baseline="0" smtClean="0">
            <a:ln>
              <a:noFill/>
            </a:ln>
            <a:solidFill>
              <a:schemeClr val="tx1"/>
            </a:solidFill>
            <a:effectLst/>
            <a:latin typeface="Arial" pitchFamily="34" charset="0"/>
            <a:cs typeface="Arial" pitchFamily="34" charset="0"/>
          </a:defRPr>
        </a:defPPr>
      </a:lstStyle>
    </a:lnDef>
  </a:objectDefaults>
  <a:extraClrSchemeLst>
    <a:extraClrScheme>
      <a:clrScheme name="1_Template ppt 2010 - simple cover 1.0 1">
        <a:dk1>
          <a:srgbClr val="002D62"/>
        </a:dk1>
        <a:lt1>
          <a:srgbClr val="FFFFFF"/>
        </a:lt1>
        <a:dk2>
          <a:srgbClr val="60007A"/>
        </a:dk2>
        <a:lt2>
          <a:srgbClr val="A6A6A6"/>
        </a:lt2>
        <a:accent1>
          <a:srgbClr val="FFFFFF"/>
        </a:accent1>
        <a:accent2>
          <a:srgbClr val="FBB03F"/>
        </a:accent2>
        <a:accent3>
          <a:srgbClr val="FFFFFF"/>
        </a:accent3>
        <a:accent4>
          <a:srgbClr val="002553"/>
        </a:accent4>
        <a:accent5>
          <a:srgbClr val="FFFFFF"/>
        </a:accent5>
        <a:accent6>
          <a:srgbClr val="E39F38"/>
        </a:accent6>
        <a:hlink>
          <a:srgbClr val="32A063"/>
        </a:hlink>
        <a:folHlink>
          <a:srgbClr val="C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Axialent 16.9 Template 1_3_18">
  <a:themeElements>
    <a:clrScheme name="Axialent PPT Template Colors">
      <a:dk1>
        <a:srgbClr val="000000"/>
      </a:dk1>
      <a:lt1>
        <a:srgbClr val="FFFFFF"/>
      </a:lt1>
      <a:dk2>
        <a:srgbClr val="005BB3"/>
      </a:dk2>
      <a:lt2>
        <a:srgbClr val="FFFFFF"/>
      </a:lt2>
      <a:accent1>
        <a:srgbClr val="005BB3"/>
      </a:accent1>
      <a:accent2>
        <a:srgbClr val="8C42BD"/>
      </a:accent2>
      <a:accent3>
        <a:srgbClr val="FBB03F"/>
      </a:accent3>
      <a:accent4>
        <a:srgbClr val="C00000"/>
      </a:accent4>
      <a:accent5>
        <a:srgbClr val="32A063"/>
      </a:accent5>
      <a:accent6>
        <a:srgbClr val="7F7F7F"/>
      </a:accent6>
      <a:hlink>
        <a:srgbClr val="005BB3"/>
      </a:hlink>
      <a:folHlink>
        <a:srgbClr val="005BFF"/>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plate ppt 2010 - simple cover 1.0">
  <a:themeElements>
    <a:clrScheme name="Personalizado 4">
      <a:dk1>
        <a:srgbClr val="002D62"/>
      </a:dk1>
      <a:lt1>
        <a:srgbClr val="FFFFFF"/>
      </a:lt1>
      <a:dk2>
        <a:srgbClr val="60007A"/>
      </a:dk2>
      <a:lt2>
        <a:srgbClr val="A6A6A6"/>
      </a:lt2>
      <a:accent1>
        <a:srgbClr val="FFFFFF"/>
      </a:accent1>
      <a:accent2>
        <a:srgbClr val="FBB03F"/>
      </a:accent2>
      <a:accent3>
        <a:srgbClr val="32A063"/>
      </a:accent3>
      <a:accent4>
        <a:srgbClr val="C00000"/>
      </a:accent4>
      <a:accent5>
        <a:srgbClr val="46509C"/>
      </a:accent5>
      <a:accent6>
        <a:srgbClr val="FFCC00"/>
      </a:accent6>
      <a:hlink>
        <a:srgbClr val="32A063"/>
      </a:hlink>
      <a:folHlink>
        <a:srgbClr val="C00000"/>
      </a:folHlink>
    </a:clrScheme>
    <a:fontScheme name="Template ppt 2010 - simple cover 1.0">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s-E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s-E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Template ppt 2010 - simple cover 1.0 1">
        <a:dk1>
          <a:srgbClr val="002D62"/>
        </a:dk1>
        <a:lt1>
          <a:srgbClr val="FFFFFF"/>
        </a:lt1>
        <a:dk2>
          <a:srgbClr val="002D62"/>
        </a:dk2>
        <a:lt2>
          <a:srgbClr val="EAEAEA"/>
        </a:lt2>
        <a:accent1>
          <a:srgbClr val="002D62"/>
        </a:accent1>
        <a:accent2>
          <a:srgbClr val="FBB03F"/>
        </a:accent2>
        <a:accent3>
          <a:srgbClr val="FFFFFF"/>
        </a:accent3>
        <a:accent4>
          <a:srgbClr val="002553"/>
        </a:accent4>
        <a:accent5>
          <a:srgbClr val="AAADB7"/>
        </a:accent5>
        <a:accent6>
          <a:srgbClr val="E39F38"/>
        </a:accent6>
        <a:hlink>
          <a:srgbClr val="0050B0"/>
        </a:hlink>
        <a:folHlink>
          <a:srgbClr val="C00000"/>
        </a:folHlink>
      </a:clrScheme>
      <a:clrMap bg1="lt1" tx1="dk1" bg2="lt2" tx2="dk2" accent1="accent1" accent2="accent2" accent3="accent3" accent4="accent4" accent5="accent5" accent6="accent6" hlink="hlink" folHlink="folHlink"/>
    </a:extraClrScheme>
    <a:extraClrScheme>
      <a:clrScheme name="Template ppt 2010 - simple cover 1.0 2">
        <a:dk1>
          <a:srgbClr val="002D62"/>
        </a:dk1>
        <a:lt1>
          <a:srgbClr val="FFFFFF"/>
        </a:lt1>
        <a:dk2>
          <a:srgbClr val="002D62"/>
        </a:dk2>
        <a:lt2>
          <a:srgbClr val="C0C0C0"/>
        </a:lt2>
        <a:accent1>
          <a:srgbClr val="002D62"/>
        </a:accent1>
        <a:accent2>
          <a:srgbClr val="FBB03F"/>
        </a:accent2>
        <a:accent3>
          <a:srgbClr val="FFFFFF"/>
        </a:accent3>
        <a:accent4>
          <a:srgbClr val="002553"/>
        </a:accent4>
        <a:accent5>
          <a:srgbClr val="AAADB7"/>
        </a:accent5>
        <a:accent6>
          <a:srgbClr val="E39F38"/>
        </a:accent6>
        <a:hlink>
          <a:srgbClr val="0050B0"/>
        </a:hlink>
        <a:folHlink>
          <a:srgbClr val="C00000"/>
        </a:folHlink>
      </a:clrScheme>
      <a:clrMap bg1="lt1" tx1="dk1" bg2="lt2" tx2="dk2" accent1="accent1" accent2="accent2" accent3="accent3" accent4="accent4" accent5="accent5" accent6="accent6" hlink="hlink" folHlink="folHlink"/>
    </a:extraClrScheme>
    <a:extraClrScheme>
      <a:clrScheme name="Template ppt 2010 - simple cover 1.0 3">
        <a:dk1>
          <a:srgbClr val="002D62"/>
        </a:dk1>
        <a:lt1>
          <a:srgbClr val="FFFFFF"/>
        </a:lt1>
        <a:dk2>
          <a:srgbClr val="002D62"/>
        </a:dk2>
        <a:lt2>
          <a:srgbClr val="C0C0C0"/>
        </a:lt2>
        <a:accent1>
          <a:srgbClr val="FFFFFF"/>
        </a:accent1>
        <a:accent2>
          <a:srgbClr val="FBB03F"/>
        </a:accent2>
        <a:accent3>
          <a:srgbClr val="FFFFFF"/>
        </a:accent3>
        <a:accent4>
          <a:srgbClr val="002553"/>
        </a:accent4>
        <a:accent5>
          <a:srgbClr val="FFFFFF"/>
        </a:accent5>
        <a:accent6>
          <a:srgbClr val="E39F38"/>
        </a:accent6>
        <a:hlink>
          <a:srgbClr val="0050B0"/>
        </a:hlink>
        <a:folHlink>
          <a:srgbClr val="C00000"/>
        </a:folHlink>
      </a:clrScheme>
      <a:clrMap bg1="lt1" tx1="dk1" bg2="lt2" tx2="dk2" accent1="accent1" accent2="accent2" accent3="accent3" accent4="accent4" accent5="accent5" accent6="accent6" hlink="hlink" folHlink="folHlink"/>
    </a:extraClrScheme>
    <a:extraClrScheme>
      <a:clrScheme name="Template ppt 2010 - simple cover 1.0 4">
        <a:dk1>
          <a:srgbClr val="002D62"/>
        </a:dk1>
        <a:lt1>
          <a:srgbClr val="FFFFFF"/>
        </a:lt1>
        <a:dk2>
          <a:srgbClr val="60007A"/>
        </a:dk2>
        <a:lt2>
          <a:srgbClr val="A6A6A6"/>
        </a:lt2>
        <a:accent1>
          <a:srgbClr val="FFFFFF"/>
        </a:accent1>
        <a:accent2>
          <a:srgbClr val="FBB03F"/>
        </a:accent2>
        <a:accent3>
          <a:srgbClr val="FFFFFF"/>
        </a:accent3>
        <a:accent4>
          <a:srgbClr val="002553"/>
        </a:accent4>
        <a:accent5>
          <a:srgbClr val="FFFFFF"/>
        </a:accent5>
        <a:accent6>
          <a:srgbClr val="E39F38"/>
        </a:accent6>
        <a:hlink>
          <a:srgbClr val="32A063"/>
        </a:hlink>
        <a:folHlink>
          <a:srgbClr val="C00000"/>
        </a:folHlink>
      </a:clrScheme>
      <a:clrMap bg1="lt1" tx1="dk1" bg2="lt2" tx2="dk2" accent1="accent1" accent2="accent2" accent3="accent3" accent4="accent4" accent5="accent5" accent6="accent6" hlink="hlink" folHlink="folHlink"/>
    </a:extraClrScheme>
    <a:extraClrScheme>
      <a:clrScheme name="Template ppt 2010 - simple cover 1.0 1">
        <a:dk1>
          <a:srgbClr val="002D62"/>
        </a:dk1>
        <a:lt1>
          <a:srgbClr val="FFFFFF"/>
        </a:lt1>
        <a:dk2>
          <a:srgbClr val="60007A"/>
        </a:dk2>
        <a:lt2>
          <a:srgbClr val="A6A6A6"/>
        </a:lt2>
        <a:accent1>
          <a:srgbClr val="FFFFFF"/>
        </a:accent1>
        <a:accent2>
          <a:srgbClr val="FBB03F"/>
        </a:accent2>
        <a:accent3>
          <a:srgbClr val="FFFFFF"/>
        </a:accent3>
        <a:accent4>
          <a:srgbClr val="002553"/>
        </a:accent4>
        <a:accent5>
          <a:srgbClr val="FFFFFF"/>
        </a:accent5>
        <a:accent6>
          <a:srgbClr val="E39F38"/>
        </a:accent6>
        <a:hlink>
          <a:srgbClr val="32A063"/>
        </a:hlink>
        <a:folHlink>
          <a:srgbClr val="C0000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4087</Words>
  <Application>Microsoft Macintosh PowerPoint</Application>
  <PresentationFormat>Widescreen</PresentationFormat>
  <Paragraphs>642</Paragraphs>
  <Slides>33</Slides>
  <Notes>24</Notes>
  <HiddenSlides>0</HiddenSlides>
  <MMClips>0</MMClips>
  <ScaleCrop>false</ScaleCrop>
  <HeadingPairs>
    <vt:vector size="6" baseType="variant">
      <vt:variant>
        <vt:lpstr>Fonts Used</vt:lpstr>
      </vt:variant>
      <vt:variant>
        <vt:i4>16</vt:i4>
      </vt:variant>
      <vt:variant>
        <vt:lpstr>Theme</vt:lpstr>
      </vt:variant>
      <vt:variant>
        <vt:i4>5</vt:i4>
      </vt:variant>
      <vt:variant>
        <vt:lpstr>Slide Titles</vt:lpstr>
      </vt:variant>
      <vt:variant>
        <vt:i4>33</vt:i4>
      </vt:variant>
    </vt:vector>
  </HeadingPairs>
  <TitlesOfParts>
    <vt:vector size="54" baseType="lpstr">
      <vt:lpstr>Aptos</vt:lpstr>
      <vt:lpstr>Aptos Display</vt:lpstr>
      <vt:lpstr>Arial</vt:lpstr>
      <vt:lpstr>Calibri</vt:lpstr>
      <vt:lpstr>Century Gothic</vt:lpstr>
      <vt:lpstr>Helvetica</vt:lpstr>
      <vt:lpstr>Lucida Grande</vt:lpstr>
      <vt:lpstr>Montserrat Light</vt:lpstr>
      <vt:lpstr>Montserrat Medium</vt:lpstr>
      <vt:lpstr>Montserrat SemiBold</vt:lpstr>
      <vt:lpstr>Tahoma</vt:lpstr>
      <vt:lpstr>Trebuchet MS</vt:lpstr>
      <vt:lpstr>Verdana</vt:lpstr>
      <vt:lpstr>Wingdings</vt:lpstr>
      <vt:lpstr>Wingdings 3</vt:lpstr>
      <vt:lpstr>ZapfDingbats</vt:lpstr>
      <vt:lpstr>Tema de Office</vt:lpstr>
      <vt:lpstr>1_Axialent 16.9 Template 1_3_18</vt:lpstr>
      <vt:lpstr>3_Template ppt 2010 - simple cover 1.0</vt:lpstr>
      <vt:lpstr>Axialent 16.9 Template 1_3_18</vt:lpstr>
      <vt:lpstr>Template ppt 2010 - simple cover 1.0</vt:lpstr>
      <vt:lpstr>PowerPoint Presentation</vt:lpstr>
      <vt:lpstr>OUR PHILOSOPHY &amp; FRAMEWORK</vt:lpstr>
      <vt:lpstr>high performing teams - habit forming!</vt:lpstr>
      <vt:lpstr>DEFINITION OF A TEAM</vt:lpstr>
      <vt:lpstr>teams: performance “lever” of an organization </vt:lpstr>
      <vt:lpstr>FRAMEWORK</vt:lpstr>
      <vt:lpstr>Supporting teams for sustained peak performance</vt:lpstr>
      <vt:lpstr>not all groups are teams…</vt:lpstr>
      <vt:lpstr>choosing the level of interdependency</vt:lpstr>
      <vt:lpstr>example: football team objectives</vt:lpstr>
      <vt:lpstr>high performance: consciousness + skill</vt:lpstr>
      <vt:lpstr>team diagnostic methodology details</vt:lpstr>
      <vt:lpstr>executive teaming success</vt:lpstr>
      <vt:lpstr>high performance team approach</vt:lpstr>
      <vt:lpstr>purpose, culture and values</vt:lpstr>
      <vt:lpstr>aligning purpose, behaviors &amp; values</vt:lpstr>
      <vt:lpstr>roles and accountabilities</vt:lpstr>
      <vt:lpstr>roles and accountabilities</vt:lpstr>
      <vt:lpstr>process</vt:lpstr>
      <vt:lpstr>seamless processes</vt:lpstr>
      <vt:lpstr>relationships</vt:lpstr>
      <vt:lpstr>relationships</vt:lpstr>
      <vt:lpstr>possible strategies</vt:lpstr>
      <vt:lpstr>possible strategies</vt:lpstr>
      <vt:lpstr>different situations call for different approaches</vt:lpstr>
      <vt:lpstr>different situations call for different approaches</vt:lpstr>
      <vt:lpstr>OUR APPROACH FOR INCREASED VALUE AND IMPACT</vt:lpstr>
      <vt:lpstr>TEAM APPROACH / SOLUTION OVERVIEW</vt:lpstr>
      <vt:lpstr>SOLUTION DETAIL</vt:lpstr>
      <vt:lpstr>workshop interventions - examples</vt:lpstr>
      <vt:lpstr>collective development</vt:lpstr>
      <vt:lpstr>Conscious meeting facilitation</vt:lpstr>
      <vt:lpstr>Individual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Ruy Cervantes</cp:lastModifiedBy>
  <cp:revision>1</cp:revision>
  <dcterms:created xsi:type="dcterms:W3CDTF">2012-07-30T22:48:03Z</dcterms:created>
  <dcterms:modified xsi:type="dcterms:W3CDTF">2025-11-13T18:50:47Z</dcterms:modified>
</cp:coreProperties>
</file>